
<file path=[Content_Types].xml><?xml version="1.0" encoding="utf-8"?>
<Types xmlns="http://schemas.openxmlformats.org/package/2006/content-types">
  <Default Extension="emf" ContentType="image/x-emf"/>
  <Default Extension="jpeg" ContentType="image/jpeg"/>
  <Default Extension="jpg" ContentType="image/jpeg"/>
  <Default Extension="png" ContentType="image/png"/>
  <Default Extension="rels" ContentType="application/vnd.openxmlformats-package.relationships+xml"/>
  <Default Extension="svg" ContentType="image/svg+xml"/>
  <Default Extension="wdp" ContentType="image/vnd.ms-photo"/>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changesInfos/changesInfo1.xml" ContentType="application/vnd.ms-powerpoint.changes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4"/>
    <p:sldMasterId id="2147483680" r:id="rId5"/>
  </p:sldMasterIdLst>
  <p:notesMasterIdLst>
    <p:notesMasterId r:id="rId41"/>
  </p:notesMasterIdLst>
  <p:handoutMasterIdLst>
    <p:handoutMasterId r:id="rId42"/>
  </p:handoutMasterIdLst>
  <p:sldIdLst>
    <p:sldId id="303" r:id="rId6"/>
    <p:sldId id="309" r:id="rId7"/>
    <p:sldId id="2147480298" r:id="rId8"/>
    <p:sldId id="2147480299" r:id="rId9"/>
    <p:sldId id="2147480300" r:id="rId10"/>
    <p:sldId id="2147480306" r:id="rId11"/>
    <p:sldId id="327" r:id="rId12"/>
    <p:sldId id="347" r:id="rId13"/>
    <p:sldId id="2147475365" r:id="rId14"/>
    <p:sldId id="352" r:id="rId15"/>
    <p:sldId id="350" r:id="rId16"/>
    <p:sldId id="371" r:id="rId17"/>
    <p:sldId id="2147481311" r:id="rId18"/>
    <p:sldId id="355" r:id="rId19"/>
    <p:sldId id="2147470745" r:id="rId20"/>
    <p:sldId id="356" r:id="rId21"/>
    <p:sldId id="2147480303" r:id="rId22"/>
    <p:sldId id="357" r:id="rId23"/>
    <p:sldId id="368" r:id="rId24"/>
    <p:sldId id="359" r:id="rId25"/>
    <p:sldId id="358" r:id="rId26"/>
    <p:sldId id="360" r:id="rId27"/>
    <p:sldId id="361" r:id="rId28"/>
    <p:sldId id="363" r:id="rId29"/>
    <p:sldId id="362" r:id="rId30"/>
    <p:sldId id="2147475370" r:id="rId31"/>
    <p:sldId id="2147481317" r:id="rId32"/>
    <p:sldId id="2147481318" r:id="rId33"/>
    <p:sldId id="2147481319" r:id="rId34"/>
    <p:sldId id="370" r:id="rId35"/>
    <p:sldId id="2147481313" r:id="rId36"/>
    <p:sldId id="2147481314" r:id="rId37"/>
    <p:sldId id="2147481315" r:id="rId38"/>
    <p:sldId id="2147481316" r:id="rId39"/>
    <p:sldId id="312" r:id="rId4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0E8AD621-2F61-A9D8-3A98-1BCA6CE25DDD}" name="Danielle Sanders" initials="DS" userId="S::1000051903@hexaware.com::be4d3101-26ec-43c3-81c1-9770cfb38369" providerId="AD"/>
  <p188:author id="{73FAA66E-D248-217C-5BAE-9D5B019F5B80}" name="Disha Mongia" initials="DM" userId="S::1000053303@hexaware.com::53434ea3-9fd5-4ae2-9a84-e25eedf97e95" providerId="AD"/>
  <p188:author id="{51D7D07E-719E-2501-B9EA-82CED137E915}" name="Yogesh Johar" initials="YJ" userId="S::1000057162@hexaware.com::bd613922-1085-42f9-a525-cefcc1d0a296"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3C2DDA"/>
    <a:srgbClr val="C0C0C0"/>
    <a:srgbClr val="3B2DDA"/>
    <a:srgbClr val="EEEFF5"/>
    <a:srgbClr val="00B0F0"/>
    <a:srgbClr val="D9D9D9"/>
    <a:srgbClr val="D9DDFC"/>
    <a:srgbClr val="07125E"/>
    <a:srgbClr val="D8D5F8"/>
    <a:srgbClr val="A5CFF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7275"/>
    <p:restoredTop sz="94628"/>
  </p:normalViewPr>
  <p:slideViewPr>
    <p:cSldViewPr snapToGrid="0">
      <p:cViewPr varScale="1">
        <p:scale>
          <a:sx n="17" d="100"/>
          <a:sy n="17" d="100"/>
        </p:scale>
        <p:origin x="595" y="38"/>
      </p:cViewPr>
      <p:guideLst/>
    </p:cSldViewPr>
  </p:slideViewPr>
  <p:notesTextViewPr>
    <p:cViewPr>
      <p:scale>
        <a:sx n="1" d="1"/>
        <a:sy n="1" d="1"/>
      </p:scale>
      <p:origin x="0" y="0"/>
    </p:cViewPr>
  </p:notesTextViewPr>
  <p:sorterViewPr>
    <p:cViewPr>
      <p:scale>
        <a:sx n="70" d="100"/>
        <a:sy n="70" d="100"/>
      </p:scale>
      <p:origin x="0" y="-1074"/>
    </p:cViewPr>
  </p:sorterViewPr>
  <p:notesViewPr>
    <p:cSldViewPr snapToGrid="0">
      <p:cViewPr>
        <p:scale>
          <a:sx n="1" d="2"/>
          <a:sy n="1" d="2"/>
        </p:scale>
        <p:origin x="5320" y="1520"/>
      </p:cViewPr>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8.xml"/><Relationship Id="rId18" Type="http://schemas.openxmlformats.org/officeDocument/2006/relationships/slide" Target="slides/slide13.xml"/><Relationship Id="rId26" Type="http://schemas.openxmlformats.org/officeDocument/2006/relationships/slide" Target="slides/slide21.xml"/><Relationship Id="rId39" Type="http://schemas.openxmlformats.org/officeDocument/2006/relationships/slide" Target="slides/slide34.xml"/><Relationship Id="rId21" Type="http://schemas.openxmlformats.org/officeDocument/2006/relationships/slide" Target="slides/slide16.xml"/><Relationship Id="rId34" Type="http://schemas.openxmlformats.org/officeDocument/2006/relationships/slide" Target="slides/slide29.xml"/><Relationship Id="rId42" Type="http://schemas.openxmlformats.org/officeDocument/2006/relationships/handoutMaster" Target="handoutMasters/handoutMaster1.xml"/><Relationship Id="rId47" Type="http://schemas.microsoft.com/office/2016/11/relationships/changesInfo" Target="changesInfos/changesInfo1.xml"/><Relationship Id="rId7" Type="http://schemas.openxmlformats.org/officeDocument/2006/relationships/slide" Target="slides/slide2.xml"/><Relationship Id="rId2" Type="http://schemas.openxmlformats.org/officeDocument/2006/relationships/customXml" Target="../customXml/item2.xml"/><Relationship Id="rId16" Type="http://schemas.openxmlformats.org/officeDocument/2006/relationships/slide" Target="slides/slide11.xml"/><Relationship Id="rId29" Type="http://schemas.openxmlformats.org/officeDocument/2006/relationships/slide" Target="slides/slide24.xml"/><Relationship Id="rId1" Type="http://schemas.openxmlformats.org/officeDocument/2006/relationships/customXml" Target="../customXml/item1.xml"/><Relationship Id="rId6" Type="http://schemas.openxmlformats.org/officeDocument/2006/relationships/slide" Target="slides/slide1.xml"/><Relationship Id="rId11" Type="http://schemas.openxmlformats.org/officeDocument/2006/relationships/slide" Target="slides/slide6.xml"/><Relationship Id="rId24" Type="http://schemas.openxmlformats.org/officeDocument/2006/relationships/slide" Target="slides/slide19.xml"/><Relationship Id="rId32" Type="http://schemas.openxmlformats.org/officeDocument/2006/relationships/slide" Target="slides/slide27.xml"/><Relationship Id="rId37" Type="http://schemas.openxmlformats.org/officeDocument/2006/relationships/slide" Target="slides/slide32.xml"/><Relationship Id="rId40" Type="http://schemas.openxmlformats.org/officeDocument/2006/relationships/slide" Target="slides/slide35.xml"/><Relationship Id="rId45" Type="http://schemas.openxmlformats.org/officeDocument/2006/relationships/theme" Target="theme/theme1.xml"/><Relationship Id="rId5" Type="http://schemas.openxmlformats.org/officeDocument/2006/relationships/slideMaster" Target="slideMasters/slideMaster2.xml"/><Relationship Id="rId15" Type="http://schemas.openxmlformats.org/officeDocument/2006/relationships/slide" Target="slides/slide10.xml"/><Relationship Id="rId23" Type="http://schemas.openxmlformats.org/officeDocument/2006/relationships/slide" Target="slides/slide18.xml"/><Relationship Id="rId28" Type="http://schemas.openxmlformats.org/officeDocument/2006/relationships/slide" Target="slides/slide23.xml"/><Relationship Id="rId36" Type="http://schemas.openxmlformats.org/officeDocument/2006/relationships/slide" Target="slides/slide31.xml"/><Relationship Id="rId10" Type="http://schemas.openxmlformats.org/officeDocument/2006/relationships/slide" Target="slides/slide5.xml"/><Relationship Id="rId19" Type="http://schemas.openxmlformats.org/officeDocument/2006/relationships/slide" Target="slides/slide14.xml"/><Relationship Id="rId31" Type="http://schemas.openxmlformats.org/officeDocument/2006/relationships/slide" Target="slides/slide26.xml"/><Relationship Id="rId44" Type="http://schemas.openxmlformats.org/officeDocument/2006/relationships/viewProps" Target="viewProps.xml"/><Relationship Id="rId4" Type="http://schemas.openxmlformats.org/officeDocument/2006/relationships/slideMaster" Target="slideMasters/slideMaster1.xml"/><Relationship Id="rId9" Type="http://schemas.openxmlformats.org/officeDocument/2006/relationships/slide" Target="slides/slide4.xml"/><Relationship Id="rId14" Type="http://schemas.openxmlformats.org/officeDocument/2006/relationships/slide" Target="slides/slide9.xml"/><Relationship Id="rId22" Type="http://schemas.openxmlformats.org/officeDocument/2006/relationships/slide" Target="slides/slide17.xml"/><Relationship Id="rId27" Type="http://schemas.openxmlformats.org/officeDocument/2006/relationships/slide" Target="slides/slide22.xml"/><Relationship Id="rId30" Type="http://schemas.openxmlformats.org/officeDocument/2006/relationships/slide" Target="slides/slide25.xml"/><Relationship Id="rId35" Type="http://schemas.openxmlformats.org/officeDocument/2006/relationships/slide" Target="slides/slide30.xml"/><Relationship Id="rId43" Type="http://schemas.openxmlformats.org/officeDocument/2006/relationships/presProps" Target="presProps.xml"/><Relationship Id="rId48" Type="http://schemas.microsoft.com/office/2018/10/relationships/authors" Target="authors.xml"/><Relationship Id="rId8" Type="http://schemas.openxmlformats.org/officeDocument/2006/relationships/slide" Target="slides/slide3.xml"/><Relationship Id="rId3" Type="http://schemas.openxmlformats.org/officeDocument/2006/relationships/customXml" Target="../customXml/item3.xml"/><Relationship Id="rId12" Type="http://schemas.openxmlformats.org/officeDocument/2006/relationships/slide" Target="slides/slide7.xml"/><Relationship Id="rId17" Type="http://schemas.openxmlformats.org/officeDocument/2006/relationships/slide" Target="slides/slide12.xml"/><Relationship Id="rId25" Type="http://schemas.openxmlformats.org/officeDocument/2006/relationships/slide" Target="slides/slide20.xml"/><Relationship Id="rId33" Type="http://schemas.openxmlformats.org/officeDocument/2006/relationships/slide" Target="slides/slide28.xml"/><Relationship Id="rId38" Type="http://schemas.openxmlformats.org/officeDocument/2006/relationships/slide" Target="slides/slide33.xml"/><Relationship Id="rId46" Type="http://schemas.openxmlformats.org/officeDocument/2006/relationships/tableStyles" Target="tableStyles.xml"/><Relationship Id="rId20" Type="http://schemas.openxmlformats.org/officeDocument/2006/relationships/slide" Target="slides/slide15.xml"/><Relationship Id="rId41" Type="http://schemas.openxmlformats.org/officeDocument/2006/relationships/notesMaster" Target="notesMasters/notesMaster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Vinay Kumar" userId="fc0dd98f-5f4d-4520-b687-f2de8019eab1" providerId="ADAL" clId="{675A18D8-4606-490B-B197-ECE7E84AA4EA}"/>
    <pc:docChg chg="delSld">
      <pc:chgData name="Vinay Kumar" userId="fc0dd98f-5f4d-4520-b687-f2de8019eab1" providerId="ADAL" clId="{675A18D8-4606-490B-B197-ECE7E84AA4EA}" dt="2026-10-07T22:25:33.212" v="0" actId="47"/>
      <pc:docMkLst>
        <pc:docMk/>
      </pc:docMkLst>
      <pc:sldChg chg="del">
        <pc:chgData name="Vinay Kumar" userId="fc0dd98f-5f4d-4520-b687-f2de8019eab1" providerId="ADAL" clId="{675A18D8-4606-490B-B197-ECE7E84AA4EA}" dt="2026-10-07T22:25:33.212" v="0" actId="47"/>
        <pc:sldMkLst>
          <pc:docMk/>
          <pc:sldMk cId="683629033" sldId="319"/>
        </pc:sldMkLst>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F11B2259-9883-6F94-1165-B4F149D91001}"/>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a:extLst>
              <a:ext uri="{FF2B5EF4-FFF2-40B4-BE49-F238E27FC236}">
                <a16:creationId xmlns:a16="http://schemas.microsoft.com/office/drawing/2014/main" id="{6EC2DFEC-917D-E7FD-8926-11E6D834EB2F}"/>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02C3DF90-B6E1-4448-A065-6EC0CBAAEEAA}" type="datetimeFigureOut">
              <a:rPr lang="en-US" smtClean="0"/>
              <a:t>10/8/2026</a:t>
            </a:fld>
            <a:endParaRPr lang="en-US"/>
          </a:p>
        </p:txBody>
      </p:sp>
      <p:sp>
        <p:nvSpPr>
          <p:cNvPr id="4" name="Footer Placeholder 3">
            <a:extLst>
              <a:ext uri="{FF2B5EF4-FFF2-40B4-BE49-F238E27FC236}">
                <a16:creationId xmlns:a16="http://schemas.microsoft.com/office/drawing/2014/main" id="{CC588B84-9FF3-B2B6-03B4-760A9E1406FE}"/>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a:extLst>
              <a:ext uri="{FF2B5EF4-FFF2-40B4-BE49-F238E27FC236}">
                <a16:creationId xmlns:a16="http://schemas.microsoft.com/office/drawing/2014/main" id="{854CFA06-FBBA-EA5B-5C6A-264498FA2037}"/>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EDF99D79-6FE1-1B41-9FA7-F185D9BA747C}" type="slidenum">
              <a:rPr lang="en-US" smtClean="0"/>
              <a:t>‹#›</a:t>
            </a:fld>
            <a:endParaRPr lang="en-US"/>
          </a:p>
        </p:txBody>
      </p:sp>
    </p:spTree>
    <p:extLst>
      <p:ext uri="{BB962C8B-B14F-4D97-AF65-F5344CB8AC3E}">
        <p14:creationId xmlns:p14="http://schemas.microsoft.com/office/powerpoint/2010/main" val="3995875523"/>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atin typeface="Manrope" pitchFamily="2" charset="0"/>
              </a:defRPr>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atin typeface="Manrope" pitchFamily="2" charset="0"/>
              </a:defRPr>
            </a:lvl1pPr>
          </a:lstStyle>
          <a:p>
            <a:fld id="{ECAE251F-E50B-4AA0-A361-BF69B56A7095}" type="datetimeFigureOut">
              <a:rPr lang="en-US" smtClean="0"/>
              <a:pPr/>
              <a:t>10/8/2026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atin typeface="Manrope" pitchFamily="2" charset="0"/>
              </a:defRPr>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atin typeface="Manrope" pitchFamily="2" charset="0"/>
              </a:defRPr>
            </a:lvl1pPr>
          </a:lstStyle>
          <a:p>
            <a:fld id="{331CD59D-0597-43DC-9404-9BA5D1B50171}" type="slidenum">
              <a:rPr lang="en-US" smtClean="0"/>
              <a:pPr/>
              <a:t>‹#›</a:t>
            </a:fld>
            <a:endParaRPr lang="en-US"/>
          </a:p>
        </p:txBody>
      </p:sp>
    </p:spTree>
    <p:extLst>
      <p:ext uri="{BB962C8B-B14F-4D97-AF65-F5344CB8AC3E}">
        <p14:creationId xmlns:p14="http://schemas.microsoft.com/office/powerpoint/2010/main" val="269981905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anrope" pitchFamily="2" charset="0"/>
        <a:ea typeface="+mn-ea"/>
        <a:cs typeface="+mn-cs"/>
      </a:defRPr>
    </a:lvl1pPr>
    <a:lvl2pPr marL="457200" algn="l" defTabSz="914400" rtl="0" eaLnBrk="1" latinLnBrk="0" hangingPunct="1">
      <a:defRPr sz="1200" kern="1200">
        <a:solidFill>
          <a:schemeClr val="tx1"/>
        </a:solidFill>
        <a:latin typeface="Manrope" pitchFamily="2" charset="0"/>
        <a:ea typeface="+mn-ea"/>
        <a:cs typeface="+mn-cs"/>
      </a:defRPr>
    </a:lvl2pPr>
    <a:lvl3pPr marL="914400" algn="l" defTabSz="914400" rtl="0" eaLnBrk="1" latinLnBrk="0" hangingPunct="1">
      <a:defRPr sz="1200" kern="1200">
        <a:solidFill>
          <a:schemeClr val="tx1"/>
        </a:solidFill>
        <a:latin typeface="Manrope" pitchFamily="2" charset="0"/>
        <a:ea typeface="+mn-ea"/>
        <a:cs typeface="+mn-cs"/>
      </a:defRPr>
    </a:lvl3pPr>
    <a:lvl4pPr marL="1371600" algn="l" defTabSz="914400" rtl="0" eaLnBrk="1" latinLnBrk="0" hangingPunct="1">
      <a:defRPr sz="1200" kern="1200">
        <a:solidFill>
          <a:schemeClr val="tx1"/>
        </a:solidFill>
        <a:latin typeface="Manrope" pitchFamily="2" charset="0"/>
        <a:ea typeface="+mn-ea"/>
        <a:cs typeface="+mn-cs"/>
      </a:defRPr>
    </a:lvl4pPr>
    <a:lvl5pPr marL="1828800" algn="l" defTabSz="914400" rtl="0" eaLnBrk="1" latinLnBrk="0" hangingPunct="1">
      <a:defRPr sz="1200" kern="1200">
        <a:solidFill>
          <a:schemeClr val="tx1"/>
        </a:solidFill>
        <a:latin typeface="Manrope" pitchFamily="2"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331CD59D-0597-43DC-9404-9BA5D1B50171}" type="slidenum">
              <a:rPr lang="en-US" smtClean="0"/>
              <a:pPr/>
              <a:t>1</a:t>
            </a:fld>
            <a:endParaRPr lang="en-US"/>
          </a:p>
        </p:txBody>
      </p:sp>
    </p:spTree>
    <p:extLst>
      <p:ext uri="{BB962C8B-B14F-4D97-AF65-F5344CB8AC3E}">
        <p14:creationId xmlns:p14="http://schemas.microsoft.com/office/powerpoint/2010/main" val="71526060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331CD59D-0597-43DC-9404-9BA5D1B50171}" type="slidenum">
              <a:rPr lang="en-US" smtClean="0"/>
              <a:pPr/>
              <a:t>2</a:t>
            </a:fld>
            <a:endParaRPr lang="en-US"/>
          </a:p>
        </p:txBody>
      </p:sp>
    </p:spTree>
    <p:extLst>
      <p:ext uri="{BB962C8B-B14F-4D97-AF65-F5344CB8AC3E}">
        <p14:creationId xmlns:p14="http://schemas.microsoft.com/office/powerpoint/2010/main" val="288064493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331CD59D-0597-43DC-9404-9BA5D1B50171}" type="slidenum">
              <a:rPr lang="en-US" smtClean="0"/>
              <a:pPr/>
              <a:t>3</a:t>
            </a:fld>
            <a:endParaRPr lang="en-US"/>
          </a:p>
        </p:txBody>
      </p:sp>
    </p:spTree>
    <p:extLst>
      <p:ext uri="{BB962C8B-B14F-4D97-AF65-F5344CB8AC3E}">
        <p14:creationId xmlns:p14="http://schemas.microsoft.com/office/powerpoint/2010/main" val="355046932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36406FC2-5427-4EDC-B5D3-69E62360882E}" type="slidenum">
              <a:rPr lang="en-US" smtClean="0"/>
              <a:t>6</a:t>
            </a:fld>
            <a:endParaRPr lang="en-US"/>
          </a:p>
        </p:txBody>
      </p:sp>
    </p:spTree>
    <p:extLst>
      <p:ext uri="{BB962C8B-B14F-4D97-AF65-F5344CB8AC3E}">
        <p14:creationId xmlns:p14="http://schemas.microsoft.com/office/powerpoint/2010/main" val="150397665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331CD59D-0597-43DC-9404-9BA5D1B50171}" type="slidenum">
              <a:rPr lang="en-US" smtClean="0"/>
              <a:pPr/>
              <a:t>10</a:t>
            </a:fld>
            <a:endParaRPr lang="en-US"/>
          </a:p>
        </p:txBody>
      </p:sp>
    </p:spTree>
    <p:extLst>
      <p:ext uri="{BB962C8B-B14F-4D97-AF65-F5344CB8AC3E}">
        <p14:creationId xmlns:p14="http://schemas.microsoft.com/office/powerpoint/2010/main" val="118179481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331CD59D-0597-43DC-9404-9BA5D1B50171}" type="slidenum">
              <a:rPr lang="en-US" smtClean="0"/>
              <a:pPr/>
              <a:t>11</a:t>
            </a:fld>
            <a:endParaRPr lang="en-US"/>
          </a:p>
        </p:txBody>
      </p:sp>
    </p:spTree>
    <p:extLst>
      <p:ext uri="{BB962C8B-B14F-4D97-AF65-F5344CB8AC3E}">
        <p14:creationId xmlns:p14="http://schemas.microsoft.com/office/powerpoint/2010/main" val="206795409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331CD59D-0597-43DC-9404-9BA5D1B50171}" type="slidenum">
              <a:rPr lang="en-US" smtClean="0"/>
              <a:pPr/>
              <a:t>13</a:t>
            </a:fld>
            <a:endParaRPr lang="en-US"/>
          </a:p>
        </p:txBody>
      </p:sp>
    </p:spTree>
    <p:extLst>
      <p:ext uri="{BB962C8B-B14F-4D97-AF65-F5344CB8AC3E}">
        <p14:creationId xmlns:p14="http://schemas.microsoft.com/office/powerpoint/2010/main" val="387850955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331CD59D-0597-43DC-9404-9BA5D1B50171}" type="slidenum">
              <a:rPr lang="en-US" smtClean="0"/>
              <a:pPr/>
              <a:t>14</a:t>
            </a:fld>
            <a:endParaRPr lang="en-US"/>
          </a:p>
        </p:txBody>
      </p:sp>
    </p:spTree>
    <p:extLst>
      <p:ext uri="{BB962C8B-B14F-4D97-AF65-F5344CB8AC3E}">
        <p14:creationId xmlns:p14="http://schemas.microsoft.com/office/powerpoint/2010/main" val="2291721519"/>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331CD59D-0597-43DC-9404-9BA5D1B50171}" type="slidenum">
              <a:rPr lang="en-US" smtClean="0"/>
              <a:pPr/>
              <a:t>15</a:t>
            </a:fld>
            <a:endParaRPr lang="en-US"/>
          </a:p>
        </p:txBody>
      </p:sp>
    </p:spTree>
    <p:extLst>
      <p:ext uri="{BB962C8B-B14F-4D97-AF65-F5344CB8AC3E}">
        <p14:creationId xmlns:p14="http://schemas.microsoft.com/office/powerpoint/2010/main" val="3685416610"/>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331CD59D-0597-43DC-9404-9BA5D1B50171}" type="slidenum">
              <a:rPr lang="en-US" smtClean="0"/>
              <a:pPr/>
              <a:t>20</a:t>
            </a:fld>
            <a:endParaRPr lang="en-US"/>
          </a:p>
        </p:txBody>
      </p:sp>
    </p:spTree>
    <p:extLst>
      <p:ext uri="{BB962C8B-B14F-4D97-AF65-F5344CB8AC3E}">
        <p14:creationId xmlns:p14="http://schemas.microsoft.com/office/powerpoint/2010/main" val="3550469327"/>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331CD59D-0597-43DC-9404-9BA5D1B50171}" type="slidenum">
              <a:rPr lang="en-US" smtClean="0"/>
              <a:pPr/>
              <a:t>21</a:t>
            </a:fld>
            <a:endParaRPr lang="en-US"/>
          </a:p>
        </p:txBody>
      </p:sp>
    </p:spTree>
    <p:extLst>
      <p:ext uri="{BB962C8B-B14F-4D97-AF65-F5344CB8AC3E}">
        <p14:creationId xmlns:p14="http://schemas.microsoft.com/office/powerpoint/2010/main" val="1456621545"/>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331CD59D-0597-43DC-9404-9BA5D1B50171}" type="slidenum">
              <a:rPr lang="en-US" smtClean="0"/>
              <a:pPr/>
              <a:t>23</a:t>
            </a:fld>
            <a:endParaRPr lang="en-US"/>
          </a:p>
        </p:txBody>
      </p:sp>
    </p:spTree>
    <p:extLst>
      <p:ext uri="{BB962C8B-B14F-4D97-AF65-F5344CB8AC3E}">
        <p14:creationId xmlns:p14="http://schemas.microsoft.com/office/powerpoint/2010/main" val="131178318"/>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880A7755-F93B-B949-AC21-50ADC7A3FC3B}" type="slidenum">
              <a:rPr lang="en-US" smtClean="0"/>
              <a:pPr/>
              <a:t>28</a:t>
            </a:fld>
            <a:endParaRPr lang="en-US"/>
          </a:p>
        </p:txBody>
      </p:sp>
    </p:spTree>
    <p:extLst>
      <p:ext uri="{BB962C8B-B14F-4D97-AF65-F5344CB8AC3E}">
        <p14:creationId xmlns:p14="http://schemas.microsoft.com/office/powerpoint/2010/main" val="760784894"/>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880A7755-F93B-B949-AC21-50ADC7A3FC3B}" type="slidenum">
              <a:rPr lang="en-US" smtClean="0"/>
              <a:pPr/>
              <a:t>29</a:t>
            </a:fld>
            <a:endParaRPr lang="en-US"/>
          </a:p>
        </p:txBody>
      </p:sp>
    </p:spTree>
    <p:extLst>
      <p:ext uri="{BB962C8B-B14F-4D97-AF65-F5344CB8AC3E}">
        <p14:creationId xmlns:p14="http://schemas.microsoft.com/office/powerpoint/2010/main" val="569216807"/>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331CD59D-0597-43DC-9404-9BA5D1B50171}" type="slidenum">
              <a:rPr lang="en-US" smtClean="0"/>
              <a:pPr/>
              <a:t>31</a:t>
            </a:fld>
            <a:endParaRPr lang="en-US"/>
          </a:p>
        </p:txBody>
      </p:sp>
    </p:spTree>
    <p:extLst>
      <p:ext uri="{BB962C8B-B14F-4D97-AF65-F5344CB8AC3E}">
        <p14:creationId xmlns:p14="http://schemas.microsoft.com/office/powerpoint/2010/main" val="422846294"/>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331CD59D-0597-43DC-9404-9BA5D1B50171}" type="slidenum">
              <a:rPr lang="en-US" smtClean="0"/>
              <a:pPr/>
              <a:t>33</a:t>
            </a:fld>
            <a:endParaRPr lang="en-US"/>
          </a:p>
        </p:txBody>
      </p:sp>
    </p:spTree>
    <p:extLst>
      <p:ext uri="{BB962C8B-B14F-4D97-AF65-F5344CB8AC3E}">
        <p14:creationId xmlns:p14="http://schemas.microsoft.com/office/powerpoint/2010/main" val="339403804"/>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331CD59D-0597-43DC-9404-9BA5D1B50171}" type="slidenum">
              <a:rPr lang="en-US" smtClean="0"/>
              <a:pPr/>
              <a:t>34</a:t>
            </a:fld>
            <a:endParaRPr lang="en-US"/>
          </a:p>
        </p:txBody>
      </p:sp>
    </p:spTree>
    <p:extLst>
      <p:ext uri="{BB962C8B-B14F-4D97-AF65-F5344CB8AC3E}">
        <p14:creationId xmlns:p14="http://schemas.microsoft.com/office/powerpoint/2010/main" val="1185569626"/>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Cover - Light Background">
    <p:spTree>
      <p:nvGrpSpPr>
        <p:cNvPr id="1" name=""/>
        <p:cNvGrpSpPr/>
        <p:nvPr/>
      </p:nvGrpSpPr>
      <p:grpSpPr>
        <a:xfrm>
          <a:off x="0" y="0"/>
          <a:ext cx="0" cy="0"/>
          <a:chOff x="0" y="0"/>
          <a:chExt cx="0" cy="0"/>
        </a:xfrm>
      </p:grpSpPr>
      <p:sp>
        <p:nvSpPr>
          <p:cNvPr id="4" name="Picture Placeholder 3">
            <a:extLst>
              <a:ext uri="{FF2B5EF4-FFF2-40B4-BE49-F238E27FC236}">
                <a16:creationId xmlns:a16="http://schemas.microsoft.com/office/drawing/2014/main" id="{D4945255-4D54-BD6F-F948-3B2AF5A407AD}"/>
              </a:ext>
            </a:extLst>
          </p:cNvPr>
          <p:cNvSpPr>
            <a:spLocks noGrp="1"/>
          </p:cNvSpPr>
          <p:nvPr>
            <p:ph type="pic" sz="quarter" idx="16" hasCustomPrompt="1"/>
          </p:nvPr>
        </p:nvSpPr>
        <p:spPr>
          <a:xfrm>
            <a:off x="0" y="0"/>
            <a:ext cx="12192000" cy="6858000"/>
          </a:xfrm>
          <a:prstGeom prst="rect">
            <a:avLst/>
          </a:prstGeom>
        </p:spPr>
        <p:txBody>
          <a:bodyPr anchor="ctr" anchorCtr="1"/>
          <a:lstStyle>
            <a:lvl1pPr marL="0" indent="0" algn="ctr">
              <a:buNone/>
              <a:defRPr/>
            </a:lvl1pPr>
          </a:lstStyle>
          <a:p>
            <a:r>
              <a:rPr lang="en-US"/>
              <a:t>Replace with brand-approved image </a:t>
            </a:r>
            <a:br>
              <a:rPr lang="en-US"/>
            </a:br>
            <a:r>
              <a:rPr lang="en-US"/>
              <a:t>of your choice from </a:t>
            </a:r>
            <a:r>
              <a:rPr lang="en-US" err="1"/>
              <a:t>SalesCentral</a:t>
            </a:r>
            <a:endParaRPr lang="en-US"/>
          </a:p>
        </p:txBody>
      </p:sp>
      <p:pic>
        <p:nvPicPr>
          <p:cNvPr id="5" name="Graphic 4">
            <a:extLst>
              <a:ext uri="{FF2B5EF4-FFF2-40B4-BE49-F238E27FC236}">
                <a16:creationId xmlns:a16="http://schemas.microsoft.com/office/drawing/2014/main" id="{0C519BD3-2A15-83F6-8541-93001D69D1C0}"/>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822960" y="731098"/>
            <a:ext cx="1554480" cy="208656"/>
          </a:xfrm>
          <a:prstGeom prst="rect">
            <a:avLst/>
          </a:prstGeom>
        </p:spPr>
      </p:pic>
      <p:sp>
        <p:nvSpPr>
          <p:cNvPr id="6" name="Title 5">
            <a:extLst>
              <a:ext uri="{FF2B5EF4-FFF2-40B4-BE49-F238E27FC236}">
                <a16:creationId xmlns:a16="http://schemas.microsoft.com/office/drawing/2014/main" id="{D0E6E8BE-2736-1222-838E-6E63376063C9}"/>
              </a:ext>
            </a:extLst>
          </p:cNvPr>
          <p:cNvSpPr>
            <a:spLocks noGrp="1"/>
          </p:cNvSpPr>
          <p:nvPr>
            <p:ph type="title" hasCustomPrompt="1"/>
          </p:nvPr>
        </p:nvSpPr>
        <p:spPr>
          <a:xfrm>
            <a:off x="822960" y="3108960"/>
            <a:ext cx="5105400" cy="623248"/>
          </a:xfrm>
          <a:prstGeom prst="rect">
            <a:avLst/>
          </a:prstGeom>
        </p:spPr>
        <p:txBody>
          <a:bodyPr wrap="square" lIns="0" tIns="0" rIns="0" bIns="0" anchor="ctr" anchorCtr="0">
            <a:spAutoFit/>
          </a:bodyPr>
          <a:lstStyle>
            <a:lvl1pPr>
              <a:defRPr lang="en-US" sz="4500" dirty="0">
                <a:solidFill>
                  <a:schemeClr val="tx1"/>
                </a:solidFill>
              </a:defRPr>
            </a:lvl1pPr>
          </a:lstStyle>
          <a:p>
            <a:pPr lvl="0"/>
            <a:r>
              <a:rPr lang="en-US"/>
              <a:t>Click to edit title</a:t>
            </a:r>
          </a:p>
        </p:txBody>
      </p:sp>
    </p:spTree>
    <p:extLst>
      <p:ext uri="{BB962C8B-B14F-4D97-AF65-F5344CB8AC3E}">
        <p14:creationId xmlns:p14="http://schemas.microsoft.com/office/powerpoint/2010/main" val="4007845433"/>
      </p:ext>
    </p:extLst>
  </p:cSld>
  <p:clrMapOvr>
    <a:masterClrMapping/>
  </p:clrMapOvr>
  <p:extLst>
    <p:ext uri="{DCECCB84-F9BA-43D5-87BE-67443E8EF086}">
      <p15:sldGuideLst xmlns:p15="http://schemas.microsoft.com/office/powerpoint/2012/main">
        <p15:guide id="1" orient="horz" pos="4020">
          <p15:clr>
            <a:srgbClr val="FBAE40"/>
          </p15:clr>
        </p15:guide>
        <p15:guide id="2" pos="393">
          <p15:clr>
            <a:srgbClr val="FBAE40"/>
          </p15:clr>
        </p15:guide>
        <p15:guide id="3" pos="7287">
          <p15:clr>
            <a:srgbClr val="FBAE40"/>
          </p15:clr>
        </p15:guide>
        <p15:guide id="4" orient="horz" pos="232">
          <p15:clr>
            <a:srgbClr val="FBAE40"/>
          </p15:clr>
        </p15:guide>
        <p15:guide id="5" orient="horz" pos="572">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userDrawn="1">
  <p:cSld name="Cover - Dark Background">
    <p:spTree>
      <p:nvGrpSpPr>
        <p:cNvPr id="1" name=""/>
        <p:cNvGrpSpPr/>
        <p:nvPr/>
      </p:nvGrpSpPr>
      <p:grpSpPr>
        <a:xfrm>
          <a:off x="0" y="0"/>
          <a:ext cx="0" cy="0"/>
          <a:chOff x="0" y="0"/>
          <a:chExt cx="0" cy="0"/>
        </a:xfrm>
      </p:grpSpPr>
      <p:sp>
        <p:nvSpPr>
          <p:cNvPr id="4" name="Picture Placeholder 3">
            <a:extLst>
              <a:ext uri="{FF2B5EF4-FFF2-40B4-BE49-F238E27FC236}">
                <a16:creationId xmlns:a16="http://schemas.microsoft.com/office/drawing/2014/main" id="{D4945255-4D54-BD6F-F948-3B2AF5A407AD}"/>
              </a:ext>
            </a:extLst>
          </p:cNvPr>
          <p:cNvSpPr>
            <a:spLocks noGrp="1"/>
          </p:cNvSpPr>
          <p:nvPr>
            <p:ph type="pic" sz="quarter" idx="16" hasCustomPrompt="1"/>
          </p:nvPr>
        </p:nvSpPr>
        <p:spPr>
          <a:xfrm>
            <a:off x="0" y="0"/>
            <a:ext cx="12192000" cy="6858000"/>
          </a:xfrm>
          <a:prstGeom prst="rect">
            <a:avLst/>
          </a:prstGeom>
        </p:spPr>
        <p:txBody>
          <a:bodyPr anchor="ctr" anchorCtr="1"/>
          <a:lstStyle>
            <a:lvl1pPr marL="0" indent="0" algn="ctr">
              <a:buNone/>
              <a:defRPr/>
            </a:lvl1pPr>
          </a:lstStyle>
          <a:p>
            <a:r>
              <a:rPr lang="en-US"/>
              <a:t>Replace with brand-approved image </a:t>
            </a:r>
            <a:br>
              <a:rPr lang="en-US"/>
            </a:br>
            <a:r>
              <a:rPr lang="en-US"/>
              <a:t>of your choice from </a:t>
            </a:r>
            <a:r>
              <a:rPr lang="en-US" err="1"/>
              <a:t>SalesCentral</a:t>
            </a:r>
            <a:endParaRPr lang="en-US"/>
          </a:p>
        </p:txBody>
      </p:sp>
      <p:pic>
        <p:nvPicPr>
          <p:cNvPr id="2" name="Graphic 1">
            <a:extLst>
              <a:ext uri="{FF2B5EF4-FFF2-40B4-BE49-F238E27FC236}">
                <a16:creationId xmlns:a16="http://schemas.microsoft.com/office/drawing/2014/main" id="{996AE751-2F54-4367-5763-1CA29070519B}"/>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822960" y="731098"/>
            <a:ext cx="1554480" cy="208656"/>
          </a:xfrm>
          <a:prstGeom prst="rect">
            <a:avLst/>
          </a:prstGeom>
        </p:spPr>
      </p:pic>
      <p:sp>
        <p:nvSpPr>
          <p:cNvPr id="3" name="Title 5">
            <a:extLst>
              <a:ext uri="{FF2B5EF4-FFF2-40B4-BE49-F238E27FC236}">
                <a16:creationId xmlns:a16="http://schemas.microsoft.com/office/drawing/2014/main" id="{DD50AA0C-0C3E-74E8-926C-4A0ADFFEE62A}"/>
              </a:ext>
            </a:extLst>
          </p:cNvPr>
          <p:cNvSpPr>
            <a:spLocks noGrp="1"/>
          </p:cNvSpPr>
          <p:nvPr>
            <p:ph type="title" hasCustomPrompt="1"/>
          </p:nvPr>
        </p:nvSpPr>
        <p:spPr>
          <a:xfrm>
            <a:off x="822960" y="3108960"/>
            <a:ext cx="5105400" cy="623248"/>
          </a:xfrm>
          <a:prstGeom prst="rect">
            <a:avLst/>
          </a:prstGeom>
        </p:spPr>
        <p:txBody>
          <a:bodyPr wrap="square" lIns="0" tIns="0" rIns="0" bIns="0" anchor="ctr" anchorCtr="0">
            <a:spAutoFit/>
          </a:bodyPr>
          <a:lstStyle>
            <a:lvl1pPr>
              <a:defRPr lang="en-US" sz="4500" dirty="0">
                <a:solidFill>
                  <a:schemeClr val="bg1"/>
                </a:solidFill>
              </a:defRPr>
            </a:lvl1pPr>
          </a:lstStyle>
          <a:p>
            <a:pPr lvl="0"/>
            <a:r>
              <a:rPr lang="en-US"/>
              <a:t>Click to edit title</a:t>
            </a:r>
          </a:p>
        </p:txBody>
      </p:sp>
    </p:spTree>
    <p:extLst>
      <p:ext uri="{BB962C8B-B14F-4D97-AF65-F5344CB8AC3E}">
        <p14:creationId xmlns:p14="http://schemas.microsoft.com/office/powerpoint/2010/main" val="2199019806"/>
      </p:ext>
    </p:extLst>
  </p:cSld>
  <p:clrMapOvr>
    <a:masterClrMapping/>
  </p:clrMapOvr>
  <p:extLst>
    <p:ext uri="{DCECCB84-F9BA-43D5-87BE-67443E8EF086}">
      <p15:sldGuideLst xmlns:p15="http://schemas.microsoft.com/office/powerpoint/2012/main">
        <p15:guide id="1" orient="horz" pos="4020">
          <p15:clr>
            <a:srgbClr val="FBAE40"/>
          </p15:clr>
        </p15:guide>
        <p15:guide id="2" pos="393">
          <p15:clr>
            <a:srgbClr val="FBAE40"/>
          </p15:clr>
        </p15:guide>
        <p15:guide id="3" pos="7287">
          <p15:clr>
            <a:srgbClr val="FBAE40"/>
          </p15:clr>
        </p15:guide>
        <p15:guide id="4" orient="horz" pos="232">
          <p15:clr>
            <a:srgbClr val="FBAE40"/>
          </p15:clr>
        </p15:guide>
        <p15:guide id="5" orient="horz" pos="572">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Blank Layout">
    <p:spTree>
      <p:nvGrpSpPr>
        <p:cNvPr id="1" name=""/>
        <p:cNvGrpSpPr/>
        <p:nvPr/>
      </p:nvGrpSpPr>
      <p:grpSpPr>
        <a:xfrm>
          <a:off x="0" y="0"/>
          <a:ext cx="0" cy="0"/>
          <a:chOff x="0" y="0"/>
          <a:chExt cx="0" cy="0"/>
        </a:xfrm>
      </p:grpSpPr>
      <p:sp>
        <p:nvSpPr>
          <p:cNvPr id="8" name="Slide Number Placeholder 5">
            <a:extLst>
              <a:ext uri="{FF2B5EF4-FFF2-40B4-BE49-F238E27FC236}">
                <a16:creationId xmlns:a16="http://schemas.microsoft.com/office/drawing/2014/main" id="{BEF71674-9144-08B7-A17A-3B084A2CE560}"/>
              </a:ext>
            </a:extLst>
          </p:cNvPr>
          <p:cNvSpPr txBox="1">
            <a:spLocks/>
          </p:cNvSpPr>
          <p:nvPr userDrawn="1"/>
        </p:nvSpPr>
        <p:spPr>
          <a:xfrm>
            <a:off x="11568055" y="6453188"/>
            <a:ext cx="270570" cy="138499"/>
          </a:xfrm>
          <a:prstGeom prst="rect">
            <a:avLst/>
          </a:prstGeom>
          <a:noFill/>
          <a:ln w="9525">
            <a:noFill/>
            <a:miter lim="800000"/>
            <a:headEnd/>
            <a:tailEnd/>
          </a:ln>
          <a:effectLst/>
        </p:spPr>
        <p:txBody>
          <a:bodyPr wrap="square" lIns="0" tIns="0" rIns="0" bIns="0">
            <a:spAutoFit/>
          </a:bodyPr>
          <a:lstStyle>
            <a:defPPr>
              <a:defRPr lang="en-US"/>
            </a:defPPr>
            <a:lvl1pPr marR="0" indent="0" fontAlgn="auto">
              <a:lnSpc>
                <a:spcPct val="100000"/>
              </a:lnSpc>
              <a:spcBef>
                <a:spcPts val="0"/>
              </a:spcBef>
              <a:spcAft>
                <a:spcPts val="0"/>
              </a:spcAft>
              <a:buClrTx/>
              <a:buSzTx/>
              <a:buFontTx/>
              <a:buNone/>
              <a:tabLst/>
              <a:defRPr sz="800">
                <a:solidFill>
                  <a:schemeClr val="tx1">
                    <a:lumMod val="65000"/>
                    <a:lumOff val="35000"/>
                  </a:schemeClr>
                </a:solidFill>
              </a:defRPr>
            </a:lvl1pPr>
            <a:lvl2pPr marL="342946" algn="l" defTabSz="685891" rtl="0" eaLnBrk="1" latinLnBrk="0" hangingPunct="1">
              <a:defRPr sz="1400" kern="1200">
                <a:solidFill>
                  <a:schemeClr val="tx1"/>
                </a:solidFill>
                <a:latin typeface="+mn-lt"/>
                <a:ea typeface="+mn-ea"/>
                <a:cs typeface="+mn-cs"/>
              </a:defRPr>
            </a:lvl2pPr>
            <a:lvl3pPr marL="685891" algn="l" defTabSz="685891" rtl="0" eaLnBrk="1" latinLnBrk="0" hangingPunct="1">
              <a:defRPr sz="1400" kern="1200">
                <a:solidFill>
                  <a:schemeClr val="tx1"/>
                </a:solidFill>
                <a:latin typeface="+mn-lt"/>
                <a:ea typeface="+mn-ea"/>
                <a:cs typeface="+mn-cs"/>
              </a:defRPr>
            </a:lvl3pPr>
            <a:lvl4pPr marL="1028837" algn="l" defTabSz="685891" rtl="0" eaLnBrk="1" latinLnBrk="0" hangingPunct="1">
              <a:defRPr sz="1400" kern="1200">
                <a:solidFill>
                  <a:schemeClr val="tx1"/>
                </a:solidFill>
                <a:latin typeface="+mn-lt"/>
                <a:ea typeface="+mn-ea"/>
                <a:cs typeface="+mn-cs"/>
              </a:defRPr>
            </a:lvl4pPr>
            <a:lvl5pPr marL="1371783" algn="l" defTabSz="685891" rtl="0" eaLnBrk="1" latinLnBrk="0" hangingPunct="1">
              <a:defRPr sz="1400" kern="1200">
                <a:solidFill>
                  <a:schemeClr val="tx1"/>
                </a:solidFill>
                <a:latin typeface="+mn-lt"/>
                <a:ea typeface="+mn-ea"/>
                <a:cs typeface="+mn-cs"/>
              </a:defRPr>
            </a:lvl5pPr>
            <a:lvl6pPr marL="1714729" algn="l" defTabSz="685891" rtl="0" eaLnBrk="1" latinLnBrk="0" hangingPunct="1">
              <a:defRPr sz="1400" kern="1200">
                <a:solidFill>
                  <a:schemeClr val="tx1"/>
                </a:solidFill>
                <a:latin typeface="+mn-lt"/>
                <a:ea typeface="+mn-ea"/>
                <a:cs typeface="+mn-cs"/>
              </a:defRPr>
            </a:lvl6pPr>
            <a:lvl7pPr marL="2057674" algn="l" defTabSz="685891" rtl="0" eaLnBrk="1" latinLnBrk="0" hangingPunct="1">
              <a:defRPr sz="1400" kern="1200">
                <a:solidFill>
                  <a:schemeClr val="tx1"/>
                </a:solidFill>
                <a:latin typeface="+mn-lt"/>
                <a:ea typeface="+mn-ea"/>
                <a:cs typeface="+mn-cs"/>
              </a:defRPr>
            </a:lvl7pPr>
            <a:lvl8pPr marL="2400620" algn="l" defTabSz="685891" rtl="0" eaLnBrk="1" latinLnBrk="0" hangingPunct="1">
              <a:defRPr sz="1400" kern="1200">
                <a:solidFill>
                  <a:schemeClr val="tx1"/>
                </a:solidFill>
                <a:latin typeface="+mn-lt"/>
                <a:ea typeface="+mn-ea"/>
                <a:cs typeface="+mn-cs"/>
              </a:defRPr>
            </a:lvl8pPr>
            <a:lvl9pPr marL="2743566" algn="l" defTabSz="685891" rtl="0" eaLnBrk="1" latinLnBrk="0" hangingPunct="1">
              <a:defRPr sz="1400" kern="1200">
                <a:solidFill>
                  <a:schemeClr val="tx1"/>
                </a:solidFill>
                <a:latin typeface="+mn-lt"/>
                <a:ea typeface="+mn-ea"/>
                <a:cs typeface="+mn-cs"/>
              </a:defRPr>
            </a:lvl9pPr>
          </a:lstStyle>
          <a:p>
            <a:pPr lvl="0" algn="r"/>
            <a:fld id="{39601925-951F-4EA8-91E5-A517312BFAAA}" type="slidenum">
              <a:rPr lang="en-US" sz="900" smtClean="0">
                <a:solidFill>
                  <a:schemeClr val="tx1"/>
                </a:solidFill>
                <a:latin typeface="+mn-lt"/>
              </a:rPr>
              <a:pPr lvl="0" algn="r"/>
              <a:t>‹#›</a:t>
            </a:fld>
            <a:endParaRPr lang="en-US" sz="900">
              <a:solidFill>
                <a:schemeClr val="tx1"/>
              </a:solidFill>
              <a:latin typeface="+mn-lt"/>
            </a:endParaRPr>
          </a:p>
        </p:txBody>
      </p:sp>
      <p:sp>
        <p:nvSpPr>
          <p:cNvPr id="3" name="Text Placeholder 18">
            <a:extLst>
              <a:ext uri="{FF2B5EF4-FFF2-40B4-BE49-F238E27FC236}">
                <a16:creationId xmlns:a16="http://schemas.microsoft.com/office/drawing/2014/main" id="{1A92E810-A64D-864A-E713-F5B7065D4E11}"/>
              </a:ext>
            </a:extLst>
          </p:cNvPr>
          <p:cNvSpPr>
            <a:spLocks noGrp="1"/>
          </p:cNvSpPr>
          <p:nvPr>
            <p:ph type="body" sz="quarter" idx="15" hasCustomPrompt="1"/>
          </p:nvPr>
        </p:nvSpPr>
        <p:spPr>
          <a:xfrm flipH="1">
            <a:off x="623888" y="457200"/>
            <a:ext cx="8172450" cy="244101"/>
          </a:xfrm>
          <a:prstGeom prst="rect">
            <a:avLst/>
          </a:prstGeom>
        </p:spPr>
        <p:txBody>
          <a:bodyPr wrap="square" lIns="0" tIns="36000" rIns="0" bIns="0" anchor="t" anchorCtr="0">
            <a:spAutoFit/>
          </a:bodyPr>
          <a:lstStyle>
            <a:lvl1pPr marL="0" indent="0">
              <a:buNone/>
              <a:defRPr lang="en-US" sz="1500" b="0" kern="1200" dirty="0">
                <a:solidFill>
                  <a:schemeClr val="tx1"/>
                </a:solidFill>
                <a:latin typeface="+mn-lt"/>
                <a:ea typeface="+mn-ea"/>
                <a:cs typeface="+mn-cs"/>
              </a:defRPr>
            </a:lvl1pPr>
          </a:lstStyle>
          <a:p>
            <a:pPr marL="0" lvl="0" indent="0" algn="l" defTabSz="914400" rtl="0" eaLnBrk="1" latinLnBrk="0" hangingPunct="1">
              <a:lnSpc>
                <a:spcPct val="90000"/>
              </a:lnSpc>
              <a:spcBef>
                <a:spcPts val="1000"/>
              </a:spcBef>
              <a:buFont typeface="Arial" panose="020B0604020202020204" pitchFamily="34" charset="0"/>
              <a:buNone/>
            </a:pPr>
            <a:r>
              <a:rPr lang="en-US"/>
              <a:t>Deck Title/Main Idea</a:t>
            </a:r>
          </a:p>
        </p:txBody>
      </p:sp>
      <p:sp>
        <p:nvSpPr>
          <p:cNvPr id="4" name="TextBox 3">
            <a:extLst>
              <a:ext uri="{FF2B5EF4-FFF2-40B4-BE49-F238E27FC236}">
                <a16:creationId xmlns:a16="http://schemas.microsoft.com/office/drawing/2014/main" id="{40F7FFEB-A63D-7128-BD14-C91E8A94E52A}"/>
              </a:ext>
            </a:extLst>
          </p:cNvPr>
          <p:cNvSpPr txBox="1"/>
          <p:nvPr userDrawn="1"/>
        </p:nvSpPr>
        <p:spPr>
          <a:xfrm>
            <a:off x="623888" y="6453188"/>
            <a:ext cx="2781211" cy="107722"/>
          </a:xfrm>
          <a:prstGeom prst="rect">
            <a:avLst/>
          </a:prstGeom>
          <a:noFill/>
        </p:spPr>
        <p:txBody>
          <a:bodyPr wrap="square" lIns="0" tIns="0" rIns="0" bIns="0"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IN" sz="700" kern="0" spc="50" baseline="0">
                <a:solidFill>
                  <a:schemeClr val="accent5">
                    <a:lumMod val="75000"/>
                  </a:schemeClr>
                </a:solidFill>
                <a:latin typeface="+mn-lt"/>
                <a:ea typeface="+mn-ea"/>
                <a:cs typeface="Heebo" pitchFamily="2" charset="-79"/>
              </a:rPr>
              <a:t>© Hexaware Technologies. Confidential briefing. </a:t>
            </a:r>
            <a:endParaRPr lang="en-US" sz="700" kern="0" spc="50" baseline="0">
              <a:solidFill>
                <a:schemeClr val="accent5">
                  <a:lumMod val="75000"/>
                </a:schemeClr>
              </a:solidFill>
              <a:latin typeface="+mn-lt"/>
              <a:ea typeface="+mn-ea"/>
              <a:cs typeface="Heebo" pitchFamily="2" charset="-79"/>
            </a:endParaRPr>
          </a:p>
        </p:txBody>
      </p:sp>
      <p:pic>
        <p:nvPicPr>
          <p:cNvPr id="2" name="Graphic 1">
            <a:extLst>
              <a:ext uri="{FF2B5EF4-FFF2-40B4-BE49-F238E27FC236}">
                <a16:creationId xmlns:a16="http://schemas.microsoft.com/office/drawing/2014/main" id="{BA3895CC-568A-639E-289C-349CD49C4390}"/>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10917328" y="345760"/>
            <a:ext cx="914400" cy="122739"/>
          </a:xfrm>
          <a:prstGeom prst="rect">
            <a:avLst/>
          </a:prstGeom>
        </p:spPr>
      </p:pic>
    </p:spTree>
    <p:extLst>
      <p:ext uri="{BB962C8B-B14F-4D97-AF65-F5344CB8AC3E}">
        <p14:creationId xmlns:p14="http://schemas.microsoft.com/office/powerpoint/2010/main" val="3874428058"/>
      </p:ext>
    </p:extLst>
  </p:cSld>
  <p:clrMapOvr>
    <a:masterClrMapping/>
  </p:clrMapOvr>
  <p:extLst>
    <p:ext uri="{DCECCB84-F9BA-43D5-87BE-67443E8EF086}">
      <p15:sldGuideLst xmlns:p15="http://schemas.microsoft.com/office/powerpoint/2012/main">
        <p15:guide id="1" orient="horz" pos="4020" userDrawn="1">
          <p15:clr>
            <a:srgbClr val="FBAE40"/>
          </p15:clr>
        </p15:guide>
        <p15:guide id="2" pos="393" userDrawn="1">
          <p15:clr>
            <a:srgbClr val="FBAE40"/>
          </p15:clr>
        </p15:guide>
        <p15:guide id="3" pos="7287" userDrawn="1">
          <p15:clr>
            <a:srgbClr val="FBAE40"/>
          </p15:clr>
        </p15:guide>
        <p15:guide id="4" orient="horz" pos="232" userDrawn="1">
          <p15:clr>
            <a:srgbClr val="FBAE40"/>
          </p15:clr>
        </p15:guide>
        <p15:guide id="5" orient="horz" pos="572" userDrawn="1">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Blank Layout with Sub Title">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F8A799FA-C73D-ED39-C551-268E9A6FE34C}"/>
              </a:ext>
            </a:extLst>
          </p:cNvPr>
          <p:cNvSpPr>
            <a:spLocks noGrp="1"/>
          </p:cNvSpPr>
          <p:nvPr>
            <p:ph type="title"/>
          </p:nvPr>
        </p:nvSpPr>
        <p:spPr>
          <a:xfrm>
            <a:off x="623888" y="908050"/>
            <a:ext cx="5307012" cy="304699"/>
          </a:xfrm>
          <a:prstGeom prst="rect">
            <a:avLst/>
          </a:prstGeom>
          <a:noFill/>
        </p:spPr>
        <p:txBody>
          <a:bodyPr wrap="square" lIns="0" tIns="0" rIns="0" bIns="0" rtlCol="0">
            <a:spAutoFit/>
          </a:bodyPr>
          <a:lstStyle>
            <a:lvl1pPr>
              <a:defRPr lang="en-US" sz="2200" dirty="0">
                <a:solidFill>
                  <a:schemeClr val="tx1"/>
                </a:solidFill>
                <a:ea typeface="+mn-ea"/>
                <a:cs typeface="+mn-cs"/>
              </a:defRPr>
            </a:lvl1pPr>
          </a:lstStyle>
          <a:p>
            <a:pPr marL="0" lvl="0"/>
            <a:r>
              <a:rPr lang="en-US"/>
              <a:t>Click to edit Master title style</a:t>
            </a:r>
          </a:p>
        </p:txBody>
      </p:sp>
      <p:sp>
        <p:nvSpPr>
          <p:cNvPr id="4" name="Slide Number Placeholder 5">
            <a:extLst>
              <a:ext uri="{FF2B5EF4-FFF2-40B4-BE49-F238E27FC236}">
                <a16:creationId xmlns:a16="http://schemas.microsoft.com/office/drawing/2014/main" id="{9A554E1C-C3D3-0AA0-1FE5-E52D3268E9F6}"/>
              </a:ext>
            </a:extLst>
          </p:cNvPr>
          <p:cNvSpPr txBox="1">
            <a:spLocks/>
          </p:cNvSpPr>
          <p:nvPr userDrawn="1"/>
        </p:nvSpPr>
        <p:spPr>
          <a:xfrm>
            <a:off x="11567160" y="6453188"/>
            <a:ext cx="270570" cy="138499"/>
          </a:xfrm>
          <a:prstGeom prst="rect">
            <a:avLst/>
          </a:prstGeom>
          <a:noFill/>
          <a:ln w="9525">
            <a:noFill/>
            <a:miter lim="800000"/>
            <a:headEnd/>
            <a:tailEnd/>
          </a:ln>
          <a:effectLst/>
        </p:spPr>
        <p:txBody>
          <a:bodyPr wrap="square" lIns="0" tIns="0" rIns="0" bIns="0">
            <a:spAutoFit/>
          </a:bodyPr>
          <a:lstStyle>
            <a:defPPr>
              <a:defRPr lang="en-US"/>
            </a:defPPr>
            <a:lvl1pPr marR="0" indent="0" fontAlgn="auto">
              <a:lnSpc>
                <a:spcPct val="100000"/>
              </a:lnSpc>
              <a:spcBef>
                <a:spcPts val="0"/>
              </a:spcBef>
              <a:spcAft>
                <a:spcPts val="0"/>
              </a:spcAft>
              <a:buClrTx/>
              <a:buSzTx/>
              <a:buFontTx/>
              <a:buNone/>
              <a:tabLst/>
              <a:defRPr sz="800">
                <a:solidFill>
                  <a:schemeClr val="tx1">
                    <a:lumMod val="65000"/>
                    <a:lumOff val="35000"/>
                  </a:schemeClr>
                </a:solidFill>
              </a:defRPr>
            </a:lvl1pPr>
            <a:lvl2pPr marL="342946" algn="l" defTabSz="685891" rtl="0" eaLnBrk="1" latinLnBrk="0" hangingPunct="1">
              <a:defRPr sz="1400" kern="1200">
                <a:solidFill>
                  <a:schemeClr val="tx1"/>
                </a:solidFill>
                <a:latin typeface="+mn-lt"/>
                <a:ea typeface="+mn-ea"/>
                <a:cs typeface="+mn-cs"/>
              </a:defRPr>
            </a:lvl2pPr>
            <a:lvl3pPr marL="685891" algn="l" defTabSz="685891" rtl="0" eaLnBrk="1" latinLnBrk="0" hangingPunct="1">
              <a:defRPr sz="1400" kern="1200">
                <a:solidFill>
                  <a:schemeClr val="tx1"/>
                </a:solidFill>
                <a:latin typeface="+mn-lt"/>
                <a:ea typeface="+mn-ea"/>
                <a:cs typeface="+mn-cs"/>
              </a:defRPr>
            </a:lvl3pPr>
            <a:lvl4pPr marL="1028837" algn="l" defTabSz="685891" rtl="0" eaLnBrk="1" latinLnBrk="0" hangingPunct="1">
              <a:defRPr sz="1400" kern="1200">
                <a:solidFill>
                  <a:schemeClr val="tx1"/>
                </a:solidFill>
                <a:latin typeface="+mn-lt"/>
                <a:ea typeface="+mn-ea"/>
                <a:cs typeface="+mn-cs"/>
              </a:defRPr>
            </a:lvl4pPr>
            <a:lvl5pPr marL="1371783" algn="l" defTabSz="685891" rtl="0" eaLnBrk="1" latinLnBrk="0" hangingPunct="1">
              <a:defRPr sz="1400" kern="1200">
                <a:solidFill>
                  <a:schemeClr val="tx1"/>
                </a:solidFill>
                <a:latin typeface="+mn-lt"/>
                <a:ea typeface="+mn-ea"/>
                <a:cs typeface="+mn-cs"/>
              </a:defRPr>
            </a:lvl5pPr>
            <a:lvl6pPr marL="1714729" algn="l" defTabSz="685891" rtl="0" eaLnBrk="1" latinLnBrk="0" hangingPunct="1">
              <a:defRPr sz="1400" kern="1200">
                <a:solidFill>
                  <a:schemeClr val="tx1"/>
                </a:solidFill>
                <a:latin typeface="+mn-lt"/>
                <a:ea typeface="+mn-ea"/>
                <a:cs typeface="+mn-cs"/>
              </a:defRPr>
            </a:lvl6pPr>
            <a:lvl7pPr marL="2057674" algn="l" defTabSz="685891" rtl="0" eaLnBrk="1" latinLnBrk="0" hangingPunct="1">
              <a:defRPr sz="1400" kern="1200">
                <a:solidFill>
                  <a:schemeClr val="tx1"/>
                </a:solidFill>
                <a:latin typeface="+mn-lt"/>
                <a:ea typeface="+mn-ea"/>
                <a:cs typeface="+mn-cs"/>
              </a:defRPr>
            </a:lvl7pPr>
            <a:lvl8pPr marL="2400620" algn="l" defTabSz="685891" rtl="0" eaLnBrk="1" latinLnBrk="0" hangingPunct="1">
              <a:defRPr sz="1400" kern="1200">
                <a:solidFill>
                  <a:schemeClr val="tx1"/>
                </a:solidFill>
                <a:latin typeface="+mn-lt"/>
                <a:ea typeface="+mn-ea"/>
                <a:cs typeface="+mn-cs"/>
              </a:defRPr>
            </a:lvl8pPr>
            <a:lvl9pPr marL="2743566" algn="l" defTabSz="685891" rtl="0" eaLnBrk="1" latinLnBrk="0" hangingPunct="1">
              <a:defRPr sz="1400" kern="1200">
                <a:solidFill>
                  <a:schemeClr val="tx1"/>
                </a:solidFill>
                <a:latin typeface="+mn-lt"/>
                <a:ea typeface="+mn-ea"/>
                <a:cs typeface="+mn-cs"/>
              </a:defRPr>
            </a:lvl9pPr>
          </a:lstStyle>
          <a:p>
            <a:pPr lvl="0" algn="r"/>
            <a:fld id="{39601925-951F-4EA8-91E5-A517312BFAAA}" type="slidenum">
              <a:rPr lang="en-US" sz="900" smtClean="0">
                <a:solidFill>
                  <a:schemeClr val="tx1"/>
                </a:solidFill>
                <a:latin typeface="+mn-lt"/>
              </a:rPr>
              <a:pPr lvl="0" algn="r"/>
              <a:t>‹#›</a:t>
            </a:fld>
            <a:endParaRPr lang="en-US" sz="900">
              <a:solidFill>
                <a:schemeClr val="tx1"/>
              </a:solidFill>
              <a:latin typeface="+mn-lt"/>
            </a:endParaRPr>
          </a:p>
        </p:txBody>
      </p:sp>
      <p:sp>
        <p:nvSpPr>
          <p:cNvPr id="2" name="Text Placeholder 18">
            <a:extLst>
              <a:ext uri="{FF2B5EF4-FFF2-40B4-BE49-F238E27FC236}">
                <a16:creationId xmlns:a16="http://schemas.microsoft.com/office/drawing/2014/main" id="{07CFC0FC-EE3C-B83B-D888-70A4672B3CAC}"/>
              </a:ext>
            </a:extLst>
          </p:cNvPr>
          <p:cNvSpPr>
            <a:spLocks noGrp="1"/>
          </p:cNvSpPr>
          <p:nvPr>
            <p:ph type="body" sz="quarter" idx="15" hasCustomPrompt="1"/>
          </p:nvPr>
        </p:nvSpPr>
        <p:spPr>
          <a:xfrm flipH="1">
            <a:off x="623888" y="457200"/>
            <a:ext cx="8172450" cy="244101"/>
          </a:xfrm>
          <a:prstGeom prst="rect">
            <a:avLst/>
          </a:prstGeom>
        </p:spPr>
        <p:txBody>
          <a:bodyPr wrap="square" lIns="0" tIns="36000" rIns="0" bIns="0" anchor="t" anchorCtr="0">
            <a:spAutoFit/>
          </a:bodyPr>
          <a:lstStyle>
            <a:lvl1pPr marL="0" indent="0">
              <a:buFont typeface="Arial" panose="020B0604020202020204" pitchFamily="34" charset="0"/>
              <a:buNone/>
              <a:defRPr lang="en-US" sz="1500" b="0" kern="1200" dirty="0">
                <a:solidFill>
                  <a:schemeClr val="tx1"/>
                </a:solidFill>
                <a:latin typeface="+mn-lt"/>
                <a:ea typeface="+mn-ea"/>
                <a:cs typeface="+mn-cs"/>
              </a:defRPr>
            </a:lvl1pPr>
          </a:lstStyle>
          <a:p>
            <a:pPr marL="285750" lvl="0" indent="-285750" algn="l" defTabSz="914400" rtl="0" eaLnBrk="1" latinLnBrk="0" hangingPunct="1">
              <a:lnSpc>
                <a:spcPct val="90000"/>
              </a:lnSpc>
              <a:spcBef>
                <a:spcPts val="1000"/>
              </a:spcBef>
            </a:pPr>
            <a:r>
              <a:rPr lang="en-US"/>
              <a:t>Deck Title/Main Idea</a:t>
            </a:r>
          </a:p>
        </p:txBody>
      </p:sp>
      <p:pic>
        <p:nvPicPr>
          <p:cNvPr id="7" name="Graphic 6">
            <a:extLst>
              <a:ext uri="{FF2B5EF4-FFF2-40B4-BE49-F238E27FC236}">
                <a16:creationId xmlns:a16="http://schemas.microsoft.com/office/drawing/2014/main" id="{D2FC992F-4FDC-3A9F-0EA2-73D4A2F79EB9}"/>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10917328" y="345760"/>
            <a:ext cx="914400" cy="122739"/>
          </a:xfrm>
          <a:prstGeom prst="rect">
            <a:avLst/>
          </a:prstGeom>
        </p:spPr>
      </p:pic>
      <p:sp>
        <p:nvSpPr>
          <p:cNvPr id="8" name="TextBox 7">
            <a:extLst>
              <a:ext uri="{FF2B5EF4-FFF2-40B4-BE49-F238E27FC236}">
                <a16:creationId xmlns:a16="http://schemas.microsoft.com/office/drawing/2014/main" id="{4FCA7A7A-3891-B974-5E27-533BA0B03D1B}"/>
              </a:ext>
            </a:extLst>
          </p:cNvPr>
          <p:cNvSpPr txBox="1"/>
          <p:nvPr userDrawn="1"/>
        </p:nvSpPr>
        <p:spPr>
          <a:xfrm>
            <a:off x="623888" y="6453188"/>
            <a:ext cx="2781211" cy="107722"/>
          </a:xfrm>
          <a:prstGeom prst="rect">
            <a:avLst/>
          </a:prstGeom>
          <a:noFill/>
        </p:spPr>
        <p:txBody>
          <a:bodyPr wrap="square" lIns="0" tIns="0" rIns="0" bIns="0"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IN" sz="700" kern="0" spc="50" baseline="0">
                <a:solidFill>
                  <a:schemeClr val="accent5">
                    <a:lumMod val="75000"/>
                  </a:schemeClr>
                </a:solidFill>
                <a:latin typeface="+mn-lt"/>
                <a:ea typeface="+mn-ea"/>
                <a:cs typeface="Heebo" pitchFamily="2" charset="-79"/>
              </a:rPr>
              <a:t>© Hexaware Technologies. Confidential briefing. </a:t>
            </a:r>
            <a:endParaRPr lang="en-US" sz="700" kern="0" spc="50" baseline="0">
              <a:solidFill>
                <a:schemeClr val="accent5">
                  <a:lumMod val="75000"/>
                </a:schemeClr>
              </a:solidFill>
              <a:latin typeface="+mn-lt"/>
              <a:ea typeface="+mn-ea"/>
              <a:cs typeface="Heebo" pitchFamily="2" charset="-79"/>
            </a:endParaRPr>
          </a:p>
        </p:txBody>
      </p:sp>
    </p:spTree>
    <p:extLst>
      <p:ext uri="{BB962C8B-B14F-4D97-AF65-F5344CB8AC3E}">
        <p14:creationId xmlns:p14="http://schemas.microsoft.com/office/powerpoint/2010/main" val="2296452225"/>
      </p:ext>
    </p:extLst>
  </p:cSld>
  <p:clrMapOvr>
    <a:masterClrMapping/>
  </p:clrMapOvr>
  <p:extLst>
    <p:ext uri="{DCECCB84-F9BA-43D5-87BE-67443E8EF086}">
      <p15:sldGuideLst xmlns:p15="http://schemas.microsoft.com/office/powerpoint/2012/main">
        <p15:guide id="1" orient="horz" pos="4020" userDrawn="1">
          <p15:clr>
            <a:srgbClr val="FBAE40"/>
          </p15:clr>
        </p15:guide>
        <p15:guide id="2" pos="393" userDrawn="1">
          <p15:clr>
            <a:srgbClr val="FBAE40"/>
          </p15:clr>
        </p15:guide>
        <p15:guide id="3" pos="7287" userDrawn="1">
          <p15:clr>
            <a:srgbClr val="FBAE40"/>
          </p15:clr>
        </p15:guide>
        <p15:guide id="4" orient="horz" pos="232" userDrawn="1">
          <p15:clr>
            <a:srgbClr val="FBAE40"/>
          </p15:clr>
        </p15:guide>
        <p15:guide id="5" orient="horz" pos="572" userDrawn="1">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Blank Layout with Image Right">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F8A799FA-C73D-ED39-C551-268E9A6FE34C}"/>
              </a:ext>
            </a:extLst>
          </p:cNvPr>
          <p:cNvSpPr>
            <a:spLocks noGrp="1"/>
          </p:cNvSpPr>
          <p:nvPr>
            <p:ph type="title"/>
          </p:nvPr>
        </p:nvSpPr>
        <p:spPr>
          <a:xfrm>
            <a:off x="623888" y="908050"/>
            <a:ext cx="5307012" cy="304699"/>
          </a:xfrm>
          <a:prstGeom prst="rect">
            <a:avLst/>
          </a:prstGeom>
          <a:noFill/>
        </p:spPr>
        <p:txBody>
          <a:bodyPr wrap="square" lIns="0" tIns="0" rIns="0" bIns="0" rtlCol="0">
            <a:spAutoFit/>
          </a:bodyPr>
          <a:lstStyle>
            <a:lvl1pPr>
              <a:defRPr lang="en-US" sz="2200" dirty="0">
                <a:solidFill>
                  <a:schemeClr val="tx1"/>
                </a:solidFill>
                <a:ea typeface="+mn-ea"/>
                <a:cs typeface="+mn-cs"/>
              </a:defRPr>
            </a:lvl1pPr>
          </a:lstStyle>
          <a:p>
            <a:pPr marL="0" lvl="0"/>
            <a:r>
              <a:rPr lang="en-US"/>
              <a:t>Click to edit Master title style</a:t>
            </a:r>
          </a:p>
        </p:txBody>
      </p:sp>
      <p:sp>
        <p:nvSpPr>
          <p:cNvPr id="4" name="Slide Number Placeholder 5">
            <a:extLst>
              <a:ext uri="{FF2B5EF4-FFF2-40B4-BE49-F238E27FC236}">
                <a16:creationId xmlns:a16="http://schemas.microsoft.com/office/drawing/2014/main" id="{9A554E1C-C3D3-0AA0-1FE5-E52D3268E9F6}"/>
              </a:ext>
            </a:extLst>
          </p:cNvPr>
          <p:cNvSpPr txBox="1">
            <a:spLocks/>
          </p:cNvSpPr>
          <p:nvPr userDrawn="1"/>
        </p:nvSpPr>
        <p:spPr>
          <a:xfrm>
            <a:off x="11567160" y="6453188"/>
            <a:ext cx="270570" cy="138499"/>
          </a:xfrm>
          <a:prstGeom prst="rect">
            <a:avLst/>
          </a:prstGeom>
          <a:noFill/>
          <a:ln w="9525">
            <a:noFill/>
            <a:miter lim="800000"/>
            <a:headEnd/>
            <a:tailEnd/>
          </a:ln>
          <a:effectLst/>
        </p:spPr>
        <p:txBody>
          <a:bodyPr wrap="square" lIns="0" tIns="0" rIns="0" bIns="0">
            <a:spAutoFit/>
          </a:bodyPr>
          <a:lstStyle>
            <a:defPPr>
              <a:defRPr lang="en-US"/>
            </a:defPPr>
            <a:lvl1pPr marR="0" indent="0" fontAlgn="auto">
              <a:lnSpc>
                <a:spcPct val="100000"/>
              </a:lnSpc>
              <a:spcBef>
                <a:spcPts val="0"/>
              </a:spcBef>
              <a:spcAft>
                <a:spcPts val="0"/>
              </a:spcAft>
              <a:buClrTx/>
              <a:buSzTx/>
              <a:buFontTx/>
              <a:buNone/>
              <a:tabLst/>
              <a:defRPr sz="800">
                <a:solidFill>
                  <a:schemeClr val="tx1">
                    <a:lumMod val="65000"/>
                    <a:lumOff val="35000"/>
                  </a:schemeClr>
                </a:solidFill>
              </a:defRPr>
            </a:lvl1pPr>
            <a:lvl2pPr marL="342946" algn="l" defTabSz="685891" rtl="0" eaLnBrk="1" latinLnBrk="0" hangingPunct="1">
              <a:defRPr sz="1400" kern="1200">
                <a:solidFill>
                  <a:schemeClr val="tx1"/>
                </a:solidFill>
                <a:latin typeface="+mn-lt"/>
                <a:ea typeface="+mn-ea"/>
                <a:cs typeface="+mn-cs"/>
              </a:defRPr>
            </a:lvl2pPr>
            <a:lvl3pPr marL="685891" algn="l" defTabSz="685891" rtl="0" eaLnBrk="1" latinLnBrk="0" hangingPunct="1">
              <a:defRPr sz="1400" kern="1200">
                <a:solidFill>
                  <a:schemeClr val="tx1"/>
                </a:solidFill>
                <a:latin typeface="+mn-lt"/>
                <a:ea typeface="+mn-ea"/>
                <a:cs typeface="+mn-cs"/>
              </a:defRPr>
            </a:lvl3pPr>
            <a:lvl4pPr marL="1028837" algn="l" defTabSz="685891" rtl="0" eaLnBrk="1" latinLnBrk="0" hangingPunct="1">
              <a:defRPr sz="1400" kern="1200">
                <a:solidFill>
                  <a:schemeClr val="tx1"/>
                </a:solidFill>
                <a:latin typeface="+mn-lt"/>
                <a:ea typeface="+mn-ea"/>
                <a:cs typeface="+mn-cs"/>
              </a:defRPr>
            </a:lvl4pPr>
            <a:lvl5pPr marL="1371783" algn="l" defTabSz="685891" rtl="0" eaLnBrk="1" latinLnBrk="0" hangingPunct="1">
              <a:defRPr sz="1400" kern="1200">
                <a:solidFill>
                  <a:schemeClr val="tx1"/>
                </a:solidFill>
                <a:latin typeface="+mn-lt"/>
                <a:ea typeface="+mn-ea"/>
                <a:cs typeface="+mn-cs"/>
              </a:defRPr>
            </a:lvl5pPr>
            <a:lvl6pPr marL="1714729" algn="l" defTabSz="685891" rtl="0" eaLnBrk="1" latinLnBrk="0" hangingPunct="1">
              <a:defRPr sz="1400" kern="1200">
                <a:solidFill>
                  <a:schemeClr val="tx1"/>
                </a:solidFill>
                <a:latin typeface="+mn-lt"/>
                <a:ea typeface="+mn-ea"/>
                <a:cs typeface="+mn-cs"/>
              </a:defRPr>
            </a:lvl6pPr>
            <a:lvl7pPr marL="2057674" algn="l" defTabSz="685891" rtl="0" eaLnBrk="1" latinLnBrk="0" hangingPunct="1">
              <a:defRPr sz="1400" kern="1200">
                <a:solidFill>
                  <a:schemeClr val="tx1"/>
                </a:solidFill>
                <a:latin typeface="+mn-lt"/>
                <a:ea typeface="+mn-ea"/>
                <a:cs typeface="+mn-cs"/>
              </a:defRPr>
            </a:lvl7pPr>
            <a:lvl8pPr marL="2400620" algn="l" defTabSz="685891" rtl="0" eaLnBrk="1" latinLnBrk="0" hangingPunct="1">
              <a:defRPr sz="1400" kern="1200">
                <a:solidFill>
                  <a:schemeClr val="tx1"/>
                </a:solidFill>
                <a:latin typeface="+mn-lt"/>
                <a:ea typeface="+mn-ea"/>
                <a:cs typeface="+mn-cs"/>
              </a:defRPr>
            </a:lvl8pPr>
            <a:lvl9pPr marL="2743566" algn="l" defTabSz="685891" rtl="0" eaLnBrk="1" latinLnBrk="0" hangingPunct="1">
              <a:defRPr sz="1400" kern="1200">
                <a:solidFill>
                  <a:schemeClr val="tx1"/>
                </a:solidFill>
                <a:latin typeface="+mn-lt"/>
                <a:ea typeface="+mn-ea"/>
                <a:cs typeface="+mn-cs"/>
              </a:defRPr>
            </a:lvl9pPr>
          </a:lstStyle>
          <a:p>
            <a:pPr lvl="0" algn="r"/>
            <a:fld id="{39601925-951F-4EA8-91E5-A517312BFAAA}" type="slidenum">
              <a:rPr lang="en-US" sz="900" smtClean="0">
                <a:solidFill>
                  <a:schemeClr val="tx1"/>
                </a:solidFill>
                <a:latin typeface="+mn-lt"/>
              </a:rPr>
              <a:pPr lvl="0" algn="r"/>
              <a:t>‹#›</a:t>
            </a:fld>
            <a:endParaRPr lang="en-US" sz="900">
              <a:solidFill>
                <a:schemeClr val="tx1"/>
              </a:solidFill>
              <a:latin typeface="+mn-lt"/>
            </a:endParaRPr>
          </a:p>
        </p:txBody>
      </p:sp>
      <p:sp>
        <p:nvSpPr>
          <p:cNvPr id="2" name="Text Placeholder 18">
            <a:extLst>
              <a:ext uri="{FF2B5EF4-FFF2-40B4-BE49-F238E27FC236}">
                <a16:creationId xmlns:a16="http://schemas.microsoft.com/office/drawing/2014/main" id="{07CFC0FC-EE3C-B83B-D888-70A4672B3CAC}"/>
              </a:ext>
            </a:extLst>
          </p:cNvPr>
          <p:cNvSpPr>
            <a:spLocks noGrp="1"/>
          </p:cNvSpPr>
          <p:nvPr>
            <p:ph type="body" sz="quarter" idx="15" hasCustomPrompt="1"/>
          </p:nvPr>
        </p:nvSpPr>
        <p:spPr>
          <a:xfrm flipH="1">
            <a:off x="623888" y="457200"/>
            <a:ext cx="5307012" cy="244101"/>
          </a:xfrm>
          <a:prstGeom prst="rect">
            <a:avLst/>
          </a:prstGeom>
        </p:spPr>
        <p:txBody>
          <a:bodyPr wrap="square" lIns="0" tIns="36000" rIns="0" bIns="0" anchor="t" anchorCtr="0">
            <a:spAutoFit/>
          </a:bodyPr>
          <a:lstStyle>
            <a:lvl1pPr marL="0" indent="0">
              <a:buFont typeface="Arial" panose="020B0604020202020204" pitchFamily="34" charset="0"/>
              <a:buNone/>
              <a:defRPr lang="en-US" sz="1500" b="0" kern="1200" dirty="0">
                <a:solidFill>
                  <a:schemeClr val="tx1"/>
                </a:solidFill>
                <a:latin typeface="+mn-lt"/>
                <a:ea typeface="+mn-ea"/>
                <a:cs typeface="+mn-cs"/>
              </a:defRPr>
            </a:lvl1pPr>
          </a:lstStyle>
          <a:p>
            <a:pPr marL="285750" lvl="0" indent="-285750" algn="l" defTabSz="914400" rtl="0" eaLnBrk="1" latinLnBrk="0" hangingPunct="1">
              <a:lnSpc>
                <a:spcPct val="90000"/>
              </a:lnSpc>
              <a:spcBef>
                <a:spcPts val="1000"/>
              </a:spcBef>
            </a:pPr>
            <a:r>
              <a:rPr lang="en-US"/>
              <a:t>Deck Title/Main Idea</a:t>
            </a:r>
          </a:p>
        </p:txBody>
      </p:sp>
      <p:sp>
        <p:nvSpPr>
          <p:cNvPr id="8" name="TextBox 7">
            <a:extLst>
              <a:ext uri="{FF2B5EF4-FFF2-40B4-BE49-F238E27FC236}">
                <a16:creationId xmlns:a16="http://schemas.microsoft.com/office/drawing/2014/main" id="{4FCA7A7A-3891-B974-5E27-533BA0B03D1B}"/>
              </a:ext>
            </a:extLst>
          </p:cNvPr>
          <p:cNvSpPr txBox="1"/>
          <p:nvPr userDrawn="1"/>
        </p:nvSpPr>
        <p:spPr>
          <a:xfrm>
            <a:off x="623888" y="6453188"/>
            <a:ext cx="2781211" cy="107722"/>
          </a:xfrm>
          <a:prstGeom prst="rect">
            <a:avLst/>
          </a:prstGeom>
          <a:noFill/>
        </p:spPr>
        <p:txBody>
          <a:bodyPr wrap="square" lIns="0" tIns="0" rIns="0" bIns="0"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IN" sz="700" kern="0" spc="50" baseline="0">
                <a:solidFill>
                  <a:schemeClr val="accent5">
                    <a:lumMod val="75000"/>
                  </a:schemeClr>
                </a:solidFill>
                <a:latin typeface="+mn-lt"/>
                <a:ea typeface="+mn-ea"/>
                <a:cs typeface="Heebo" pitchFamily="2" charset="-79"/>
              </a:rPr>
              <a:t>© Hexaware Technologies. Confidential briefing. </a:t>
            </a:r>
            <a:endParaRPr lang="en-US" sz="700" kern="0" spc="50" baseline="0">
              <a:solidFill>
                <a:schemeClr val="accent5">
                  <a:lumMod val="75000"/>
                </a:schemeClr>
              </a:solidFill>
              <a:latin typeface="+mn-lt"/>
              <a:ea typeface="+mn-ea"/>
              <a:cs typeface="Heebo" pitchFamily="2" charset="-79"/>
            </a:endParaRPr>
          </a:p>
        </p:txBody>
      </p:sp>
      <p:sp>
        <p:nvSpPr>
          <p:cNvPr id="9" name="Picture Placeholder 10">
            <a:extLst>
              <a:ext uri="{FF2B5EF4-FFF2-40B4-BE49-F238E27FC236}">
                <a16:creationId xmlns:a16="http://schemas.microsoft.com/office/drawing/2014/main" id="{E0C4611E-F017-7C1D-2FF4-E1E27846092D}"/>
              </a:ext>
            </a:extLst>
          </p:cNvPr>
          <p:cNvSpPr>
            <a:spLocks noGrp="1"/>
          </p:cNvSpPr>
          <p:nvPr>
            <p:ph type="pic" sz="quarter" idx="17" hasCustomPrompt="1"/>
          </p:nvPr>
        </p:nvSpPr>
        <p:spPr>
          <a:xfrm>
            <a:off x="6275388" y="0"/>
            <a:ext cx="5916612" cy="6858000"/>
          </a:xfrm>
          <a:prstGeom prst="rect">
            <a:avLst/>
          </a:prstGeom>
        </p:spPr>
        <p:txBody>
          <a:bodyPr lIns="0" tIns="0" rIns="0" bIns="0" anchor="ctr" anchorCtr="1"/>
          <a:lstStyle>
            <a:lvl1pPr marL="0" indent="0">
              <a:lnSpc>
                <a:spcPct val="100000"/>
              </a:lnSpc>
              <a:buNone/>
              <a:defRPr lang="en-US" dirty="0">
                <a:solidFill>
                  <a:schemeClr val="bg2"/>
                </a:solidFill>
              </a:defRPr>
            </a:lvl1pPr>
          </a:lstStyle>
          <a:p>
            <a:pPr marL="228600" lvl="0" indent="-228600" algn="ctr"/>
            <a:r>
              <a:rPr lang="en-US"/>
              <a:t>Replace image </a:t>
            </a:r>
            <a:br>
              <a:rPr lang="en-US"/>
            </a:br>
            <a:r>
              <a:rPr lang="en-US"/>
              <a:t>of your choice</a:t>
            </a:r>
          </a:p>
        </p:txBody>
      </p:sp>
    </p:spTree>
    <p:extLst>
      <p:ext uri="{BB962C8B-B14F-4D97-AF65-F5344CB8AC3E}">
        <p14:creationId xmlns:p14="http://schemas.microsoft.com/office/powerpoint/2010/main" val="1008626794"/>
      </p:ext>
    </p:extLst>
  </p:cSld>
  <p:clrMapOvr>
    <a:masterClrMapping/>
  </p:clrMapOvr>
  <p:extLst>
    <p:ext uri="{DCECCB84-F9BA-43D5-87BE-67443E8EF086}">
      <p15:sldGuideLst xmlns:p15="http://schemas.microsoft.com/office/powerpoint/2012/main">
        <p15:guide id="1" orient="horz" pos="4020" userDrawn="1">
          <p15:clr>
            <a:srgbClr val="FBAE40"/>
          </p15:clr>
        </p15:guide>
        <p15:guide id="2" pos="393" userDrawn="1">
          <p15:clr>
            <a:srgbClr val="FBAE40"/>
          </p15:clr>
        </p15:guide>
        <p15:guide id="3" pos="7287" userDrawn="1">
          <p15:clr>
            <a:srgbClr val="FBAE40"/>
          </p15:clr>
        </p15:guide>
        <p15:guide id="4" orient="horz" pos="232" userDrawn="1">
          <p15:clr>
            <a:srgbClr val="FBAE40"/>
          </p15:clr>
        </p15:guide>
        <p15:guide id="5" orient="horz" pos="572" userDrawn="1">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Blank Layout with Image Left">
    <p:spTree>
      <p:nvGrpSpPr>
        <p:cNvPr id="1" name=""/>
        <p:cNvGrpSpPr/>
        <p:nvPr/>
      </p:nvGrpSpPr>
      <p:grpSpPr>
        <a:xfrm>
          <a:off x="0" y="0"/>
          <a:ext cx="0" cy="0"/>
          <a:chOff x="0" y="0"/>
          <a:chExt cx="0" cy="0"/>
        </a:xfrm>
      </p:grpSpPr>
      <p:sp>
        <p:nvSpPr>
          <p:cNvPr id="9" name="Picture Placeholder 10">
            <a:extLst>
              <a:ext uri="{FF2B5EF4-FFF2-40B4-BE49-F238E27FC236}">
                <a16:creationId xmlns:a16="http://schemas.microsoft.com/office/drawing/2014/main" id="{E0C4611E-F017-7C1D-2FF4-E1E27846092D}"/>
              </a:ext>
            </a:extLst>
          </p:cNvPr>
          <p:cNvSpPr>
            <a:spLocks noGrp="1"/>
          </p:cNvSpPr>
          <p:nvPr>
            <p:ph type="pic" sz="quarter" idx="17" hasCustomPrompt="1"/>
          </p:nvPr>
        </p:nvSpPr>
        <p:spPr>
          <a:xfrm>
            <a:off x="0" y="0"/>
            <a:ext cx="5916612" cy="6858000"/>
          </a:xfrm>
          <a:prstGeom prst="rect">
            <a:avLst/>
          </a:prstGeom>
        </p:spPr>
        <p:txBody>
          <a:bodyPr lIns="0" tIns="0" rIns="0" bIns="0" anchor="ctr" anchorCtr="1"/>
          <a:lstStyle>
            <a:lvl1pPr marL="0" indent="0">
              <a:lnSpc>
                <a:spcPct val="100000"/>
              </a:lnSpc>
              <a:buNone/>
              <a:defRPr lang="en-US" dirty="0">
                <a:solidFill>
                  <a:schemeClr val="bg2"/>
                </a:solidFill>
              </a:defRPr>
            </a:lvl1pPr>
          </a:lstStyle>
          <a:p>
            <a:pPr marL="228600" lvl="0" indent="-228600" algn="ctr"/>
            <a:r>
              <a:rPr lang="en-US"/>
              <a:t>Replace image </a:t>
            </a:r>
            <a:br>
              <a:rPr lang="en-US"/>
            </a:br>
            <a:r>
              <a:rPr lang="en-US"/>
              <a:t>of your choice</a:t>
            </a:r>
          </a:p>
        </p:txBody>
      </p:sp>
      <p:sp>
        <p:nvSpPr>
          <p:cNvPr id="3" name="Title 2">
            <a:extLst>
              <a:ext uri="{FF2B5EF4-FFF2-40B4-BE49-F238E27FC236}">
                <a16:creationId xmlns:a16="http://schemas.microsoft.com/office/drawing/2014/main" id="{F8A799FA-C73D-ED39-C551-268E9A6FE34C}"/>
              </a:ext>
            </a:extLst>
          </p:cNvPr>
          <p:cNvSpPr>
            <a:spLocks noGrp="1"/>
          </p:cNvSpPr>
          <p:nvPr>
            <p:ph type="title"/>
          </p:nvPr>
        </p:nvSpPr>
        <p:spPr>
          <a:xfrm>
            <a:off x="6275300" y="908050"/>
            <a:ext cx="5307012" cy="304699"/>
          </a:xfrm>
          <a:prstGeom prst="rect">
            <a:avLst/>
          </a:prstGeom>
          <a:noFill/>
        </p:spPr>
        <p:txBody>
          <a:bodyPr wrap="square" lIns="0" tIns="0" rIns="0" bIns="0" rtlCol="0">
            <a:spAutoFit/>
          </a:bodyPr>
          <a:lstStyle>
            <a:lvl1pPr>
              <a:defRPr lang="en-US" sz="2200" dirty="0">
                <a:solidFill>
                  <a:schemeClr val="tx1"/>
                </a:solidFill>
                <a:ea typeface="+mn-ea"/>
                <a:cs typeface="+mn-cs"/>
              </a:defRPr>
            </a:lvl1pPr>
          </a:lstStyle>
          <a:p>
            <a:pPr marL="0" lvl="0"/>
            <a:r>
              <a:rPr lang="en-US"/>
              <a:t>Click to edit Master title style</a:t>
            </a:r>
          </a:p>
        </p:txBody>
      </p:sp>
      <p:sp>
        <p:nvSpPr>
          <p:cNvPr id="4" name="Slide Number Placeholder 5">
            <a:extLst>
              <a:ext uri="{FF2B5EF4-FFF2-40B4-BE49-F238E27FC236}">
                <a16:creationId xmlns:a16="http://schemas.microsoft.com/office/drawing/2014/main" id="{9A554E1C-C3D3-0AA0-1FE5-E52D3268E9F6}"/>
              </a:ext>
            </a:extLst>
          </p:cNvPr>
          <p:cNvSpPr txBox="1">
            <a:spLocks/>
          </p:cNvSpPr>
          <p:nvPr userDrawn="1"/>
        </p:nvSpPr>
        <p:spPr>
          <a:xfrm>
            <a:off x="11567160" y="6453188"/>
            <a:ext cx="270570" cy="138499"/>
          </a:xfrm>
          <a:prstGeom prst="rect">
            <a:avLst/>
          </a:prstGeom>
          <a:noFill/>
          <a:ln w="9525">
            <a:noFill/>
            <a:miter lim="800000"/>
            <a:headEnd/>
            <a:tailEnd/>
          </a:ln>
          <a:effectLst/>
        </p:spPr>
        <p:txBody>
          <a:bodyPr wrap="square" lIns="0" tIns="0" rIns="0" bIns="0">
            <a:spAutoFit/>
          </a:bodyPr>
          <a:lstStyle>
            <a:defPPr>
              <a:defRPr lang="en-US"/>
            </a:defPPr>
            <a:lvl1pPr marR="0" indent="0" fontAlgn="auto">
              <a:lnSpc>
                <a:spcPct val="100000"/>
              </a:lnSpc>
              <a:spcBef>
                <a:spcPts val="0"/>
              </a:spcBef>
              <a:spcAft>
                <a:spcPts val="0"/>
              </a:spcAft>
              <a:buClrTx/>
              <a:buSzTx/>
              <a:buFontTx/>
              <a:buNone/>
              <a:tabLst/>
              <a:defRPr sz="800">
                <a:solidFill>
                  <a:schemeClr val="tx1">
                    <a:lumMod val="65000"/>
                    <a:lumOff val="35000"/>
                  </a:schemeClr>
                </a:solidFill>
              </a:defRPr>
            </a:lvl1pPr>
            <a:lvl2pPr marL="342946" algn="l" defTabSz="685891" rtl="0" eaLnBrk="1" latinLnBrk="0" hangingPunct="1">
              <a:defRPr sz="1400" kern="1200">
                <a:solidFill>
                  <a:schemeClr val="tx1"/>
                </a:solidFill>
                <a:latin typeface="+mn-lt"/>
                <a:ea typeface="+mn-ea"/>
                <a:cs typeface="+mn-cs"/>
              </a:defRPr>
            </a:lvl2pPr>
            <a:lvl3pPr marL="685891" algn="l" defTabSz="685891" rtl="0" eaLnBrk="1" latinLnBrk="0" hangingPunct="1">
              <a:defRPr sz="1400" kern="1200">
                <a:solidFill>
                  <a:schemeClr val="tx1"/>
                </a:solidFill>
                <a:latin typeface="+mn-lt"/>
                <a:ea typeface="+mn-ea"/>
                <a:cs typeface="+mn-cs"/>
              </a:defRPr>
            </a:lvl3pPr>
            <a:lvl4pPr marL="1028837" algn="l" defTabSz="685891" rtl="0" eaLnBrk="1" latinLnBrk="0" hangingPunct="1">
              <a:defRPr sz="1400" kern="1200">
                <a:solidFill>
                  <a:schemeClr val="tx1"/>
                </a:solidFill>
                <a:latin typeface="+mn-lt"/>
                <a:ea typeface="+mn-ea"/>
                <a:cs typeface="+mn-cs"/>
              </a:defRPr>
            </a:lvl4pPr>
            <a:lvl5pPr marL="1371783" algn="l" defTabSz="685891" rtl="0" eaLnBrk="1" latinLnBrk="0" hangingPunct="1">
              <a:defRPr sz="1400" kern="1200">
                <a:solidFill>
                  <a:schemeClr val="tx1"/>
                </a:solidFill>
                <a:latin typeface="+mn-lt"/>
                <a:ea typeface="+mn-ea"/>
                <a:cs typeface="+mn-cs"/>
              </a:defRPr>
            </a:lvl5pPr>
            <a:lvl6pPr marL="1714729" algn="l" defTabSz="685891" rtl="0" eaLnBrk="1" latinLnBrk="0" hangingPunct="1">
              <a:defRPr sz="1400" kern="1200">
                <a:solidFill>
                  <a:schemeClr val="tx1"/>
                </a:solidFill>
                <a:latin typeface="+mn-lt"/>
                <a:ea typeface="+mn-ea"/>
                <a:cs typeface="+mn-cs"/>
              </a:defRPr>
            </a:lvl6pPr>
            <a:lvl7pPr marL="2057674" algn="l" defTabSz="685891" rtl="0" eaLnBrk="1" latinLnBrk="0" hangingPunct="1">
              <a:defRPr sz="1400" kern="1200">
                <a:solidFill>
                  <a:schemeClr val="tx1"/>
                </a:solidFill>
                <a:latin typeface="+mn-lt"/>
                <a:ea typeface="+mn-ea"/>
                <a:cs typeface="+mn-cs"/>
              </a:defRPr>
            </a:lvl7pPr>
            <a:lvl8pPr marL="2400620" algn="l" defTabSz="685891" rtl="0" eaLnBrk="1" latinLnBrk="0" hangingPunct="1">
              <a:defRPr sz="1400" kern="1200">
                <a:solidFill>
                  <a:schemeClr val="tx1"/>
                </a:solidFill>
                <a:latin typeface="+mn-lt"/>
                <a:ea typeface="+mn-ea"/>
                <a:cs typeface="+mn-cs"/>
              </a:defRPr>
            </a:lvl8pPr>
            <a:lvl9pPr marL="2743566" algn="l" defTabSz="685891" rtl="0" eaLnBrk="1" latinLnBrk="0" hangingPunct="1">
              <a:defRPr sz="1400" kern="1200">
                <a:solidFill>
                  <a:schemeClr val="tx1"/>
                </a:solidFill>
                <a:latin typeface="+mn-lt"/>
                <a:ea typeface="+mn-ea"/>
                <a:cs typeface="+mn-cs"/>
              </a:defRPr>
            </a:lvl9pPr>
          </a:lstStyle>
          <a:p>
            <a:pPr lvl="0" algn="r"/>
            <a:fld id="{39601925-951F-4EA8-91E5-A517312BFAAA}" type="slidenum">
              <a:rPr lang="en-US" sz="900" smtClean="0">
                <a:solidFill>
                  <a:schemeClr val="tx1"/>
                </a:solidFill>
                <a:latin typeface="+mn-lt"/>
              </a:rPr>
              <a:pPr lvl="0" algn="r"/>
              <a:t>‹#›</a:t>
            </a:fld>
            <a:endParaRPr lang="en-US" sz="900">
              <a:solidFill>
                <a:schemeClr val="tx1"/>
              </a:solidFill>
              <a:latin typeface="+mn-lt"/>
            </a:endParaRPr>
          </a:p>
        </p:txBody>
      </p:sp>
      <p:sp>
        <p:nvSpPr>
          <p:cNvPr id="2" name="Text Placeholder 18">
            <a:extLst>
              <a:ext uri="{FF2B5EF4-FFF2-40B4-BE49-F238E27FC236}">
                <a16:creationId xmlns:a16="http://schemas.microsoft.com/office/drawing/2014/main" id="{07CFC0FC-EE3C-B83B-D888-70A4672B3CAC}"/>
              </a:ext>
            </a:extLst>
          </p:cNvPr>
          <p:cNvSpPr>
            <a:spLocks noGrp="1"/>
          </p:cNvSpPr>
          <p:nvPr>
            <p:ph type="body" sz="quarter" idx="15" hasCustomPrompt="1"/>
          </p:nvPr>
        </p:nvSpPr>
        <p:spPr>
          <a:xfrm flipH="1">
            <a:off x="6275300" y="457200"/>
            <a:ext cx="5307012" cy="244101"/>
          </a:xfrm>
          <a:prstGeom prst="rect">
            <a:avLst/>
          </a:prstGeom>
        </p:spPr>
        <p:txBody>
          <a:bodyPr wrap="square" lIns="0" tIns="36000" rIns="0" bIns="0" anchor="t" anchorCtr="0">
            <a:spAutoFit/>
          </a:bodyPr>
          <a:lstStyle>
            <a:lvl1pPr marL="0" indent="0">
              <a:buFont typeface="Arial" panose="020B0604020202020204" pitchFamily="34" charset="0"/>
              <a:buNone/>
              <a:defRPr lang="en-US" sz="1500" b="0" kern="1200" dirty="0">
                <a:solidFill>
                  <a:schemeClr val="tx1"/>
                </a:solidFill>
                <a:latin typeface="+mn-lt"/>
                <a:ea typeface="+mn-ea"/>
                <a:cs typeface="+mn-cs"/>
              </a:defRPr>
            </a:lvl1pPr>
          </a:lstStyle>
          <a:p>
            <a:pPr marL="285750" lvl="0" indent="-285750" algn="l" defTabSz="914400" rtl="0" eaLnBrk="1" latinLnBrk="0" hangingPunct="1">
              <a:lnSpc>
                <a:spcPct val="90000"/>
              </a:lnSpc>
              <a:spcBef>
                <a:spcPts val="1000"/>
              </a:spcBef>
            </a:pPr>
            <a:r>
              <a:rPr lang="en-US"/>
              <a:t>Deck Title/Main Idea</a:t>
            </a:r>
          </a:p>
        </p:txBody>
      </p:sp>
      <p:sp>
        <p:nvSpPr>
          <p:cNvPr id="8" name="TextBox 7">
            <a:extLst>
              <a:ext uri="{FF2B5EF4-FFF2-40B4-BE49-F238E27FC236}">
                <a16:creationId xmlns:a16="http://schemas.microsoft.com/office/drawing/2014/main" id="{4FCA7A7A-3891-B974-5E27-533BA0B03D1B}"/>
              </a:ext>
            </a:extLst>
          </p:cNvPr>
          <p:cNvSpPr txBox="1"/>
          <p:nvPr userDrawn="1"/>
        </p:nvSpPr>
        <p:spPr>
          <a:xfrm>
            <a:off x="623888" y="6453188"/>
            <a:ext cx="2781211" cy="107722"/>
          </a:xfrm>
          <a:prstGeom prst="rect">
            <a:avLst/>
          </a:prstGeom>
          <a:noFill/>
        </p:spPr>
        <p:txBody>
          <a:bodyPr wrap="square" lIns="0" tIns="0" rIns="0" bIns="0"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IN" sz="700" kern="0" spc="50" baseline="0">
                <a:solidFill>
                  <a:schemeClr val="accent5">
                    <a:lumMod val="75000"/>
                  </a:schemeClr>
                </a:solidFill>
                <a:latin typeface="+mn-lt"/>
                <a:ea typeface="+mn-ea"/>
                <a:cs typeface="Heebo" pitchFamily="2" charset="-79"/>
              </a:rPr>
              <a:t>© Hexaware Technologies. Confidential briefing. </a:t>
            </a:r>
            <a:endParaRPr lang="en-US" sz="700" kern="0" spc="50" baseline="0">
              <a:solidFill>
                <a:schemeClr val="accent5">
                  <a:lumMod val="75000"/>
                </a:schemeClr>
              </a:solidFill>
              <a:latin typeface="+mn-lt"/>
              <a:ea typeface="+mn-ea"/>
              <a:cs typeface="Heebo" pitchFamily="2" charset="-79"/>
            </a:endParaRPr>
          </a:p>
        </p:txBody>
      </p:sp>
    </p:spTree>
    <p:extLst>
      <p:ext uri="{BB962C8B-B14F-4D97-AF65-F5344CB8AC3E}">
        <p14:creationId xmlns:p14="http://schemas.microsoft.com/office/powerpoint/2010/main" val="2814176257"/>
      </p:ext>
    </p:extLst>
  </p:cSld>
  <p:clrMapOvr>
    <a:masterClrMapping/>
  </p:clrMapOvr>
  <p:extLst>
    <p:ext uri="{DCECCB84-F9BA-43D5-87BE-67443E8EF086}">
      <p15:sldGuideLst xmlns:p15="http://schemas.microsoft.com/office/powerpoint/2012/main">
        <p15:guide id="1" orient="horz" pos="4020" userDrawn="1">
          <p15:clr>
            <a:srgbClr val="FBAE40"/>
          </p15:clr>
        </p15:guide>
        <p15:guide id="2" pos="393" userDrawn="1">
          <p15:clr>
            <a:srgbClr val="FBAE40"/>
          </p15:clr>
        </p15:guide>
        <p15:guide id="3" pos="7287" userDrawn="1">
          <p15:clr>
            <a:srgbClr val="FBAE40"/>
          </p15:clr>
        </p15:guide>
        <p15:guide id="4" orient="horz" pos="232" userDrawn="1">
          <p15:clr>
            <a:srgbClr val="FBAE40"/>
          </p15:clr>
        </p15:guide>
        <p15:guide id="5" orient="horz" pos="572" userDrawn="1">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Case Study">
    <p:spTree>
      <p:nvGrpSpPr>
        <p:cNvPr id="1" name=""/>
        <p:cNvGrpSpPr/>
        <p:nvPr/>
      </p:nvGrpSpPr>
      <p:grpSpPr>
        <a:xfrm>
          <a:off x="0" y="0"/>
          <a:ext cx="0" cy="0"/>
          <a:chOff x="0" y="0"/>
          <a:chExt cx="0" cy="0"/>
        </a:xfrm>
      </p:grpSpPr>
      <p:sp>
        <p:nvSpPr>
          <p:cNvPr id="4" name="Text Placeholder 8">
            <a:extLst>
              <a:ext uri="{FF2B5EF4-FFF2-40B4-BE49-F238E27FC236}">
                <a16:creationId xmlns:a16="http://schemas.microsoft.com/office/drawing/2014/main" id="{9D067813-582A-4E3A-EF66-EF9F8971DFC5}"/>
              </a:ext>
            </a:extLst>
          </p:cNvPr>
          <p:cNvSpPr>
            <a:spLocks noGrp="1"/>
          </p:cNvSpPr>
          <p:nvPr>
            <p:ph type="body" sz="quarter" idx="18" hasCustomPrompt="1"/>
          </p:nvPr>
        </p:nvSpPr>
        <p:spPr>
          <a:xfrm>
            <a:off x="623888" y="5362574"/>
            <a:ext cx="1234991" cy="428625"/>
          </a:xfrm>
          <a:prstGeom prst="rect">
            <a:avLst/>
          </a:prstGeom>
        </p:spPr>
        <p:txBody>
          <a:bodyPr lIns="0" tIns="0" rIns="0" bIns="0">
            <a:normAutofit/>
          </a:bodyPr>
          <a:lstStyle>
            <a:lvl1pPr marL="0" indent="0">
              <a:buNone/>
              <a:defRPr lang="en-US" sz="1000" spc="10" baseline="0" dirty="0">
                <a:solidFill>
                  <a:schemeClr val="accent1"/>
                </a:solidFill>
              </a:defRPr>
            </a:lvl1pPr>
          </a:lstStyle>
          <a:p>
            <a:pPr marL="228600" lvl="0" indent="-228600"/>
            <a:r>
              <a:rPr lang="en-US"/>
              <a:t>Click to edit text</a:t>
            </a:r>
          </a:p>
        </p:txBody>
      </p:sp>
      <p:sp>
        <p:nvSpPr>
          <p:cNvPr id="5" name="Text Placeholder 8">
            <a:extLst>
              <a:ext uri="{FF2B5EF4-FFF2-40B4-BE49-F238E27FC236}">
                <a16:creationId xmlns:a16="http://schemas.microsoft.com/office/drawing/2014/main" id="{AE124A95-9614-9995-E872-AA3631F0E166}"/>
              </a:ext>
            </a:extLst>
          </p:cNvPr>
          <p:cNvSpPr>
            <a:spLocks noGrp="1"/>
          </p:cNvSpPr>
          <p:nvPr>
            <p:ph type="body" sz="quarter" idx="19" hasCustomPrompt="1"/>
          </p:nvPr>
        </p:nvSpPr>
        <p:spPr>
          <a:xfrm>
            <a:off x="623888" y="4924425"/>
            <a:ext cx="1234991" cy="415498"/>
          </a:xfrm>
          <a:prstGeom prst="rect">
            <a:avLst/>
          </a:prstGeom>
          <a:noFill/>
        </p:spPr>
        <p:txBody>
          <a:bodyPr wrap="square" lIns="0" tIns="0" rIns="0" bIns="0" rtlCol="0">
            <a:spAutoFit/>
          </a:bodyPr>
          <a:lstStyle>
            <a:lvl1pPr marL="0" indent="0">
              <a:buNone/>
              <a:defRPr lang="en-US" sz="3000" dirty="0">
                <a:solidFill>
                  <a:schemeClr val="accent1"/>
                </a:solidFill>
                <a:latin typeface="+mj-lt"/>
              </a:defRPr>
            </a:lvl1pPr>
          </a:lstStyle>
          <a:p>
            <a:pPr marL="228600" lvl="0" indent="-228600"/>
            <a:r>
              <a:rPr lang="en-US" sz="3000">
                <a:latin typeface="+mj-lt"/>
              </a:rPr>
              <a:t>00%</a:t>
            </a:r>
          </a:p>
        </p:txBody>
      </p:sp>
      <p:sp>
        <p:nvSpPr>
          <p:cNvPr id="10" name="Text Placeholder 8">
            <a:extLst>
              <a:ext uri="{FF2B5EF4-FFF2-40B4-BE49-F238E27FC236}">
                <a16:creationId xmlns:a16="http://schemas.microsoft.com/office/drawing/2014/main" id="{DC7151D7-4F9C-C74E-F631-96155478821F}"/>
              </a:ext>
            </a:extLst>
          </p:cNvPr>
          <p:cNvSpPr>
            <a:spLocks noGrp="1"/>
          </p:cNvSpPr>
          <p:nvPr>
            <p:ph type="body" sz="quarter" idx="20" hasCustomPrompt="1"/>
          </p:nvPr>
        </p:nvSpPr>
        <p:spPr>
          <a:xfrm>
            <a:off x="623888" y="2259101"/>
            <a:ext cx="5400675" cy="2228850"/>
          </a:xfrm>
          <a:prstGeom prst="rect">
            <a:avLst/>
          </a:prstGeom>
        </p:spPr>
        <p:txBody>
          <a:bodyPr lIns="0" tIns="0" rIns="0" bIns="0">
            <a:normAutofit/>
          </a:bodyPr>
          <a:lstStyle>
            <a:lvl1pPr marL="137160" indent="-137160">
              <a:lnSpc>
                <a:spcPct val="110000"/>
              </a:lnSpc>
              <a:buClr>
                <a:schemeClr val="tx1"/>
              </a:buClr>
              <a:buFont typeface="Arial" panose="020B0604020202020204" pitchFamily="34" charset="0"/>
              <a:buChar char="•"/>
              <a:defRPr lang="en-US" sz="1200" spc="10" baseline="0" dirty="0">
                <a:latin typeface="+mj-lt"/>
              </a:defRPr>
            </a:lvl1pPr>
          </a:lstStyle>
          <a:p>
            <a:pPr marL="228600" lvl="0" indent="-228600"/>
            <a:r>
              <a:rPr lang="en-US"/>
              <a:t>Click to edit text</a:t>
            </a:r>
          </a:p>
        </p:txBody>
      </p:sp>
      <p:sp>
        <p:nvSpPr>
          <p:cNvPr id="14" name="Picture Placeholder 10">
            <a:extLst>
              <a:ext uri="{FF2B5EF4-FFF2-40B4-BE49-F238E27FC236}">
                <a16:creationId xmlns:a16="http://schemas.microsoft.com/office/drawing/2014/main" id="{44699355-78E0-0732-ED34-4CC5E8D01C83}"/>
              </a:ext>
            </a:extLst>
          </p:cNvPr>
          <p:cNvSpPr>
            <a:spLocks noGrp="1"/>
          </p:cNvSpPr>
          <p:nvPr>
            <p:ph type="pic" sz="quarter" idx="17" hasCustomPrompt="1"/>
          </p:nvPr>
        </p:nvSpPr>
        <p:spPr>
          <a:xfrm>
            <a:off x="6438900" y="914401"/>
            <a:ext cx="5753100" cy="4856084"/>
          </a:xfrm>
          <a:prstGeom prst="rect">
            <a:avLst/>
          </a:prstGeom>
        </p:spPr>
        <p:txBody>
          <a:bodyPr lIns="0" tIns="0" rIns="0" bIns="0" anchor="ctr" anchorCtr="1"/>
          <a:lstStyle>
            <a:lvl1pPr marL="0" indent="0">
              <a:lnSpc>
                <a:spcPct val="100000"/>
              </a:lnSpc>
              <a:buNone/>
              <a:defRPr lang="en-US" dirty="0"/>
            </a:lvl1pPr>
          </a:lstStyle>
          <a:p>
            <a:pPr marL="228600" lvl="0" indent="-228600" algn="ctr"/>
            <a:r>
              <a:rPr lang="en-US"/>
              <a:t>Replace image </a:t>
            </a:r>
            <a:br>
              <a:rPr lang="en-US"/>
            </a:br>
            <a:r>
              <a:rPr lang="en-US"/>
              <a:t>of your choice</a:t>
            </a:r>
          </a:p>
        </p:txBody>
      </p:sp>
      <p:sp>
        <p:nvSpPr>
          <p:cNvPr id="15" name="Slide Number Placeholder 5">
            <a:extLst>
              <a:ext uri="{FF2B5EF4-FFF2-40B4-BE49-F238E27FC236}">
                <a16:creationId xmlns:a16="http://schemas.microsoft.com/office/drawing/2014/main" id="{00596B1D-988E-E99F-176F-80E435895062}"/>
              </a:ext>
            </a:extLst>
          </p:cNvPr>
          <p:cNvSpPr txBox="1">
            <a:spLocks/>
          </p:cNvSpPr>
          <p:nvPr userDrawn="1"/>
        </p:nvSpPr>
        <p:spPr>
          <a:xfrm>
            <a:off x="11567160" y="6453188"/>
            <a:ext cx="270570" cy="138499"/>
          </a:xfrm>
          <a:prstGeom prst="rect">
            <a:avLst/>
          </a:prstGeom>
          <a:noFill/>
          <a:ln w="9525">
            <a:noFill/>
            <a:miter lim="800000"/>
            <a:headEnd/>
            <a:tailEnd/>
          </a:ln>
          <a:effectLst/>
        </p:spPr>
        <p:txBody>
          <a:bodyPr wrap="square" lIns="0" tIns="0" rIns="0" bIns="0">
            <a:spAutoFit/>
          </a:bodyPr>
          <a:lstStyle>
            <a:defPPr>
              <a:defRPr lang="en-US"/>
            </a:defPPr>
            <a:lvl1pPr marR="0" indent="0" fontAlgn="auto">
              <a:lnSpc>
                <a:spcPct val="100000"/>
              </a:lnSpc>
              <a:spcBef>
                <a:spcPts val="0"/>
              </a:spcBef>
              <a:spcAft>
                <a:spcPts val="0"/>
              </a:spcAft>
              <a:buClrTx/>
              <a:buSzTx/>
              <a:buFontTx/>
              <a:buNone/>
              <a:tabLst/>
              <a:defRPr sz="800">
                <a:solidFill>
                  <a:schemeClr val="tx1">
                    <a:lumMod val="65000"/>
                    <a:lumOff val="35000"/>
                  </a:schemeClr>
                </a:solidFill>
              </a:defRPr>
            </a:lvl1pPr>
            <a:lvl2pPr marL="342946" algn="l" defTabSz="685891" rtl="0" eaLnBrk="1" latinLnBrk="0" hangingPunct="1">
              <a:defRPr sz="1400" kern="1200">
                <a:solidFill>
                  <a:schemeClr val="tx1"/>
                </a:solidFill>
                <a:latin typeface="+mn-lt"/>
                <a:ea typeface="+mn-ea"/>
                <a:cs typeface="+mn-cs"/>
              </a:defRPr>
            </a:lvl2pPr>
            <a:lvl3pPr marL="685891" algn="l" defTabSz="685891" rtl="0" eaLnBrk="1" latinLnBrk="0" hangingPunct="1">
              <a:defRPr sz="1400" kern="1200">
                <a:solidFill>
                  <a:schemeClr val="tx1"/>
                </a:solidFill>
                <a:latin typeface="+mn-lt"/>
                <a:ea typeface="+mn-ea"/>
                <a:cs typeface="+mn-cs"/>
              </a:defRPr>
            </a:lvl3pPr>
            <a:lvl4pPr marL="1028837" algn="l" defTabSz="685891" rtl="0" eaLnBrk="1" latinLnBrk="0" hangingPunct="1">
              <a:defRPr sz="1400" kern="1200">
                <a:solidFill>
                  <a:schemeClr val="tx1"/>
                </a:solidFill>
                <a:latin typeface="+mn-lt"/>
                <a:ea typeface="+mn-ea"/>
                <a:cs typeface="+mn-cs"/>
              </a:defRPr>
            </a:lvl4pPr>
            <a:lvl5pPr marL="1371783" algn="l" defTabSz="685891" rtl="0" eaLnBrk="1" latinLnBrk="0" hangingPunct="1">
              <a:defRPr sz="1400" kern="1200">
                <a:solidFill>
                  <a:schemeClr val="tx1"/>
                </a:solidFill>
                <a:latin typeface="+mn-lt"/>
                <a:ea typeface="+mn-ea"/>
                <a:cs typeface="+mn-cs"/>
              </a:defRPr>
            </a:lvl5pPr>
            <a:lvl6pPr marL="1714729" algn="l" defTabSz="685891" rtl="0" eaLnBrk="1" latinLnBrk="0" hangingPunct="1">
              <a:defRPr sz="1400" kern="1200">
                <a:solidFill>
                  <a:schemeClr val="tx1"/>
                </a:solidFill>
                <a:latin typeface="+mn-lt"/>
                <a:ea typeface="+mn-ea"/>
                <a:cs typeface="+mn-cs"/>
              </a:defRPr>
            </a:lvl6pPr>
            <a:lvl7pPr marL="2057674" algn="l" defTabSz="685891" rtl="0" eaLnBrk="1" latinLnBrk="0" hangingPunct="1">
              <a:defRPr sz="1400" kern="1200">
                <a:solidFill>
                  <a:schemeClr val="tx1"/>
                </a:solidFill>
                <a:latin typeface="+mn-lt"/>
                <a:ea typeface="+mn-ea"/>
                <a:cs typeface="+mn-cs"/>
              </a:defRPr>
            </a:lvl7pPr>
            <a:lvl8pPr marL="2400620" algn="l" defTabSz="685891" rtl="0" eaLnBrk="1" latinLnBrk="0" hangingPunct="1">
              <a:defRPr sz="1400" kern="1200">
                <a:solidFill>
                  <a:schemeClr val="tx1"/>
                </a:solidFill>
                <a:latin typeface="+mn-lt"/>
                <a:ea typeface="+mn-ea"/>
                <a:cs typeface="+mn-cs"/>
              </a:defRPr>
            </a:lvl8pPr>
            <a:lvl9pPr marL="2743566" algn="l" defTabSz="685891" rtl="0" eaLnBrk="1" latinLnBrk="0" hangingPunct="1">
              <a:defRPr sz="1400" kern="1200">
                <a:solidFill>
                  <a:schemeClr val="tx1"/>
                </a:solidFill>
                <a:latin typeface="+mn-lt"/>
                <a:ea typeface="+mn-ea"/>
                <a:cs typeface="+mn-cs"/>
              </a:defRPr>
            </a:lvl9pPr>
          </a:lstStyle>
          <a:p>
            <a:pPr lvl="0" algn="r"/>
            <a:fld id="{39601925-951F-4EA8-91E5-A517312BFAAA}" type="slidenum">
              <a:rPr lang="en-US" sz="900" smtClean="0">
                <a:solidFill>
                  <a:schemeClr val="tx1"/>
                </a:solidFill>
                <a:latin typeface="+mn-lt"/>
              </a:rPr>
              <a:pPr lvl="0" algn="r"/>
              <a:t>‹#›</a:t>
            </a:fld>
            <a:endParaRPr lang="en-US" sz="900">
              <a:solidFill>
                <a:schemeClr val="tx1"/>
              </a:solidFill>
              <a:latin typeface="+mn-lt"/>
            </a:endParaRPr>
          </a:p>
        </p:txBody>
      </p:sp>
      <p:sp>
        <p:nvSpPr>
          <p:cNvPr id="2" name="Text Placeholder 8">
            <a:extLst>
              <a:ext uri="{FF2B5EF4-FFF2-40B4-BE49-F238E27FC236}">
                <a16:creationId xmlns:a16="http://schemas.microsoft.com/office/drawing/2014/main" id="{50C99C6E-EBA2-8BAD-9F81-2D0DB0A48CF6}"/>
              </a:ext>
            </a:extLst>
          </p:cNvPr>
          <p:cNvSpPr>
            <a:spLocks noGrp="1"/>
          </p:cNvSpPr>
          <p:nvPr>
            <p:ph type="body" sz="quarter" idx="24" hasCustomPrompt="1"/>
          </p:nvPr>
        </p:nvSpPr>
        <p:spPr>
          <a:xfrm>
            <a:off x="1979445" y="5362574"/>
            <a:ext cx="1234991" cy="428625"/>
          </a:xfrm>
          <a:prstGeom prst="rect">
            <a:avLst/>
          </a:prstGeom>
        </p:spPr>
        <p:txBody>
          <a:bodyPr lIns="0" tIns="0" rIns="0" bIns="0">
            <a:normAutofit/>
          </a:bodyPr>
          <a:lstStyle>
            <a:lvl1pPr marL="0" indent="0">
              <a:buNone/>
              <a:defRPr lang="en-US" sz="1000" spc="10" baseline="0" dirty="0">
                <a:solidFill>
                  <a:schemeClr val="accent1"/>
                </a:solidFill>
              </a:defRPr>
            </a:lvl1pPr>
          </a:lstStyle>
          <a:p>
            <a:pPr marL="228600" lvl="0" indent="-228600"/>
            <a:r>
              <a:rPr lang="en-US"/>
              <a:t>Click to edit text</a:t>
            </a:r>
          </a:p>
        </p:txBody>
      </p:sp>
      <p:sp>
        <p:nvSpPr>
          <p:cNvPr id="3" name="Text Placeholder 8">
            <a:extLst>
              <a:ext uri="{FF2B5EF4-FFF2-40B4-BE49-F238E27FC236}">
                <a16:creationId xmlns:a16="http://schemas.microsoft.com/office/drawing/2014/main" id="{9B8C8614-A292-2DEB-B2B8-6FE164A0B9A2}"/>
              </a:ext>
            </a:extLst>
          </p:cNvPr>
          <p:cNvSpPr>
            <a:spLocks noGrp="1"/>
          </p:cNvSpPr>
          <p:nvPr>
            <p:ph type="body" sz="quarter" idx="25" hasCustomPrompt="1"/>
          </p:nvPr>
        </p:nvSpPr>
        <p:spPr>
          <a:xfrm>
            <a:off x="1979445" y="4924425"/>
            <a:ext cx="1234991" cy="415498"/>
          </a:xfrm>
          <a:prstGeom prst="rect">
            <a:avLst/>
          </a:prstGeom>
          <a:noFill/>
        </p:spPr>
        <p:txBody>
          <a:bodyPr wrap="square" lIns="0" tIns="0" rIns="0" bIns="0" rtlCol="0">
            <a:spAutoFit/>
          </a:bodyPr>
          <a:lstStyle>
            <a:lvl1pPr marL="0" indent="0">
              <a:buNone/>
              <a:defRPr lang="en-US" sz="3000" dirty="0">
                <a:solidFill>
                  <a:schemeClr val="accent1"/>
                </a:solidFill>
                <a:latin typeface="+mj-lt"/>
              </a:defRPr>
            </a:lvl1pPr>
          </a:lstStyle>
          <a:p>
            <a:pPr marL="228600" lvl="0" indent="-228600"/>
            <a:r>
              <a:rPr lang="en-US" sz="3000">
                <a:latin typeface="+mj-lt"/>
              </a:rPr>
              <a:t>00%</a:t>
            </a:r>
          </a:p>
        </p:txBody>
      </p:sp>
      <p:sp>
        <p:nvSpPr>
          <p:cNvPr id="6" name="Text Placeholder 8">
            <a:extLst>
              <a:ext uri="{FF2B5EF4-FFF2-40B4-BE49-F238E27FC236}">
                <a16:creationId xmlns:a16="http://schemas.microsoft.com/office/drawing/2014/main" id="{73BF58F6-5870-8D4C-28A5-5AB0669CF4F4}"/>
              </a:ext>
            </a:extLst>
          </p:cNvPr>
          <p:cNvSpPr>
            <a:spLocks noGrp="1"/>
          </p:cNvSpPr>
          <p:nvPr>
            <p:ph type="body" sz="quarter" idx="26" hasCustomPrompt="1"/>
          </p:nvPr>
        </p:nvSpPr>
        <p:spPr>
          <a:xfrm>
            <a:off x="3335002" y="5362574"/>
            <a:ext cx="1234991" cy="428625"/>
          </a:xfrm>
          <a:prstGeom prst="rect">
            <a:avLst/>
          </a:prstGeom>
        </p:spPr>
        <p:txBody>
          <a:bodyPr lIns="0" tIns="0" rIns="0" bIns="0">
            <a:normAutofit/>
          </a:bodyPr>
          <a:lstStyle>
            <a:lvl1pPr marL="0" indent="0">
              <a:buNone/>
              <a:defRPr lang="en-US" sz="1000" spc="10" baseline="0" dirty="0">
                <a:solidFill>
                  <a:schemeClr val="accent1"/>
                </a:solidFill>
              </a:defRPr>
            </a:lvl1pPr>
          </a:lstStyle>
          <a:p>
            <a:pPr marL="228600" lvl="0" indent="-228600"/>
            <a:r>
              <a:rPr lang="en-US"/>
              <a:t>Click to edit text</a:t>
            </a:r>
          </a:p>
        </p:txBody>
      </p:sp>
      <p:sp>
        <p:nvSpPr>
          <p:cNvPr id="8" name="Text Placeholder 8">
            <a:extLst>
              <a:ext uri="{FF2B5EF4-FFF2-40B4-BE49-F238E27FC236}">
                <a16:creationId xmlns:a16="http://schemas.microsoft.com/office/drawing/2014/main" id="{3BC94BD8-ABAB-BE04-A141-5BF408AB2339}"/>
              </a:ext>
            </a:extLst>
          </p:cNvPr>
          <p:cNvSpPr>
            <a:spLocks noGrp="1"/>
          </p:cNvSpPr>
          <p:nvPr>
            <p:ph type="body" sz="quarter" idx="27" hasCustomPrompt="1"/>
          </p:nvPr>
        </p:nvSpPr>
        <p:spPr>
          <a:xfrm>
            <a:off x="3335002" y="4924425"/>
            <a:ext cx="1234991" cy="415498"/>
          </a:xfrm>
          <a:prstGeom prst="rect">
            <a:avLst/>
          </a:prstGeom>
          <a:noFill/>
        </p:spPr>
        <p:txBody>
          <a:bodyPr wrap="square" lIns="0" tIns="0" rIns="0" bIns="0" rtlCol="0">
            <a:spAutoFit/>
          </a:bodyPr>
          <a:lstStyle>
            <a:lvl1pPr marL="0" indent="0">
              <a:buNone/>
              <a:defRPr lang="en-US" sz="3000" dirty="0">
                <a:solidFill>
                  <a:schemeClr val="accent1"/>
                </a:solidFill>
                <a:latin typeface="+mj-lt"/>
              </a:defRPr>
            </a:lvl1pPr>
          </a:lstStyle>
          <a:p>
            <a:pPr marL="228600" lvl="0" indent="-228600"/>
            <a:r>
              <a:rPr lang="en-US" sz="3000">
                <a:latin typeface="+mj-lt"/>
              </a:rPr>
              <a:t>00%</a:t>
            </a:r>
          </a:p>
        </p:txBody>
      </p:sp>
      <p:sp>
        <p:nvSpPr>
          <p:cNvPr id="9" name="Text Placeholder 8">
            <a:extLst>
              <a:ext uri="{FF2B5EF4-FFF2-40B4-BE49-F238E27FC236}">
                <a16:creationId xmlns:a16="http://schemas.microsoft.com/office/drawing/2014/main" id="{9BA14879-AD6D-EF65-00C1-295476E83177}"/>
              </a:ext>
            </a:extLst>
          </p:cNvPr>
          <p:cNvSpPr>
            <a:spLocks noGrp="1"/>
          </p:cNvSpPr>
          <p:nvPr>
            <p:ph type="body" sz="quarter" idx="28" hasCustomPrompt="1"/>
          </p:nvPr>
        </p:nvSpPr>
        <p:spPr>
          <a:xfrm>
            <a:off x="4690559" y="5362574"/>
            <a:ext cx="1234991" cy="428625"/>
          </a:xfrm>
          <a:prstGeom prst="rect">
            <a:avLst/>
          </a:prstGeom>
        </p:spPr>
        <p:txBody>
          <a:bodyPr lIns="0" tIns="0" rIns="0" bIns="0">
            <a:normAutofit/>
          </a:bodyPr>
          <a:lstStyle>
            <a:lvl1pPr marL="0" indent="0">
              <a:buNone/>
              <a:defRPr lang="en-US" sz="1000" spc="10" baseline="0" dirty="0">
                <a:solidFill>
                  <a:schemeClr val="accent1"/>
                </a:solidFill>
              </a:defRPr>
            </a:lvl1pPr>
          </a:lstStyle>
          <a:p>
            <a:pPr marL="228600" lvl="0" indent="-228600"/>
            <a:r>
              <a:rPr lang="en-US"/>
              <a:t>Click to edit text</a:t>
            </a:r>
          </a:p>
        </p:txBody>
      </p:sp>
      <p:sp>
        <p:nvSpPr>
          <p:cNvPr id="11" name="Text Placeholder 8">
            <a:extLst>
              <a:ext uri="{FF2B5EF4-FFF2-40B4-BE49-F238E27FC236}">
                <a16:creationId xmlns:a16="http://schemas.microsoft.com/office/drawing/2014/main" id="{72023F31-09AA-E6AB-E198-AAEB6FE7887E}"/>
              </a:ext>
            </a:extLst>
          </p:cNvPr>
          <p:cNvSpPr>
            <a:spLocks noGrp="1"/>
          </p:cNvSpPr>
          <p:nvPr>
            <p:ph type="body" sz="quarter" idx="29" hasCustomPrompt="1"/>
          </p:nvPr>
        </p:nvSpPr>
        <p:spPr>
          <a:xfrm>
            <a:off x="4690559" y="4924425"/>
            <a:ext cx="1234991" cy="415498"/>
          </a:xfrm>
          <a:prstGeom prst="rect">
            <a:avLst/>
          </a:prstGeom>
          <a:noFill/>
        </p:spPr>
        <p:txBody>
          <a:bodyPr wrap="square" lIns="0" tIns="0" rIns="0" bIns="0" rtlCol="0">
            <a:spAutoFit/>
          </a:bodyPr>
          <a:lstStyle>
            <a:lvl1pPr marL="0" indent="0">
              <a:buNone/>
              <a:defRPr lang="en-US" sz="3000" dirty="0">
                <a:solidFill>
                  <a:schemeClr val="accent1"/>
                </a:solidFill>
                <a:latin typeface="+mj-lt"/>
              </a:defRPr>
            </a:lvl1pPr>
          </a:lstStyle>
          <a:p>
            <a:pPr marL="228600" lvl="0" indent="-228600"/>
            <a:r>
              <a:rPr lang="en-US" sz="3000">
                <a:latin typeface="+mj-lt"/>
              </a:rPr>
              <a:t>00%</a:t>
            </a:r>
          </a:p>
        </p:txBody>
      </p:sp>
      <p:sp>
        <p:nvSpPr>
          <p:cNvPr id="12" name="Text Placeholder 18">
            <a:extLst>
              <a:ext uri="{FF2B5EF4-FFF2-40B4-BE49-F238E27FC236}">
                <a16:creationId xmlns:a16="http://schemas.microsoft.com/office/drawing/2014/main" id="{C356DA4B-68E0-8CE3-407A-E24FC24779DF}"/>
              </a:ext>
            </a:extLst>
          </p:cNvPr>
          <p:cNvSpPr>
            <a:spLocks noGrp="1"/>
          </p:cNvSpPr>
          <p:nvPr>
            <p:ph type="body" sz="quarter" idx="15" hasCustomPrompt="1"/>
          </p:nvPr>
        </p:nvSpPr>
        <p:spPr>
          <a:xfrm flipH="1">
            <a:off x="623888" y="786278"/>
            <a:ext cx="5300664" cy="174851"/>
          </a:xfrm>
          <a:prstGeom prst="rect">
            <a:avLst/>
          </a:prstGeom>
        </p:spPr>
        <p:txBody>
          <a:bodyPr wrap="square" lIns="0" tIns="36000" rIns="0" bIns="0" anchor="t" anchorCtr="0">
            <a:spAutoFit/>
          </a:bodyPr>
          <a:lstStyle>
            <a:lvl1pPr marL="0" indent="0">
              <a:buNone/>
              <a:defRPr lang="en-US" sz="1000" kern="1200" dirty="0">
                <a:solidFill>
                  <a:schemeClr val="tx1"/>
                </a:solidFill>
                <a:latin typeface="+mn-lt"/>
                <a:ea typeface="+mn-ea"/>
                <a:cs typeface="+mn-cs"/>
              </a:defRPr>
            </a:lvl1pPr>
          </a:lstStyle>
          <a:p>
            <a:r>
              <a:rPr lang="en-US"/>
              <a:t>Case study: Client description</a:t>
            </a:r>
          </a:p>
        </p:txBody>
      </p:sp>
      <p:sp>
        <p:nvSpPr>
          <p:cNvPr id="13" name="Title 2">
            <a:extLst>
              <a:ext uri="{FF2B5EF4-FFF2-40B4-BE49-F238E27FC236}">
                <a16:creationId xmlns:a16="http://schemas.microsoft.com/office/drawing/2014/main" id="{86F02B4B-DEA1-2B1E-63A6-AE70D545D018}"/>
              </a:ext>
            </a:extLst>
          </p:cNvPr>
          <p:cNvSpPr>
            <a:spLocks noGrp="1"/>
          </p:cNvSpPr>
          <p:nvPr>
            <p:ph type="title" hasCustomPrompt="1"/>
          </p:nvPr>
        </p:nvSpPr>
        <p:spPr>
          <a:xfrm>
            <a:off x="623888" y="1391951"/>
            <a:ext cx="5292725" cy="338554"/>
          </a:xfrm>
          <a:prstGeom prst="rect">
            <a:avLst/>
          </a:prstGeom>
          <a:noFill/>
        </p:spPr>
        <p:txBody>
          <a:bodyPr wrap="square" lIns="0" tIns="0" rIns="0" bIns="0" rtlCol="0">
            <a:spAutoFit/>
          </a:bodyPr>
          <a:lstStyle>
            <a:lvl1pPr>
              <a:lnSpc>
                <a:spcPct val="100000"/>
              </a:lnSpc>
              <a:defRPr lang="en-US" sz="2200" dirty="0">
                <a:solidFill>
                  <a:schemeClr val="tx1"/>
                </a:solidFill>
                <a:ea typeface="+mn-ea"/>
                <a:cs typeface="+mn-cs"/>
              </a:defRPr>
            </a:lvl1pPr>
          </a:lstStyle>
          <a:p>
            <a:pPr marL="0" lvl="0"/>
            <a:r>
              <a:rPr lang="en-US"/>
              <a:t>Compelling hook</a:t>
            </a:r>
          </a:p>
        </p:txBody>
      </p:sp>
      <p:sp>
        <p:nvSpPr>
          <p:cNvPr id="20" name="Text Placeholder 18">
            <a:extLst>
              <a:ext uri="{FF2B5EF4-FFF2-40B4-BE49-F238E27FC236}">
                <a16:creationId xmlns:a16="http://schemas.microsoft.com/office/drawing/2014/main" id="{086C7F59-CC8C-1CFD-C8BF-9B5247BFC605}"/>
              </a:ext>
            </a:extLst>
          </p:cNvPr>
          <p:cNvSpPr>
            <a:spLocks noGrp="1"/>
          </p:cNvSpPr>
          <p:nvPr>
            <p:ph type="body" sz="quarter" idx="21" hasCustomPrompt="1"/>
          </p:nvPr>
        </p:nvSpPr>
        <p:spPr>
          <a:xfrm flipH="1">
            <a:off x="623888" y="457200"/>
            <a:ext cx="5300664" cy="216401"/>
          </a:xfrm>
          <a:prstGeom prst="rect">
            <a:avLst/>
          </a:prstGeom>
        </p:spPr>
        <p:txBody>
          <a:bodyPr wrap="square" lIns="0" tIns="36000" rIns="0" bIns="0" anchor="t" anchorCtr="0">
            <a:noAutofit/>
          </a:bodyPr>
          <a:lstStyle>
            <a:lvl1pPr marL="0" indent="0">
              <a:buNone/>
              <a:defRPr lang="en-US" sz="1500" b="0" kern="1200" dirty="0">
                <a:solidFill>
                  <a:schemeClr val="tx1"/>
                </a:solidFill>
                <a:latin typeface="+mn-lt"/>
                <a:ea typeface="+mn-ea"/>
                <a:cs typeface="+mn-cs"/>
              </a:defRPr>
            </a:lvl1pPr>
          </a:lstStyle>
          <a:p>
            <a:pPr marL="0" lvl="0" indent="0" algn="l" defTabSz="914400" rtl="0" eaLnBrk="1" latinLnBrk="0" hangingPunct="1">
              <a:lnSpc>
                <a:spcPct val="90000"/>
              </a:lnSpc>
              <a:spcBef>
                <a:spcPts val="1000"/>
              </a:spcBef>
              <a:buFont typeface="Arial" panose="020B0604020202020204" pitchFamily="34" charset="0"/>
              <a:buNone/>
            </a:pPr>
            <a:r>
              <a:rPr lang="en-US"/>
              <a:t>Business Unit</a:t>
            </a:r>
          </a:p>
        </p:txBody>
      </p:sp>
      <p:pic>
        <p:nvPicPr>
          <p:cNvPr id="7" name="Graphic 6">
            <a:extLst>
              <a:ext uri="{FF2B5EF4-FFF2-40B4-BE49-F238E27FC236}">
                <a16:creationId xmlns:a16="http://schemas.microsoft.com/office/drawing/2014/main" id="{0FF26795-5969-0635-78C3-63A2CFC3E482}"/>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10917328" y="345760"/>
            <a:ext cx="914400" cy="122739"/>
          </a:xfrm>
          <a:prstGeom prst="rect">
            <a:avLst/>
          </a:prstGeom>
        </p:spPr>
      </p:pic>
      <p:sp>
        <p:nvSpPr>
          <p:cNvPr id="16" name="TextBox 15">
            <a:extLst>
              <a:ext uri="{FF2B5EF4-FFF2-40B4-BE49-F238E27FC236}">
                <a16:creationId xmlns:a16="http://schemas.microsoft.com/office/drawing/2014/main" id="{68EA30B7-D9E2-5CAD-6AD0-C13B33252F63}"/>
              </a:ext>
            </a:extLst>
          </p:cNvPr>
          <p:cNvSpPr txBox="1"/>
          <p:nvPr userDrawn="1"/>
        </p:nvSpPr>
        <p:spPr>
          <a:xfrm>
            <a:off x="623888" y="6453188"/>
            <a:ext cx="2781211" cy="107722"/>
          </a:xfrm>
          <a:prstGeom prst="rect">
            <a:avLst/>
          </a:prstGeom>
          <a:noFill/>
        </p:spPr>
        <p:txBody>
          <a:bodyPr wrap="square" lIns="0" tIns="0" rIns="0" bIns="0"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IN" sz="700" kern="0" spc="50" baseline="0">
                <a:solidFill>
                  <a:schemeClr val="accent5">
                    <a:lumMod val="75000"/>
                  </a:schemeClr>
                </a:solidFill>
                <a:latin typeface="+mn-lt"/>
                <a:ea typeface="+mn-ea"/>
                <a:cs typeface="Heebo" pitchFamily="2" charset="-79"/>
              </a:rPr>
              <a:t>© Hexaware Technologies. Confidential briefing. </a:t>
            </a:r>
            <a:endParaRPr lang="en-US" sz="700" kern="0" spc="50" baseline="0">
              <a:solidFill>
                <a:schemeClr val="accent5">
                  <a:lumMod val="75000"/>
                </a:schemeClr>
              </a:solidFill>
              <a:latin typeface="+mn-lt"/>
              <a:ea typeface="+mn-ea"/>
              <a:cs typeface="Heebo" pitchFamily="2" charset="-79"/>
            </a:endParaRPr>
          </a:p>
        </p:txBody>
      </p:sp>
    </p:spTree>
    <p:extLst>
      <p:ext uri="{BB962C8B-B14F-4D97-AF65-F5344CB8AC3E}">
        <p14:creationId xmlns:p14="http://schemas.microsoft.com/office/powerpoint/2010/main" val="305124122"/>
      </p:ext>
    </p:extLst>
  </p:cSld>
  <p:clrMapOvr>
    <a:masterClrMapping/>
  </p:clrMapOvr>
  <p:extLst>
    <p:ext uri="{DCECCB84-F9BA-43D5-87BE-67443E8EF086}">
      <p15:sldGuideLst xmlns:p15="http://schemas.microsoft.com/office/powerpoint/2012/main">
        <p15:guide id="1" orient="horz" pos="4020" userDrawn="1">
          <p15:clr>
            <a:srgbClr val="FBAE40"/>
          </p15:clr>
        </p15:guide>
        <p15:guide id="2" pos="393" userDrawn="1">
          <p15:clr>
            <a:srgbClr val="FBAE40"/>
          </p15:clr>
        </p15:guide>
        <p15:guide id="3" pos="7287" userDrawn="1">
          <p15:clr>
            <a:srgbClr val="FBAE40"/>
          </p15:clr>
        </p15:guide>
        <p15:guide id="4" orient="horz" pos="240" userDrawn="1">
          <p15:clr>
            <a:srgbClr val="FBAE40"/>
          </p15:clr>
        </p15:guide>
        <p15:guide id="5" orient="horz" pos="572" userDrawn="1">
          <p15:clr>
            <a:srgbClr val="FBAE40"/>
          </p15:clr>
        </p15:guide>
        <p15:guide id="6" pos="3795" userDrawn="1">
          <p15:clr>
            <a:srgbClr val="FBAE40"/>
          </p15:clr>
        </p15:guide>
        <p15:guide id="7" pos="4056" userDrawn="1">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Case Study with Client Logo">
    <p:spTree>
      <p:nvGrpSpPr>
        <p:cNvPr id="1" name=""/>
        <p:cNvGrpSpPr/>
        <p:nvPr/>
      </p:nvGrpSpPr>
      <p:grpSpPr>
        <a:xfrm>
          <a:off x="0" y="0"/>
          <a:ext cx="0" cy="0"/>
          <a:chOff x="0" y="0"/>
          <a:chExt cx="0" cy="0"/>
        </a:xfrm>
      </p:grpSpPr>
      <p:sp>
        <p:nvSpPr>
          <p:cNvPr id="4" name="Text Placeholder 8">
            <a:extLst>
              <a:ext uri="{FF2B5EF4-FFF2-40B4-BE49-F238E27FC236}">
                <a16:creationId xmlns:a16="http://schemas.microsoft.com/office/drawing/2014/main" id="{9D067813-582A-4E3A-EF66-EF9F8971DFC5}"/>
              </a:ext>
            </a:extLst>
          </p:cNvPr>
          <p:cNvSpPr>
            <a:spLocks noGrp="1"/>
          </p:cNvSpPr>
          <p:nvPr>
            <p:ph type="body" sz="quarter" idx="18" hasCustomPrompt="1"/>
          </p:nvPr>
        </p:nvSpPr>
        <p:spPr>
          <a:xfrm>
            <a:off x="623888" y="5362574"/>
            <a:ext cx="1234991" cy="428625"/>
          </a:xfrm>
          <a:prstGeom prst="rect">
            <a:avLst/>
          </a:prstGeom>
        </p:spPr>
        <p:txBody>
          <a:bodyPr lIns="0" tIns="0" rIns="0" bIns="0">
            <a:normAutofit/>
          </a:bodyPr>
          <a:lstStyle>
            <a:lvl1pPr marL="0" indent="0">
              <a:buNone/>
              <a:defRPr lang="en-US" sz="1000" spc="10" baseline="0" dirty="0"/>
            </a:lvl1pPr>
          </a:lstStyle>
          <a:p>
            <a:pPr marL="228600" lvl="0" indent="-228600"/>
            <a:r>
              <a:rPr lang="en-US"/>
              <a:t>Click to edit text</a:t>
            </a:r>
          </a:p>
        </p:txBody>
      </p:sp>
      <p:sp>
        <p:nvSpPr>
          <p:cNvPr id="5" name="Text Placeholder 8">
            <a:extLst>
              <a:ext uri="{FF2B5EF4-FFF2-40B4-BE49-F238E27FC236}">
                <a16:creationId xmlns:a16="http://schemas.microsoft.com/office/drawing/2014/main" id="{AE124A95-9614-9995-E872-AA3631F0E166}"/>
              </a:ext>
            </a:extLst>
          </p:cNvPr>
          <p:cNvSpPr>
            <a:spLocks noGrp="1"/>
          </p:cNvSpPr>
          <p:nvPr>
            <p:ph type="body" sz="quarter" idx="19" hasCustomPrompt="1"/>
          </p:nvPr>
        </p:nvSpPr>
        <p:spPr>
          <a:xfrm>
            <a:off x="623888" y="4924425"/>
            <a:ext cx="1234991" cy="415498"/>
          </a:xfrm>
          <a:prstGeom prst="rect">
            <a:avLst/>
          </a:prstGeom>
          <a:noFill/>
        </p:spPr>
        <p:txBody>
          <a:bodyPr wrap="square" lIns="0" tIns="0" rIns="0" bIns="0" rtlCol="0">
            <a:spAutoFit/>
          </a:bodyPr>
          <a:lstStyle>
            <a:lvl1pPr marL="0" indent="0">
              <a:buNone/>
              <a:defRPr lang="en-US" sz="3000" dirty="0">
                <a:solidFill>
                  <a:schemeClr val="accent1"/>
                </a:solidFill>
                <a:latin typeface="+mj-lt"/>
              </a:defRPr>
            </a:lvl1pPr>
          </a:lstStyle>
          <a:p>
            <a:pPr marL="228600" lvl="0" indent="-228600"/>
            <a:r>
              <a:rPr lang="en-US" sz="3000">
                <a:latin typeface="+mj-lt"/>
              </a:rPr>
              <a:t>00%</a:t>
            </a:r>
          </a:p>
        </p:txBody>
      </p:sp>
      <p:sp>
        <p:nvSpPr>
          <p:cNvPr id="10" name="Text Placeholder 8">
            <a:extLst>
              <a:ext uri="{FF2B5EF4-FFF2-40B4-BE49-F238E27FC236}">
                <a16:creationId xmlns:a16="http://schemas.microsoft.com/office/drawing/2014/main" id="{DC7151D7-4F9C-C74E-F631-96155478821F}"/>
              </a:ext>
            </a:extLst>
          </p:cNvPr>
          <p:cNvSpPr>
            <a:spLocks noGrp="1"/>
          </p:cNvSpPr>
          <p:nvPr>
            <p:ph type="body" sz="quarter" idx="20" hasCustomPrompt="1"/>
          </p:nvPr>
        </p:nvSpPr>
        <p:spPr>
          <a:xfrm>
            <a:off x="623888" y="2259101"/>
            <a:ext cx="5400675" cy="2228850"/>
          </a:xfrm>
          <a:prstGeom prst="rect">
            <a:avLst/>
          </a:prstGeom>
        </p:spPr>
        <p:txBody>
          <a:bodyPr lIns="0" tIns="0" rIns="0" bIns="0">
            <a:normAutofit/>
          </a:bodyPr>
          <a:lstStyle>
            <a:lvl1pPr marL="137160" indent="-137160">
              <a:lnSpc>
                <a:spcPct val="100000"/>
              </a:lnSpc>
              <a:buClr>
                <a:schemeClr val="tx1"/>
              </a:buClr>
              <a:buFont typeface="Arial" panose="020B0604020202020204" pitchFamily="34" charset="0"/>
              <a:buChar char="•"/>
              <a:defRPr lang="en-US" sz="1200" spc="10" baseline="0" dirty="0">
                <a:latin typeface="+mj-lt"/>
              </a:defRPr>
            </a:lvl1pPr>
          </a:lstStyle>
          <a:p>
            <a:pPr marL="228600" lvl="0" indent="-228600"/>
            <a:r>
              <a:rPr lang="en-US"/>
              <a:t>Click to edit text</a:t>
            </a:r>
          </a:p>
        </p:txBody>
      </p:sp>
      <p:sp>
        <p:nvSpPr>
          <p:cNvPr id="14" name="Picture Placeholder 10">
            <a:extLst>
              <a:ext uri="{FF2B5EF4-FFF2-40B4-BE49-F238E27FC236}">
                <a16:creationId xmlns:a16="http://schemas.microsoft.com/office/drawing/2014/main" id="{44699355-78E0-0732-ED34-4CC5E8D01C83}"/>
              </a:ext>
            </a:extLst>
          </p:cNvPr>
          <p:cNvSpPr>
            <a:spLocks noGrp="1"/>
          </p:cNvSpPr>
          <p:nvPr>
            <p:ph type="pic" sz="quarter" idx="17" hasCustomPrompt="1"/>
          </p:nvPr>
        </p:nvSpPr>
        <p:spPr>
          <a:xfrm>
            <a:off x="6438900" y="914401"/>
            <a:ext cx="5753100" cy="4856084"/>
          </a:xfrm>
          <a:prstGeom prst="rect">
            <a:avLst/>
          </a:prstGeom>
        </p:spPr>
        <p:txBody>
          <a:bodyPr lIns="0" tIns="0" rIns="0" bIns="0" anchor="ctr" anchorCtr="1"/>
          <a:lstStyle>
            <a:lvl1pPr marL="0" indent="0">
              <a:lnSpc>
                <a:spcPct val="100000"/>
              </a:lnSpc>
              <a:buNone/>
              <a:defRPr lang="en-US" dirty="0"/>
            </a:lvl1pPr>
          </a:lstStyle>
          <a:p>
            <a:pPr marL="228600" lvl="0" indent="-228600" algn="ctr"/>
            <a:r>
              <a:rPr lang="en-US"/>
              <a:t>Replace image </a:t>
            </a:r>
            <a:br>
              <a:rPr lang="en-US"/>
            </a:br>
            <a:r>
              <a:rPr lang="en-US"/>
              <a:t>of your choice</a:t>
            </a:r>
          </a:p>
        </p:txBody>
      </p:sp>
      <p:sp>
        <p:nvSpPr>
          <p:cNvPr id="15" name="Slide Number Placeholder 5">
            <a:extLst>
              <a:ext uri="{FF2B5EF4-FFF2-40B4-BE49-F238E27FC236}">
                <a16:creationId xmlns:a16="http://schemas.microsoft.com/office/drawing/2014/main" id="{00596B1D-988E-E99F-176F-80E435895062}"/>
              </a:ext>
            </a:extLst>
          </p:cNvPr>
          <p:cNvSpPr txBox="1">
            <a:spLocks/>
          </p:cNvSpPr>
          <p:nvPr userDrawn="1"/>
        </p:nvSpPr>
        <p:spPr>
          <a:xfrm>
            <a:off x="11567160" y="6453188"/>
            <a:ext cx="270570" cy="138499"/>
          </a:xfrm>
          <a:prstGeom prst="rect">
            <a:avLst/>
          </a:prstGeom>
          <a:noFill/>
          <a:ln w="9525">
            <a:noFill/>
            <a:miter lim="800000"/>
            <a:headEnd/>
            <a:tailEnd/>
          </a:ln>
          <a:effectLst/>
        </p:spPr>
        <p:txBody>
          <a:bodyPr wrap="square" lIns="0" tIns="0" rIns="0" bIns="0">
            <a:spAutoFit/>
          </a:bodyPr>
          <a:lstStyle>
            <a:defPPr>
              <a:defRPr lang="en-US"/>
            </a:defPPr>
            <a:lvl1pPr marR="0" indent="0" fontAlgn="auto">
              <a:lnSpc>
                <a:spcPct val="100000"/>
              </a:lnSpc>
              <a:spcBef>
                <a:spcPts val="0"/>
              </a:spcBef>
              <a:spcAft>
                <a:spcPts val="0"/>
              </a:spcAft>
              <a:buClrTx/>
              <a:buSzTx/>
              <a:buFontTx/>
              <a:buNone/>
              <a:tabLst/>
              <a:defRPr sz="800">
                <a:solidFill>
                  <a:schemeClr val="tx1">
                    <a:lumMod val="65000"/>
                    <a:lumOff val="35000"/>
                  </a:schemeClr>
                </a:solidFill>
              </a:defRPr>
            </a:lvl1pPr>
            <a:lvl2pPr marL="342946" algn="l" defTabSz="685891" rtl="0" eaLnBrk="1" latinLnBrk="0" hangingPunct="1">
              <a:defRPr sz="1400" kern="1200">
                <a:solidFill>
                  <a:schemeClr val="tx1"/>
                </a:solidFill>
                <a:latin typeface="+mn-lt"/>
                <a:ea typeface="+mn-ea"/>
                <a:cs typeface="+mn-cs"/>
              </a:defRPr>
            </a:lvl2pPr>
            <a:lvl3pPr marL="685891" algn="l" defTabSz="685891" rtl="0" eaLnBrk="1" latinLnBrk="0" hangingPunct="1">
              <a:defRPr sz="1400" kern="1200">
                <a:solidFill>
                  <a:schemeClr val="tx1"/>
                </a:solidFill>
                <a:latin typeface="+mn-lt"/>
                <a:ea typeface="+mn-ea"/>
                <a:cs typeface="+mn-cs"/>
              </a:defRPr>
            </a:lvl3pPr>
            <a:lvl4pPr marL="1028837" algn="l" defTabSz="685891" rtl="0" eaLnBrk="1" latinLnBrk="0" hangingPunct="1">
              <a:defRPr sz="1400" kern="1200">
                <a:solidFill>
                  <a:schemeClr val="tx1"/>
                </a:solidFill>
                <a:latin typeface="+mn-lt"/>
                <a:ea typeface="+mn-ea"/>
                <a:cs typeface="+mn-cs"/>
              </a:defRPr>
            </a:lvl4pPr>
            <a:lvl5pPr marL="1371783" algn="l" defTabSz="685891" rtl="0" eaLnBrk="1" latinLnBrk="0" hangingPunct="1">
              <a:defRPr sz="1400" kern="1200">
                <a:solidFill>
                  <a:schemeClr val="tx1"/>
                </a:solidFill>
                <a:latin typeface="+mn-lt"/>
                <a:ea typeface="+mn-ea"/>
                <a:cs typeface="+mn-cs"/>
              </a:defRPr>
            </a:lvl5pPr>
            <a:lvl6pPr marL="1714729" algn="l" defTabSz="685891" rtl="0" eaLnBrk="1" latinLnBrk="0" hangingPunct="1">
              <a:defRPr sz="1400" kern="1200">
                <a:solidFill>
                  <a:schemeClr val="tx1"/>
                </a:solidFill>
                <a:latin typeface="+mn-lt"/>
                <a:ea typeface="+mn-ea"/>
                <a:cs typeface="+mn-cs"/>
              </a:defRPr>
            </a:lvl6pPr>
            <a:lvl7pPr marL="2057674" algn="l" defTabSz="685891" rtl="0" eaLnBrk="1" latinLnBrk="0" hangingPunct="1">
              <a:defRPr sz="1400" kern="1200">
                <a:solidFill>
                  <a:schemeClr val="tx1"/>
                </a:solidFill>
                <a:latin typeface="+mn-lt"/>
                <a:ea typeface="+mn-ea"/>
                <a:cs typeface="+mn-cs"/>
              </a:defRPr>
            </a:lvl7pPr>
            <a:lvl8pPr marL="2400620" algn="l" defTabSz="685891" rtl="0" eaLnBrk="1" latinLnBrk="0" hangingPunct="1">
              <a:defRPr sz="1400" kern="1200">
                <a:solidFill>
                  <a:schemeClr val="tx1"/>
                </a:solidFill>
                <a:latin typeface="+mn-lt"/>
                <a:ea typeface="+mn-ea"/>
                <a:cs typeface="+mn-cs"/>
              </a:defRPr>
            </a:lvl8pPr>
            <a:lvl9pPr marL="2743566" algn="l" defTabSz="685891" rtl="0" eaLnBrk="1" latinLnBrk="0" hangingPunct="1">
              <a:defRPr sz="1400" kern="1200">
                <a:solidFill>
                  <a:schemeClr val="tx1"/>
                </a:solidFill>
                <a:latin typeface="+mn-lt"/>
                <a:ea typeface="+mn-ea"/>
                <a:cs typeface="+mn-cs"/>
              </a:defRPr>
            </a:lvl9pPr>
          </a:lstStyle>
          <a:p>
            <a:pPr lvl="0" algn="r"/>
            <a:fld id="{39601925-951F-4EA8-91E5-A517312BFAAA}" type="slidenum">
              <a:rPr lang="en-US" sz="900" smtClean="0">
                <a:solidFill>
                  <a:schemeClr val="tx1"/>
                </a:solidFill>
                <a:latin typeface="+mn-lt"/>
              </a:rPr>
              <a:pPr lvl="0" algn="r"/>
              <a:t>‹#›</a:t>
            </a:fld>
            <a:endParaRPr lang="en-US" sz="900">
              <a:solidFill>
                <a:schemeClr val="tx1"/>
              </a:solidFill>
              <a:latin typeface="+mn-lt"/>
            </a:endParaRPr>
          </a:p>
        </p:txBody>
      </p:sp>
      <p:sp>
        <p:nvSpPr>
          <p:cNvPr id="2" name="Text Placeholder 8">
            <a:extLst>
              <a:ext uri="{FF2B5EF4-FFF2-40B4-BE49-F238E27FC236}">
                <a16:creationId xmlns:a16="http://schemas.microsoft.com/office/drawing/2014/main" id="{50C99C6E-EBA2-8BAD-9F81-2D0DB0A48CF6}"/>
              </a:ext>
            </a:extLst>
          </p:cNvPr>
          <p:cNvSpPr>
            <a:spLocks noGrp="1"/>
          </p:cNvSpPr>
          <p:nvPr>
            <p:ph type="body" sz="quarter" idx="24" hasCustomPrompt="1"/>
          </p:nvPr>
        </p:nvSpPr>
        <p:spPr>
          <a:xfrm>
            <a:off x="1979445" y="5362574"/>
            <a:ext cx="1234991" cy="428625"/>
          </a:xfrm>
          <a:prstGeom prst="rect">
            <a:avLst/>
          </a:prstGeom>
        </p:spPr>
        <p:txBody>
          <a:bodyPr lIns="0" tIns="0" rIns="0" bIns="0">
            <a:normAutofit/>
          </a:bodyPr>
          <a:lstStyle>
            <a:lvl1pPr marL="0" indent="0">
              <a:buNone/>
              <a:defRPr lang="en-US" sz="1000" spc="10" baseline="0" dirty="0"/>
            </a:lvl1pPr>
          </a:lstStyle>
          <a:p>
            <a:pPr marL="228600" lvl="0" indent="-228600"/>
            <a:r>
              <a:rPr lang="en-US"/>
              <a:t>Click to edit text</a:t>
            </a:r>
          </a:p>
        </p:txBody>
      </p:sp>
      <p:sp>
        <p:nvSpPr>
          <p:cNvPr id="3" name="Text Placeholder 8">
            <a:extLst>
              <a:ext uri="{FF2B5EF4-FFF2-40B4-BE49-F238E27FC236}">
                <a16:creationId xmlns:a16="http://schemas.microsoft.com/office/drawing/2014/main" id="{9B8C8614-A292-2DEB-B2B8-6FE164A0B9A2}"/>
              </a:ext>
            </a:extLst>
          </p:cNvPr>
          <p:cNvSpPr>
            <a:spLocks noGrp="1"/>
          </p:cNvSpPr>
          <p:nvPr>
            <p:ph type="body" sz="quarter" idx="25" hasCustomPrompt="1"/>
          </p:nvPr>
        </p:nvSpPr>
        <p:spPr>
          <a:xfrm>
            <a:off x="1979445" y="4924425"/>
            <a:ext cx="1234991" cy="415498"/>
          </a:xfrm>
          <a:prstGeom prst="rect">
            <a:avLst/>
          </a:prstGeom>
          <a:noFill/>
        </p:spPr>
        <p:txBody>
          <a:bodyPr wrap="square" lIns="0" tIns="0" rIns="0" bIns="0" rtlCol="0">
            <a:spAutoFit/>
          </a:bodyPr>
          <a:lstStyle>
            <a:lvl1pPr marL="0" indent="0">
              <a:buNone/>
              <a:defRPr lang="en-US" sz="3000" dirty="0">
                <a:solidFill>
                  <a:schemeClr val="accent1"/>
                </a:solidFill>
                <a:latin typeface="+mj-lt"/>
              </a:defRPr>
            </a:lvl1pPr>
          </a:lstStyle>
          <a:p>
            <a:pPr marL="228600" lvl="0" indent="-228600"/>
            <a:r>
              <a:rPr lang="en-US" sz="3000">
                <a:latin typeface="+mj-lt"/>
              </a:rPr>
              <a:t>00%</a:t>
            </a:r>
          </a:p>
        </p:txBody>
      </p:sp>
      <p:sp>
        <p:nvSpPr>
          <p:cNvPr id="6" name="Text Placeholder 8">
            <a:extLst>
              <a:ext uri="{FF2B5EF4-FFF2-40B4-BE49-F238E27FC236}">
                <a16:creationId xmlns:a16="http://schemas.microsoft.com/office/drawing/2014/main" id="{73BF58F6-5870-8D4C-28A5-5AB0669CF4F4}"/>
              </a:ext>
            </a:extLst>
          </p:cNvPr>
          <p:cNvSpPr>
            <a:spLocks noGrp="1"/>
          </p:cNvSpPr>
          <p:nvPr>
            <p:ph type="body" sz="quarter" idx="26" hasCustomPrompt="1"/>
          </p:nvPr>
        </p:nvSpPr>
        <p:spPr>
          <a:xfrm>
            <a:off x="3335002" y="5362574"/>
            <a:ext cx="1234991" cy="428625"/>
          </a:xfrm>
          <a:prstGeom prst="rect">
            <a:avLst/>
          </a:prstGeom>
        </p:spPr>
        <p:txBody>
          <a:bodyPr lIns="0" tIns="0" rIns="0" bIns="0">
            <a:normAutofit/>
          </a:bodyPr>
          <a:lstStyle>
            <a:lvl1pPr marL="0" indent="0">
              <a:buNone/>
              <a:defRPr lang="en-US" sz="1000" spc="10" baseline="0" dirty="0"/>
            </a:lvl1pPr>
          </a:lstStyle>
          <a:p>
            <a:pPr marL="228600" lvl="0" indent="-228600"/>
            <a:r>
              <a:rPr lang="en-US"/>
              <a:t>Click to edit text</a:t>
            </a:r>
          </a:p>
        </p:txBody>
      </p:sp>
      <p:sp>
        <p:nvSpPr>
          <p:cNvPr id="8" name="Text Placeholder 8">
            <a:extLst>
              <a:ext uri="{FF2B5EF4-FFF2-40B4-BE49-F238E27FC236}">
                <a16:creationId xmlns:a16="http://schemas.microsoft.com/office/drawing/2014/main" id="{3BC94BD8-ABAB-BE04-A141-5BF408AB2339}"/>
              </a:ext>
            </a:extLst>
          </p:cNvPr>
          <p:cNvSpPr>
            <a:spLocks noGrp="1"/>
          </p:cNvSpPr>
          <p:nvPr>
            <p:ph type="body" sz="quarter" idx="27" hasCustomPrompt="1"/>
          </p:nvPr>
        </p:nvSpPr>
        <p:spPr>
          <a:xfrm>
            <a:off x="3335002" y="4924425"/>
            <a:ext cx="1234991" cy="415498"/>
          </a:xfrm>
          <a:prstGeom prst="rect">
            <a:avLst/>
          </a:prstGeom>
          <a:noFill/>
        </p:spPr>
        <p:txBody>
          <a:bodyPr wrap="square" lIns="0" tIns="0" rIns="0" bIns="0" rtlCol="0">
            <a:spAutoFit/>
          </a:bodyPr>
          <a:lstStyle>
            <a:lvl1pPr marL="0" indent="0">
              <a:buNone/>
              <a:defRPr lang="en-US" sz="3000" dirty="0">
                <a:solidFill>
                  <a:schemeClr val="accent1"/>
                </a:solidFill>
                <a:latin typeface="+mj-lt"/>
              </a:defRPr>
            </a:lvl1pPr>
          </a:lstStyle>
          <a:p>
            <a:pPr marL="228600" lvl="0" indent="-228600"/>
            <a:r>
              <a:rPr lang="en-US" sz="3000">
                <a:latin typeface="+mj-lt"/>
              </a:rPr>
              <a:t>00%</a:t>
            </a:r>
          </a:p>
        </p:txBody>
      </p:sp>
      <p:sp>
        <p:nvSpPr>
          <p:cNvPr id="9" name="Text Placeholder 8">
            <a:extLst>
              <a:ext uri="{FF2B5EF4-FFF2-40B4-BE49-F238E27FC236}">
                <a16:creationId xmlns:a16="http://schemas.microsoft.com/office/drawing/2014/main" id="{9BA14879-AD6D-EF65-00C1-295476E83177}"/>
              </a:ext>
            </a:extLst>
          </p:cNvPr>
          <p:cNvSpPr>
            <a:spLocks noGrp="1"/>
          </p:cNvSpPr>
          <p:nvPr>
            <p:ph type="body" sz="quarter" idx="28" hasCustomPrompt="1"/>
          </p:nvPr>
        </p:nvSpPr>
        <p:spPr>
          <a:xfrm>
            <a:off x="4690559" y="5362574"/>
            <a:ext cx="1234991" cy="428625"/>
          </a:xfrm>
          <a:prstGeom prst="rect">
            <a:avLst/>
          </a:prstGeom>
        </p:spPr>
        <p:txBody>
          <a:bodyPr lIns="0" tIns="0" rIns="0" bIns="0">
            <a:normAutofit/>
          </a:bodyPr>
          <a:lstStyle>
            <a:lvl1pPr marL="0" indent="0">
              <a:buNone/>
              <a:defRPr lang="en-US" sz="1000" spc="10" baseline="0" dirty="0"/>
            </a:lvl1pPr>
          </a:lstStyle>
          <a:p>
            <a:pPr marL="228600" lvl="0" indent="-228600"/>
            <a:r>
              <a:rPr lang="en-US"/>
              <a:t>Click to edit text</a:t>
            </a:r>
          </a:p>
        </p:txBody>
      </p:sp>
      <p:sp>
        <p:nvSpPr>
          <p:cNvPr id="11" name="Text Placeholder 8">
            <a:extLst>
              <a:ext uri="{FF2B5EF4-FFF2-40B4-BE49-F238E27FC236}">
                <a16:creationId xmlns:a16="http://schemas.microsoft.com/office/drawing/2014/main" id="{72023F31-09AA-E6AB-E198-AAEB6FE7887E}"/>
              </a:ext>
            </a:extLst>
          </p:cNvPr>
          <p:cNvSpPr>
            <a:spLocks noGrp="1"/>
          </p:cNvSpPr>
          <p:nvPr>
            <p:ph type="body" sz="quarter" idx="29" hasCustomPrompt="1"/>
          </p:nvPr>
        </p:nvSpPr>
        <p:spPr>
          <a:xfrm>
            <a:off x="4690559" y="4924425"/>
            <a:ext cx="1234991" cy="415498"/>
          </a:xfrm>
          <a:prstGeom prst="rect">
            <a:avLst/>
          </a:prstGeom>
          <a:noFill/>
        </p:spPr>
        <p:txBody>
          <a:bodyPr wrap="square" lIns="0" tIns="0" rIns="0" bIns="0" rtlCol="0">
            <a:spAutoFit/>
          </a:bodyPr>
          <a:lstStyle>
            <a:lvl1pPr marL="0" indent="0">
              <a:buNone/>
              <a:defRPr lang="en-US" sz="3000" dirty="0">
                <a:solidFill>
                  <a:schemeClr val="accent1"/>
                </a:solidFill>
                <a:latin typeface="+mj-lt"/>
              </a:defRPr>
            </a:lvl1pPr>
          </a:lstStyle>
          <a:p>
            <a:pPr marL="228600" lvl="0" indent="-228600"/>
            <a:r>
              <a:rPr lang="en-US" sz="3000">
                <a:latin typeface="+mj-lt"/>
              </a:rPr>
              <a:t>00%</a:t>
            </a:r>
          </a:p>
        </p:txBody>
      </p:sp>
      <p:sp>
        <p:nvSpPr>
          <p:cNvPr id="12" name="Text Placeholder 18">
            <a:extLst>
              <a:ext uri="{FF2B5EF4-FFF2-40B4-BE49-F238E27FC236}">
                <a16:creationId xmlns:a16="http://schemas.microsoft.com/office/drawing/2014/main" id="{C356DA4B-68E0-8CE3-407A-E24FC24779DF}"/>
              </a:ext>
            </a:extLst>
          </p:cNvPr>
          <p:cNvSpPr>
            <a:spLocks noGrp="1"/>
          </p:cNvSpPr>
          <p:nvPr>
            <p:ph type="body" sz="quarter" idx="15" hasCustomPrompt="1"/>
          </p:nvPr>
        </p:nvSpPr>
        <p:spPr>
          <a:xfrm flipH="1">
            <a:off x="623888" y="786278"/>
            <a:ext cx="5300664" cy="174851"/>
          </a:xfrm>
          <a:prstGeom prst="rect">
            <a:avLst/>
          </a:prstGeom>
        </p:spPr>
        <p:txBody>
          <a:bodyPr wrap="square" lIns="0" tIns="36000" rIns="0" bIns="0" anchor="t" anchorCtr="0">
            <a:spAutoFit/>
          </a:bodyPr>
          <a:lstStyle>
            <a:lvl1pPr marL="0" indent="0">
              <a:buNone/>
              <a:defRPr lang="en-US" sz="1000" kern="1200" dirty="0">
                <a:solidFill>
                  <a:schemeClr val="tx1"/>
                </a:solidFill>
                <a:latin typeface="+mn-lt"/>
                <a:ea typeface="+mn-ea"/>
                <a:cs typeface="+mn-cs"/>
              </a:defRPr>
            </a:lvl1pPr>
          </a:lstStyle>
          <a:p>
            <a:r>
              <a:rPr lang="en-US"/>
              <a:t>Case study: Client description</a:t>
            </a:r>
          </a:p>
        </p:txBody>
      </p:sp>
      <p:sp>
        <p:nvSpPr>
          <p:cNvPr id="13" name="Title 2">
            <a:extLst>
              <a:ext uri="{FF2B5EF4-FFF2-40B4-BE49-F238E27FC236}">
                <a16:creationId xmlns:a16="http://schemas.microsoft.com/office/drawing/2014/main" id="{86F02B4B-DEA1-2B1E-63A6-AE70D545D018}"/>
              </a:ext>
            </a:extLst>
          </p:cNvPr>
          <p:cNvSpPr>
            <a:spLocks noGrp="1"/>
          </p:cNvSpPr>
          <p:nvPr>
            <p:ph type="title" hasCustomPrompt="1"/>
          </p:nvPr>
        </p:nvSpPr>
        <p:spPr>
          <a:xfrm>
            <a:off x="623888" y="1391951"/>
            <a:ext cx="5292725" cy="304699"/>
          </a:xfrm>
          <a:prstGeom prst="rect">
            <a:avLst/>
          </a:prstGeom>
          <a:noFill/>
        </p:spPr>
        <p:txBody>
          <a:bodyPr wrap="square" lIns="0" tIns="0" rIns="0" bIns="0" rtlCol="0">
            <a:spAutoFit/>
          </a:bodyPr>
          <a:lstStyle>
            <a:lvl1pPr>
              <a:defRPr lang="en-US" sz="2200" dirty="0">
                <a:solidFill>
                  <a:schemeClr val="accent1"/>
                </a:solidFill>
                <a:ea typeface="+mn-ea"/>
                <a:cs typeface="+mn-cs"/>
              </a:defRPr>
            </a:lvl1pPr>
          </a:lstStyle>
          <a:p>
            <a:pPr marL="0" lvl="0"/>
            <a:r>
              <a:rPr lang="en-US"/>
              <a:t>Compelling hook</a:t>
            </a:r>
          </a:p>
        </p:txBody>
      </p:sp>
      <p:sp>
        <p:nvSpPr>
          <p:cNvPr id="20" name="Text Placeholder 18">
            <a:extLst>
              <a:ext uri="{FF2B5EF4-FFF2-40B4-BE49-F238E27FC236}">
                <a16:creationId xmlns:a16="http://schemas.microsoft.com/office/drawing/2014/main" id="{086C7F59-CC8C-1CFD-C8BF-9B5247BFC605}"/>
              </a:ext>
            </a:extLst>
          </p:cNvPr>
          <p:cNvSpPr>
            <a:spLocks noGrp="1"/>
          </p:cNvSpPr>
          <p:nvPr>
            <p:ph type="body" sz="quarter" idx="21" hasCustomPrompt="1"/>
          </p:nvPr>
        </p:nvSpPr>
        <p:spPr>
          <a:xfrm flipH="1">
            <a:off x="623888" y="457200"/>
            <a:ext cx="5300664" cy="216401"/>
          </a:xfrm>
          <a:prstGeom prst="rect">
            <a:avLst/>
          </a:prstGeom>
        </p:spPr>
        <p:txBody>
          <a:bodyPr wrap="square" lIns="0" tIns="36000" rIns="0" bIns="0" anchor="t" anchorCtr="0">
            <a:noAutofit/>
          </a:bodyPr>
          <a:lstStyle>
            <a:lvl1pPr marL="0" indent="0">
              <a:buNone/>
              <a:defRPr lang="en-US" sz="1500" b="0" kern="1200" dirty="0">
                <a:solidFill>
                  <a:schemeClr val="tx1"/>
                </a:solidFill>
                <a:latin typeface="+mn-lt"/>
                <a:ea typeface="+mn-ea"/>
                <a:cs typeface="+mn-cs"/>
              </a:defRPr>
            </a:lvl1pPr>
          </a:lstStyle>
          <a:p>
            <a:pPr marL="0" lvl="0" indent="0" algn="l" defTabSz="914400" rtl="0" eaLnBrk="1" latinLnBrk="0" hangingPunct="1">
              <a:lnSpc>
                <a:spcPct val="90000"/>
              </a:lnSpc>
              <a:spcBef>
                <a:spcPts val="1000"/>
              </a:spcBef>
              <a:buFont typeface="Arial" panose="020B0604020202020204" pitchFamily="34" charset="0"/>
              <a:buNone/>
            </a:pPr>
            <a:r>
              <a:rPr lang="en-US"/>
              <a:t>Business Unit</a:t>
            </a:r>
          </a:p>
        </p:txBody>
      </p:sp>
      <p:pic>
        <p:nvPicPr>
          <p:cNvPr id="7" name="Graphic 6">
            <a:extLst>
              <a:ext uri="{FF2B5EF4-FFF2-40B4-BE49-F238E27FC236}">
                <a16:creationId xmlns:a16="http://schemas.microsoft.com/office/drawing/2014/main" id="{0FF26795-5969-0635-78C3-63A2CFC3E482}"/>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10917328" y="345760"/>
            <a:ext cx="914400" cy="122739"/>
          </a:xfrm>
          <a:prstGeom prst="rect">
            <a:avLst/>
          </a:prstGeom>
        </p:spPr>
      </p:pic>
      <p:sp>
        <p:nvSpPr>
          <p:cNvPr id="16" name="TextBox 15">
            <a:extLst>
              <a:ext uri="{FF2B5EF4-FFF2-40B4-BE49-F238E27FC236}">
                <a16:creationId xmlns:a16="http://schemas.microsoft.com/office/drawing/2014/main" id="{68EA30B7-D9E2-5CAD-6AD0-C13B33252F63}"/>
              </a:ext>
            </a:extLst>
          </p:cNvPr>
          <p:cNvSpPr txBox="1"/>
          <p:nvPr userDrawn="1"/>
        </p:nvSpPr>
        <p:spPr>
          <a:xfrm>
            <a:off x="623888" y="6453188"/>
            <a:ext cx="2781211" cy="107722"/>
          </a:xfrm>
          <a:prstGeom prst="rect">
            <a:avLst/>
          </a:prstGeom>
          <a:noFill/>
        </p:spPr>
        <p:txBody>
          <a:bodyPr wrap="square" lIns="0" tIns="0" rIns="0" bIns="0"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IN" sz="700" kern="0" spc="50" baseline="0">
                <a:solidFill>
                  <a:schemeClr val="accent5">
                    <a:lumMod val="75000"/>
                  </a:schemeClr>
                </a:solidFill>
                <a:latin typeface="+mn-lt"/>
                <a:ea typeface="+mn-ea"/>
                <a:cs typeface="Heebo" pitchFamily="2" charset="-79"/>
              </a:rPr>
              <a:t>© Hexaware Technologies. Confidential briefing. </a:t>
            </a:r>
            <a:endParaRPr lang="en-US" sz="700" kern="0" spc="50" baseline="0">
              <a:solidFill>
                <a:schemeClr val="accent5">
                  <a:lumMod val="75000"/>
                </a:schemeClr>
              </a:solidFill>
              <a:latin typeface="+mn-lt"/>
              <a:ea typeface="+mn-ea"/>
              <a:cs typeface="Heebo" pitchFamily="2" charset="-79"/>
            </a:endParaRPr>
          </a:p>
        </p:txBody>
      </p:sp>
      <p:sp>
        <p:nvSpPr>
          <p:cNvPr id="17" name="Picture Placeholder 10">
            <a:extLst>
              <a:ext uri="{FF2B5EF4-FFF2-40B4-BE49-F238E27FC236}">
                <a16:creationId xmlns:a16="http://schemas.microsoft.com/office/drawing/2014/main" id="{AB14D727-AE35-74B6-7123-2B8ADA30FEC1}"/>
              </a:ext>
            </a:extLst>
          </p:cNvPr>
          <p:cNvSpPr>
            <a:spLocks noGrp="1"/>
          </p:cNvSpPr>
          <p:nvPr>
            <p:ph type="pic" sz="quarter" idx="23" hasCustomPrompt="1"/>
          </p:nvPr>
        </p:nvSpPr>
        <p:spPr>
          <a:xfrm>
            <a:off x="9547412" y="194455"/>
            <a:ext cx="1291871" cy="409853"/>
          </a:xfrm>
          <a:prstGeom prst="rect">
            <a:avLst/>
          </a:prstGeom>
        </p:spPr>
        <p:txBody>
          <a:bodyPr lIns="0" tIns="0" rIns="0" bIns="0" anchor="ctr" anchorCtr="1"/>
          <a:lstStyle>
            <a:lvl1pPr marL="0" indent="0">
              <a:lnSpc>
                <a:spcPct val="100000"/>
              </a:lnSpc>
              <a:buNone/>
              <a:defRPr lang="en-US" sz="900" dirty="0"/>
            </a:lvl1pPr>
          </a:lstStyle>
          <a:p>
            <a:pPr marL="228600" lvl="0" indent="-228600" algn="ctr"/>
            <a:r>
              <a:rPr lang="en-US"/>
              <a:t>Client logo here.</a:t>
            </a:r>
          </a:p>
        </p:txBody>
      </p:sp>
    </p:spTree>
    <p:extLst>
      <p:ext uri="{BB962C8B-B14F-4D97-AF65-F5344CB8AC3E}">
        <p14:creationId xmlns:p14="http://schemas.microsoft.com/office/powerpoint/2010/main" val="1300655491"/>
      </p:ext>
    </p:extLst>
  </p:cSld>
  <p:clrMapOvr>
    <a:masterClrMapping/>
  </p:clrMapOvr>
  <p:extLst>
    <p:ext uri="{DCECCB84-F9BA-43D5-87BE-67443E8EF086}">
      <p15:sldGuideLst xmlns:p15="http://schemas.microsoft.com/office/powerpoint/2012/main">
        <p15:guide id="1" orient="horz" pos="4020" userDrawn="1">
          <p15:clr>
            <a:srgbClr val="FBAE40"/>
          </p15:clr>
        </p15:guide>
        <p15:guide id="2" pos="393" userDrawn="1">
          <p15:clr>
            <a:srgbClr val="FBAE40"/>
          </p15:clr>
        </p15:guide>
        <p15:guide id="3" pos="7287" userDrawn="1">
          <p15:clr>
            <a:srgbClr val="FBAE40"/>
          </p15:clr>
        </p15:guide>
        <p15:guide id="4" orient="horz" pos="240" userDrawn="1">
          <p15:clr>
            <a:srgbClr val="FBAE40"/>
          </p15:clr>
        </p15:guide>
        <p15:guide id="5" orient="horz" pos="572" userDrawn="1">
          <p15:clr>
            <a:srgbClr val="FBAE40"/>
          </p15:clr>
        </p15:guide>
        <p15:guide id="6" pos="3795" userDrawn="1">
          <p15:clr>
            <a:srgbClr val="FBAE40"/>
          </p15:clr>
        </p15:guide>
        <p15:guide id="7" pos="4056" userDrawn="1">
          <p15:clr>
            <a:srgbClr val="FBAE40"/>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Section Divider">
    <p:spTree>
      <p:nvGrpSpPr>
        <p:cNvPr id="1" name=""/>
        <p:cNvGrpSpPr/>
        <p:nvPr/>
      </p:nvGrpSpPr>
      <p:grpSpPr>
        <a:xfrm>
          <a:off x="0" y="0"/>
          <a:ext cx="0" cy="0"/>
          <a:chOff x="0" y="0"/>
          <a:chExt cx="0" cy="0"/>
        </a:xfrm>
      </p:grpSpPr>
      <p:sp>
        <p:nvSpPr>
          <p:cNvPr id="3" name="Picture Placeholder 3">
            <a:extLst>
              <a:ext uri="{FF2B5EF4-FFF2-40B4-BE49-F238E27FC236}">
                <a16:creationId xmlns:a16="http://schemas.microsoft.com/office/drawing/2014/main" id="{0023B6BF-6BEC-44B3-16FD-D8AD3240A4D5}"/>
              </a:ext>
            </a:extLst>
          </p:cNvPr>
          <p:cNvSpPr>
            <a:spLocks noGrp="1"/>
          </p:cNvSpPr>
          <p:nvPr>
            <p:ph type="pic" sz="quarter" idx="16" hasCustomPrompt="1"/>
          </p:nvPr>
        </p:nvSpPr>
        <p:spPr>
          <a:xfrm>
            <a:off x="0" y="0"/>
            <a:ext cx="12192000" cy="6858000"/>
          </a:xfrm>
          <a:prstGeom prst="rect">
            <a:avLst/>
          </a:prstGeom>
        </p:spPr>
        <p:txBody>
          <a:bodyPr anchor="ctr" anchorCtr="1"/>
          <a:lstStyle>
            <a:lvl1pPr marL="0" indent="0" algn="ctr">
              <a:buNone/>
              <a:defRPr/>
            </a:lvl1pPr>
          </a:lstStyle>
          <a:p>
            <a:r>
              <a:rPr lang="en-US"/>
              <a:t>Replace with brand-approved image </a:t>
            </a:r>
            <a:br>
              <a:rPr lang="en-US"/>
            </a:br>
            <a:r>
              <a:rPr lang="en-US"/>
              <a:t>of your choice from </a:t>
            </a:r>
            <a:r>
              <a:rPr lang="en-US" err="1"/>
              <a:t>SalesCentral</a:t>
            </a:r>
            <a:endParaRPr lang="en-US"/>
          </a:p>
        </p:txBody>
      </p:sp>
      <p:sp>
        <p:nvSpPr>
          <p:cNvPr id="2" name="Title 1">
            <a:extLst>
              <a:ext uri="{FF2B5EF4-FFF2-40B4-BE49-F238E27FC236}">
                <a16:creationId xmlns:a16="http://schemas.microsoft.com/office/drawing/2014/main" id="{598F0E86-E33C-1C9A-B1D6-25E39CA4FF73}"/>
              </a:ext>
            </a:extLst>
          </p:cNvPr>
          <p:cNvSpPr>
            <a:spLocks noGrp="1"/>
          </p:cNvSpPr>
          <p:nvPr>
            <p:ph type="title" hasCustomPrompt="1"/>
          </p:nvPr>
        </p:nvSpPr>
        <p:spPr>
          <a:xfrm>
            <a:off x="623888" y="3857625"/>
            <a:ext cx="8180649" cy="623248"/>
          </a:xfrm>
          <a:prstGeom prst="rect">
            <a:avLst/>
          </a:prstGeom>
        </p:spPr>
        <p:txBody>
          <a:bodyPr wrap="square" lIns="0" tIns="0" rIns="0" bIns="0" anchor="t" anchorCtr="0">
            <a:spAutoFit/>
          </a:bodyPr>
          <a:lstStyle>
            <a:lvl1pPr>
              <a:defRPr sz="4500">
                <a:solidFill>
                  <a:schemeClr val="bg2"/>
                </a:solidFill>
                <a:latin typeface="+mj-lt"/>
              </a:defRPr>
            </a:lvl1pPr>
          </a:lstStyle>
          <a:p>
            <a:r>
              <a:rPr lang="en-US"/>
              <a:t>Section Header</a:t>
            </a:r>
          </a:p>
        </p:txBody>
      </p:sp>
      <p:sp>
        <p:nvSpPr>
          <p:cNvPr id="19" name="Text Placeholder 18">
            <a:extLst>
              <a:ext uri="{FF2B5EF4-FFF2-40B4-BE49-F238E27FC236}">
                <a16:creationId xmlns:a16="http://schemas.microsoft.com/office/drawing/2014/main" id="{89B85627-C772-5EFB-A063-1191C3E2A3B3}"/>
              </a:ext>
            </a:extLst>
          </p:cNvPr>
          <p:cNvSpPr>
            <a:spLocks noGrp="1"/>
          </p:cNvSpPr>
          <p:nvPr>
            <p:ph type="body" sz="quarter" idx="15" hasCustomPrompt="1"/>
          </p:nvPr>
        </p:nvSpPr>
        <p:spPr>
          <a:xfrm>
            <a:off x="623888" y="3274796"/>
            <a:ext cx="7328535" cy="304800"/>
          </a:xfrm>
          <a:prstGeom prst="rect">
            <a:avLst/>
          </a:prstGeom>
        </p:spPr>
        <p:txBody>
          <a:bodyPr wrap="square" lIns="0" tIns="0" rIns="0" bIns="0" anchor="ctr" anchorCtr="0">
            <a:noAutofit/>
          </a:bodyPr>
          <a:lstStyle>
            <a:lvl1pPr marL="0" indent="0">
              <a:buNone/>
              <a:defRPr lang="en-US" sz="2200" kern="1200" dirty="0">
                <a:solidFill>
                  <a:schemeClr val="bg2"/>
                </a:solidFill>
                <a:latin typeface="+mj-lt"/>
                <a:ea typeface="+mn-ea"/>
                <a:cs typeface="+mn-cs"/>
              </a:defRPr>
            </a:lvl1pPr>
          </a:lstStyle>
          <a:p>
            <a:pPr marL="0" lvl="0" indent="0" algn="l" defTabSz="914400" rtl="0" eaLnBrk="1" latinLnBrk="0" hangingPunct="1">
              <a:lnSpc>
                <a:spcPct val="90000"/>
              </a:lnSpc>
              <a:spcBef>
                <a:spcPts val="1000"/>
              </a:spcBef>
              <a:buFont typeface="Arial" panose="020B0604020202020204" pitchFamily="34" charset="0"/>
              <a:buNone/>
            </a:pPr>
            <a:r>
              <a:rPr lang="en-US"/>
              <a:t>Deck Title/Main Idea</a:t>
            </a:r>
          </a:p>
        </p:txBody>
      </p:sp>
      <p:pic>
        <p:nvPicPr>
          <p:cNvPr id="5" name="Graphic 4">
            <a:extLst>
              <a:ext uri="{FF2B5EF4-FFF2-40B4-BE49-F238E27FC236}">
                <a16:creationId xmlns:a16="http://schemas.microsoft.com/office/drawing/2014/main" id="{9A9B6927-ECC4-B8DD-4D37-1E96DB1E0D3F}"/>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10917328" y="345760"/>
            <a:ext cx="914400" cy="122739"/>
          </a:xfrm>
          <a:prstGeom prst="rect">
            <a:avLst/>
          </a:prstGeom>
        </p:spPr>
      </p:pic>
    </p:spTree>
    <p:extLst>
      <p:ext uri="{BB962C8B-B14F-4D97-AF65-F5344CB8AC3E}">
        <p14:creationId xmlns:p14="http://schemas.microsoft.com/office/powerpoint/2010/main" val="2527092611"/>
      </p:ext>
    </p:extLst>
  </p:cSld>
  <p:clrMapOvr>
    <a:masterClrMapping/>
  </p:clrMapOvr>
  <p:extLst>
    <p:ext uri="{DCECCB84-F9BA-43D5-87BE-67443E8EF086}">
      <p15:sldGuideLst xmlns:p15="http://schemas.microsoft.com/office/powerpoint/2012/main">
        <p15:guide id="1" orient="horz" pos="3929" userDrawn="1">
          <p15:clr>
            <a:srgbClr val="FBAE40"/>
          </p15:clr>
        </p15:guide>
        <p15:guide id="2" pos="393" userDrawn="1">
          <p15:clr>
            <a:srgbClr val="FBAE40"/>
          </p15:clr>
        </p15:guide>
        <p15:guide id="3" orient="horz" pos="572" userDrawn="1">
          <p15:clr>
            <a:srgbClr val="FBAE40"/>
          </p15:clr>
        </p15:guide>
        <p15:guide id="4" pos="7287" userDrawn="1">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Quotes">
    <p:spTree>
      <p:nvGrpSpPr>
        <p:cNvPr id="1" name=""/>
        <p:cNvGrpSpPr/>
        <p:nvPr/>
      </p:nvGrpSpPr>
      <p:grpSpPr>
        <a:xfrm>
          <a:off x="0" y="0"/>
          <a:ext cx="0" cy="0"/>
          <a:chOff x="0" y="0"/>
          <a:chExt cx="0" cy="0"/>
        </a:xfrm>
      </p:grpSpPr>
      <p:sp>
        <p:nvSpPr>
          <p:cNvPr id="4" name="Picture Placeholder 3">
            <a:extLst>
              <a:ext uri="{FF2B5EF4-FFF2-40B4-BE49-F238E27FC236}">
                <a16:creationId xmlns:a16="http://schemas.microsoft.com/office/drawing/2014/main" id="{D4945255-4D54-BD6F-F948-3B2AF5A407AD}"/>
              </a:ext>
            </a:extLst>
          </p:cNvPr>
          <p:cNvSpPr>
            <a:spLocks noGrp="1"/>
          </p:cNvSpPr>
          <p:nvPr>
            <p:ph type="pic" sz="quarter" idx="16" hasCustomPrompt="1"/>
          </p:nvPr>
        </p:nvSpPr>
        <p:spPr>
          <a:xfrm>
            <a:off x="0" y="0"/>
            <a:ext cx="12192000" cy="6858000"/>
          </a:xfrm>
          <a:prstGeom prst="rect">
            <a:avLst/>
          </a:prstGeom>
        </p:spPr>
        <p:txBody>
          <a:bodyPr anchor="ctr" anchorCtr="1"/>
          <a:lstStyle>
            <a:lvl1pPr marL="0" indent="0" algn="ctr">
              <a:buNone/>
              <a:defRPr/>
            </a:lvl1pPr>
          </a:lstStyle>
          <a:p>
            <a:r>
              <a:rPr lang="en-US"/>
              <a:t>Replace with brand-approved image </a:t>
            </a:r>
            <a:br>
              <a:rPr lang="en-US"/>
            </a:br>
            <a:r>
              <a:rPr lang="en-US"/>
              <a:t>of your choice from </a:t>
            </a:r>
            <a:r>
              <a:rPr lang="en-US" err="1"/>
              <a:t>SalesCentral</a:t>
            </a:r>
            <a:endParaRPr lang="en-US"/>
          </a:p>
        </p:txBody>
      </p:sp>
      <p:sp>
        <p:nvSpPr>
          <p:cNvPr id="6" name="Title 5">
            <a:extLst>
              <a:ext uri="{FF2B5EF4-FFF2-40B4-BE49-F238E27FC236}">
                <a16:creationId xmlns:a16="http://schemas.microsoft.com/office/drawing/2014/main" id="{D0E6E8BE-2736-1222-838E-6E63376063C9}"/>
              </a:ext>
            </a:extLst>
          </p:cNvPr>
          <p:cNvSpPr>
            <a:spLocks noGrp="1"/>
          </p:cNvSpPr>
          <p:nvPr>
            <p:ph type="title" hasCustomPrompt="1"/>
          </p:nvPr>
        </p:nvSpPr>
        <p:spPr>
          <a:xfrm>
            <a:off x="822959" y="3039710"/>
            <a:ext cx="9264015" cy="761747"/>
          </a:xfrm>
          <a:prstGeom prst="rect">
            <a:avLst/>
          </a:prstGeom>
        </p:spPr>
        <p:txBody>
          <a:bodyPr wrap="square" lIns="0" tIns="0" rIns="0" bIns="0" anchor="ctr" anchorCtr="0">
            <a:spAutoFit/>
          </a:bodyPr>
          <a:lstStyle>
            <a:lvl1pPr>
              <a:defRPr lang="en-US" sz="5500" dirty="0">
                <a:solidFill>
                  <a:schemeClr val="tx1"/>
                </a:solidFill>
              </a:defRPr>
            </a:lvl1pPr>
          </a:lstStyle>
          <a:p>
            <a:pPr lvl="0"/>
            <a:r>
              <a:rPr lang="en-US"/>
              <a:t>Quotes/Statements</a:t>
            </a:r>
          </a:p>
        </p:txBody>
      </p:sp>
      <p:pic>
        <p:nvPicPr>
          <p:cNvPr id="2" name="Graphic 1">
            <a:extLst>
              <a:ext uri="{FF2B5EF4-FFF2-40B4-BE49-F238E27FC236}">
                <a16:creationId xmlns:a16="http://schemas.microsoft.com/office/drawing/2014/main" id="{6BF5C101-3AED-153B-C82B-8B61A3016893}"/>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10917328" y="345760"/>
            <a:ext cx="914400" cy="122739"/>
          </a:xfrm>
          <a:prstGeom prst="rect">
            <a:avLst/>
          </a:prstGeom>
        </p:spPr>
      </p:pic>
      <p:sp>
        <p:nvSpPr>
          <p:cNvPr id="3" name="TextBox 2">
            <a:extLst>
              <a:ext uri="{FF2B5EF4-FFF2-40B4-BE49-F238E27FC236}">
                <a16:creationId xmlns:a16="http://schemas.microsoft.com/office/drawing/2014/main" id="{62F22B60-3A0B-2802-A96C-D3BBE975C036}"/>
              </a:ext>
            </a:extLst>
          </p:cNvPr>
          <p:cNvSpPr txBox="1"/>
          <p:nvPr userDrawn="1"/>
        </p:nvSpPr>
        <p:spPr>
          <a:xfrm>
            <a:off x="623888" y="6453188"/>
            <a:ext cx="2781211" cy="107722"/>
          </a:xfrm>
          <a:prstGeom prst="rect">
            <a:avLst/>
          </a:prstGeom>
          <a:noFill/>
        </p:spPr>
        <p:txBody>
          <a:bodyPr wrap="square" lIns="0" tIns="0" rIns="0" bIns="0"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IN" sz="700" kern="0" spc="50" baseline="0">
                <a:solidFill>
                  <a:schemeClr val="accent5">
                    <a:lumMod val="75000"/>
                  </a:schemeClr>
                </a:solidFill>
                <a:latin typeface="+mn-lt"/>
                <a:ea typeface="+mn-ea"/>
                <a:cs typeface="Heebo" pitchFamily="2" charset="-79"/>
              </a:rPr>
              <a:t>© Hexaware Technologies. Confidential briefing. </a:t>
            </a:r>
            <a:endParaRPr lang="en-US" sz="700" kern="0" spc="50" baseline="0">
              <a:solidFill>
                <a:schemeClr val="accent5">
                  <a:lumMod val="75000"/>
                </a:schemeClr>
              </a:solidFill>
              <a:latin typeface="+mn-lt"/>
              <a:ea typeface="+mn-ea"/>
              <a:cs typeface="Heebo" pitchFamily="2" charset="-79"/>
            </a:endParaRPr>
          </a:p>
        </p:txBody>
      </p:sp>
    </p:spTree>
    <p:extLst>
      <p:ext uri="{BB962C8B-B14F-4D97-AF65-F5344CB8AC3E}">
        <p14:creationId xmlns:p14="http://schemas.microsoft.com/office/powerpoint/2010/main" val="396585679"/>
      </p:ext>
    </p:extLst>
  </p:cSld>
  <p:clrMapOvr>
    <a:masterClrMapping/>
  </p:clrMapOvr>
  <p:extLst>
    <p:ext uri="{DCECCB84-F9BA-43D5-87BE-67443E8EF086}">
      <p15:sldGuideLst xmlns:p15="http://schemas.microsoft.com/office/powerpoint/2012/main">
        <p15:guide id="1" orient="horz" pos="4020">
          <p15:clr>
            <a:srgbClr val="FBAE40"/>
          </p15:clr>
        </p15:guide>
        <p15:guide id="2" pos="393">
          <p15:clr>
            <a:srgbClr val="FBAE40"/>
          </p15:clr>
        </p15:guide>
        <p15:guide id="3" pos="7287">
          <p15:clr>
            <a:srgbClr val="FBAE40"/>
          </p15:clr>
        </p15:guide>
        <p15:guide id="4" orient="horz" pos="232">
          <p15:clr>
            <a:srgbClr val="FBAE40"/>
          </p15:clr>
        </p15:guide>
        <p15:guide id="5" orient="horz" pos="572">
          <p15:clr>
            <a:srgbClr val="FBAE40"/>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Highlight Blue Background">
    <p:bg>
      <p:bgPr>
        <a:solidFill>
          <a:schemeClr val="accent1"/>
        </a:solidFill>
        <a:effectLst/>
      </p:bgPr>
    </p:bg>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111B5BBF-3656-D3C3-5A83-CACD136FC2CA}"/>
              </a:ext>
            </a:extLst>
          </p:cNvPr>
          <p:cNvSpPr>
            <a:spLocks noGrp="1"/>
          </p:cNvSpPr>
          <p:nvPr>
            <p:ph type="title"/>
          </p:nvPr>
        </p:nvSpPr>
        <p:spPr>
          <a:xfrm>
            <a:off x="623888" y="908050"/>
            <a:ext cx="5335587" cy="346249"/>
          </a:xfrm>
          <a:prstGeom prst="rect">
            <a:avLst/>
          </a:prstGeom>
          <a:noFill/>
        </p:spPr>
        <p:txBody>
          <a:bodyPr wrap="square" lIns="0" tIns="0" rIns="0" bIns="0" rtlCol="0">
            <a:spAutoFit/>
          </a:bodyPr>
          <a:lstStyle>
            <a:lvl1pPr>
              <a:defRPr lang="en-US" sz="2500">
                <a:solidFill>
                  <a:schemeClr val="bg2"/>
                </a:solidFill>
                <a:ea typeface="+mn-ea"/>
                <a:cs typeface="+mn-cs"/>
              </a:defRPr>
            </a:lvl1pPr>
          </a:lstStyle>
          <a:p>
            <a:pPr marL="0" lvl="0"/>
            <a:r>
              <a:rPr lang="en-US"/>
              <a:t>Click to edit Master title style</a:t>
            </a:r>
          </a:p>
        </p:txBody>
      </p:sp>
      <p:sp>
        <p:nvSpPr>
          <p:cNvPr id="5" name="Slide Number Placeholder 5">
            <a:extLst>
              <a:ext uri="{FF2B5EF4-FFF2-40B4-BE49-F238E27FC236}">
                <a16:creationId xmlns:a16="http://schemas.microsoft.com/office/drawing/2014/main" id="{04FF0805-C9C2-2263-891F-E0EAD4704885}"/>
              </a:ext>
            </a:extLst>
          </p:cNvPr>
          <p:cNvSpPr txBox="1">
            <a:spLocks/>
          </p:cNvSpPr>
          <p:nvPr userDrawn="1"/>
        </p:nvSpPr>
        <p:spPr>
          <a:xfrm>
            <a:off x="11567160" y="6453188"/>
            <a:ext cx="270570" cy="138499"/>
          </a:xfrm>
          <a:prstGeom prst="rect">
            <a:avLst/>
          </a:prstGeom>
          <a:noFill/>
          <a:ln w="9525">
            <a:noFill/>
            <a:miter lim="800000"/>
            <a:headEnd/>
            <a:tailEnd/>
          </a:ln>
          <a:effectLst/>
        </p:spPr>
        <p:txBody>
          <a:bodyPr wrap="square" lIns="0" tIns="0" rIns="0" bIns="0">
            <a:spAutoFit/>
          </a:bodyPr>
          <a:lstStyle>
            <a:defPPr>
              <a:defRPr lang="en-US"/>
            </a:defPPr>
            <a:lvl1pPr marR="0" indent="0" fontAlgn="auto">
              <a:lnSpc>
                <a:spcPct val="100000"/>
              </a:lnSpc>
              <a:spcBef>
                <a:spcPts val="0"/>
              </a:spcBef>
              <a:spcAft>
                <a:spcPts val="0"/>
              </a:spcAft>
              <a:buClrTx/>
              <a:buSzTx/>
              <a:buFontTx/>
              <a:buNone/>
              <a:tabLst/>
              <a:defRPr sz="800">
                <a:solidFill>
                  <a:schemeClr val="tx1">
                    <a:lumMod val="65000"/>
                    <a:lumOff val="35000"/>
                  </a:schemeClr>
                </a:solidFill>
              </a:defRPr>
            </a:lvl1pPr>
            <a:lvl2pPr marL="342946" algn="l" defTabSz="685891" rtl="0" eaLnBrk="1" latinLnBrk="0" hangingPunct="1">
              <a:defRPr sz="1400" kern="1200">
                <a:solidFill>
                  <a:schemeClr val="tx1"/>
                </a:solidFill>
                <a:latin typeface="+mn-lt"/>
                <a:ea typeface="+mn-ea"/>
                <a:cs typeface="+mn-cs"/>
              </a:defRPr>
            </a:lvl2pPr>
            <a:lvl3pPr marL="685891" algn="l" defTabSz="685891" rtl="0" eaLnBrk="1" latinLnBrk="0" hangingPunct="1">
              <a:defRPr sz="1400" kern="1200">
                <a:solidFill>
                  <a:schemeClr val="tx1"/>
                </a:solidFill>
                <a:latin typeface="+mn-lt"/>
                <a:ea typeface="+mn-ea"/>
                <a:cs typeface="+mn-cs"/>
              </a:defRPr>
            </a:lvl3pPr>
            <a:lvl4pPr marL="1028837" algn="l" defTabSz="685891" rtl="0" eaLnBrk="1" latinLnBrk="0" hangingPunct="1">
              <a:defRPr sz="1400" kern="1200">
                <a:solidFill>
                  <a:schemeClr val="tx1"/>
                </a:solidFill>
                <a:latin typeface="+mn-lt"/>
                <a:ea typeface="+mn-ea"/>
                <a:cs typeface="+mn-cs"/>
              </a:defRPr>
            </a:lvl4pPr>
            <a:lvl5pPr marL="1371783" algn="l" defTabSz="685891" rtl="0" eaLnBrk="1" latinLnBrk="0" hangingPunct="1">
              <a:defRPr sz="1400" kern="1200">
                <a:solidFill>
                  <a:schemeClr val="tx1"/>
                </a:solidFill>
                <a:latin typeface="+mn-lt"/>
                <a:ea typeface="+mn-ea"/>
                <a:cs typeface="+mn-cs"/>
              </a:defRPr>
            </a:lvl5pPr>
            <a:lvl6pPr marL="1714729" algn="l" defTabSz="685891" rtl="0" eaLnBrk="1" latinLnBrk="0" hangingPunct="1">
              <a:defRPr sz="1400" kern="1200">
                <a:solidFill>
                  <a:schemeClr val="tx1"/>
                </a:solidFill>
                <a:latin typeface="+mn-lt"/>
                <a:ea typeface="+mn-ea"/>
                <a:cs typeface="+mn-cs"/>
              </a:defRPr>
            </a:lvl6pPr>
            <a:lvl7pPr marL="2057674" algn="l" defTabSz="685891" rtl="0" eaLnBrk="1" latinLnBrk="0" hangingPunct="1">
              <a:defRPr sz="1400" kern="1200">
                <a:solidFill>
                  <a:schemeClr val="tx1"/>
                </a:solidFill>
                <a:latin typeface="+mn-lt"/>
                <a:ea typeface="+mn-ea"/>
                <a:cs typeface="+mn-cs"/>
              </a:defRPr>
            </a:lvl7pPr>
            <a:lvl8pPr marL="2400620" algn="l" defTabSz="685891" rtl="0" eaLnBrk="1" latinLnBrk="0" hangingPunct="1">
              <a:defRPr sz="1400" kern="1200">
                <a:solidFill>
                  <a:schemeClr val="tx1"/>
                </a:solidFill>
                <a:latin typeface="+mn-lt"/>
                <a:ea typeface="+mn-ea"/>
                <a:cs typeface="+mn-cs"/>
              </a:defRPr>
            </a:lvl8pPr>
            <a:lvl9pPr marL="2743566" algn="l" defTabSz="685891" rtl="0" eaLnBrk="1" latinLnBrk="0" hangingPunct="1">
              <a:defRPr sz="1400" kern="1200">
                <a:solidFill>
                  <a:schemeClr val="tx1"/>
                </a:solidFill>
                <a:latin typeface="+mn-lt"/>
                <a:ea typeface="+mn-ea"/>
                <a:cs typeface="+mn-cs"/>
              </a:defRPr>
            </a:lvl9pPr>
          </a:lstStyle>
          <a:p>
            <a:pPr lvl="0" algn="r"/>
            <a:fld id="{39601925-951F-4EA8-91E5-A517312BFAAA}" type="slidenum">
              <a:rPr lang="en-US" sz="900" smtClean="0">
                <a:solidFill>
                  <a:schemeClr val="bg2"/>
                </a:solidFill>
                <a:latin typeface="+mn-lt"/>
              </a:rPr>
              <a:pPr lvl="0" algn="r"/>
              <a:t>‹#›</a:t>
            </a:fld>
            <a:endParaRPr lang="en-US" sz="900">
              <a:solidFill>
                <a:schemeClr val="bg2"/>
              </a:solidFill>
              <a:latin typeface="+mn-lt"/>
            </a:endParaRPr>
          </a:p>
        </p:txBody>
      </p:sp>
      <p:pic>
        <p:nvPicPr>
          <p:cNvPr id="4" name="Graphic 3">
            <a:extLst>
              <a:ext uri="{FF2B5EF4-FFF2-40B4-BE49-F238E27FC236}">
                <a16:creationId xmlns:a16="http://schemas.microsoft.com/office/drawing/2014/main" id="{C57AFB80-6C53-A18C-7FEF-6CAEDC4A62A6}"/>
              </a:ext>
            </a:extLst>
          </p:cNvPr>
          <p:cNvPicPr>
            <a:picLocks noChangeAspect="1"/>
          </p:cNvPicPr>
          <p:nvPr userDrawn="1"/>
        </p:nvPicPr>
        <p:blipFill>
          <a:blip>
            <a:lum bright="100000"/>
            <a:extLst>
              <a:ext uri="{96DAC541-7B7A-43D3-8B79-37D633B846F1}">
                <asvg:svgBlip xmlns:asvg="http://schemas.microsoft.com/office/drawing/2016/SVG/main" r:embed="rId2"/>
              </a:ext>
            </a:extLst>
          </a:blip>
          <a:stretch>
            <a:fillRect/>
          </a:stretch>
        </p:blipFill>
        <p:spPr>
          <a:xfrm>
            <a:off x="10917328" y="345760"/>
            <a:ext cx="914400" cy="122739"/>
          </a:xfrm>
          <a:prstGeom prst="rect">
            <a:avLst/>
          </a:prstGeom>
        </p:spPr>
      </p:pic>
      <p:sp>
        <p:nvSpPr>
          <p:cNvPr id="7" name="TextBox 6">
            <a:extLst>
              <a:ext uri="{FF2B5EF4-FFF2-40B4-BE49-F238E27FC236}">
                <a16:creationId xmlns:a16="http://schemas.microsoft.com/office/drawing/2014/main" id="{F70B9604-38F2-3FB9-7EAE-F929A08B46DA}"/>
              </a:ext>
            </a:extLst>
          </p:cNvPr>
          <p:cNvSpPr txBox="1"/>
          <p:nvPr userDrawn="1"/>
        </p:nvSpPr>
        <p:spPr>
          <a:xfrm>
            <a:off x="623888" y="6453188"/>
            <a:ext cx="2781211" cy="107722"/>
          </a:xfrm>
          <a:prstGeom prst="rect">
            <a:avLst/>
          </a:prstGeom>
          <a:noFill/>
        </p:spPr>
        <p:txBody>
          <a:bodyPr wrap="square" lIns="0" tIns="0" rIns="0" bIns="0"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IN" sz="700" kern="0" spc="50" baseline="0">
                <a:solidFill>
                  <a:srgbClr val="CBD0E5"/>
                </a:solidFill>
                <a:latin typeface="+mn-lt"/>
                <a:ea typeface="+mn-ea"/>
                <a:cs typeface="Heebo" pitchFamily="2" charset="-79"/>
              </a:rPr>
              <a:t>© Hexaware Technologies. Confidential briefing. </a:t>
            </a:r>
            <a:endParaRPr lang="en-US" sz="700" kern="0" spc="50" baseline="0">
              <a:solidFill>
                <a:srgbClr val="CBD0E5"/>
              </a:solidFill>
              <a:latin typeface="+mn-lt"/>
              <a:ea typeface="+mn-ea"/>
              <a:cs typeface="Heebo" pitchFamily="2" charset="-79"/>
            </a:endParaRPr>
          </a:p>
        </p:txBody>
      </p:sp>
    </p:spTree>
    <p:extLst>
      <p:ext uri="{BB962C8B-B14F-4D97-AF65-F5344CB8AC3E}">
        <p14:creationId xmlns:p14="http://schemas.microsoft.com/office/powerpoint/2010/main" val="2073989852"/>
      </p:ext>
    </p:extLst>
  </p:cSld>
  <p:clrMapOvr>
    <a:masterClrMapping/>
  </p:clrMapOvr>
  <p:extLst>
    <p:ext uri="{DCECCB84-F9BA-43D5-87BE-67443E8EF086}">
      <p15:sldGuideLst xmlns:p15="http://schemas.microsoft.com/office/powerpoint/2012/main">
        <p15:guide id="1" orient="horz" pos="4020" userDrawn="1">
          <p15:clr>
            <a:srgbClr val="FBAE40"/>
          </p15:clr>
        </p15:guide>
        <p15:guide id="2" pos="393" userDrawn="1">
          <p15:clr>
            <a:srgbClr val="FBAE40"/>
          </p15:clr>
        </p15:guide>
        <p15:guide id="3" pos="7287" userDrawn="1">
          <p15:clr>
            <a:srgbClr val="FBAE40"/>
          </p15:clr>
        </p15:guide>
        <p15:guide id="4" orient="horz" pos="232" userDrawn="1">
          <p15:clr>
            <a:srgbClr val="FBAE40"/>
          </p15:clr>
        </p15:guide>
        <p15:guide id="5" orient="horz" pos="572" userDrawn="1">
          <p15:clr>
            <a:srgbClr val="FBAE40"/>
          </p15:clr>
        </p15:guide>
      </p15:sldGuideLst>
    </p:ext>
  </p:extLs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Highlight White Background">
    <p:bg>
      <p:bgPr>
        <a:solidFill>
          <a:schemeClr val="bg1"/>
        </a:solidFill>
        <a:effectLst/>
      </p:bgPr>
    </p:bg>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111B5BBF-3656-D3C3-5A83-CACD136FC2CA}"/>
              </a:ext>
            </a:extLst>
          </p:cNvPr>
          <p:cNvSpPr>
            <a:spLocks noGrp="1"/>
          </p:cNvSpPr>
          <p:nvPr>
            <p:ph type="title"/>
          </p:nvPr>
        </p:nvSpPr>
        <p:spPr>
          <a:xfrm>
            <a:off x="623888" y="908050"/>
            <a:ext cx="5335587" cy="346249"/>
          </a:xfrm>
          <a:prstGeom prst="rect">
            <a:avLst/>
          </a:prstGeom>
          <a:noFill/>
        </p:spPr>
        <p:txBody>
          <a:bodyPr wrap="square" lIns="0" tIns="0" rIns="0" bIns="0" rtlCol="0">
            <a:spAutoFit/>
          </a:bodyPr>
          <a:lstStyle>
            <a:lvl1pPr>
              <a:defRPr lang="en-US" sz="2500">
                <a:solidFill>
                  <a:schemeClr val="tx1"/>
                </a:solidFill>
                <a:ea typeface="+mn-ea"/>
                <a:cs typeface="+mn-cs"/>
              </a:defRPr>
            </a:lvl1pPr>
          </a:lstStyle>
          <a:p>
            <a:pPr marL="0" lvl="0"/>
            <a:r>
              <a:rPr lang="en-US"/>
              <a:t>Click to edit Master title style</a:t>
            </a:r>
          </a:p>
        </p:txBody>
      </p:sp>
      <p:sp>
        <p:nvSpPr>
          <p:cNvPr id="5" name="Slide Number Placeholder 5">
            <a:extLst>
              <a:ext uri="{FF2B5EF4-FFF2-40B4-BE49-F238E27FC236}">
                <a16:creationId xmlns:a16="http://schemas.microsoft.com/office/drawing/2014/main" id="{04FF0805-C9C2-2263-891F-E0EAD4704885}"/>
              </a:ext>
            </a:extLst>
          </p:cNvPr>
          <p:cNvSpPr txBox="1">
            <a:spLocks/>
          </p:cNvSpPr>
          <p:nvPr userDrawn="1"/>
        </p:nvSpPr>
        <p:spPr>
          <a:xfrm>
            <a:off x="11567160" y="6453188"/>
            <a:ext cx="270570" cy="138499"/>
          </a:xfrm>
          <a:prstGeom prst="rect">
            <a:avLst/>
          </a:prstGeom>
          <a:noFill/>
          <a:ln w="9525">
            <a:noFill/>
            <a:miter lim="800000"/>
            <a:headEnd/>
            <a:tailEnd/>
          </a:ln>
          <a:effectLst/>
        </p:spPr>
        <p:txBody>
          <a:bodyPr wrap="square" lIns="0" tIns="0" rIns="0" bIns="0">
            <a:spAutoFit/>
          </a:bodyPr>
          <a:lstStyle>
            <a:defPPr>
              <a:defRPr lang="en-US"/>
            </a:defPPr>
            <a:lvl1pPr marR="0" indent="0" fontAlgn="auto">
              <a:lnSpc>
                <a:spcPct val="100000"/>
              </a:lnSpc>
              <a:spcBef>
                <a:spcPts val="0"/>
              </a:spcBef>
              <a:spcAft>
                <a:spcPts val="0"/>
              </a:spcAft>
              <a:buClrTx/>
              <a:buSzTx/>
              <a:buFontTx/>
              <a:buNone/>
              <a:tabLst/>
              <a:defRPr sz="800">
                <a:solidFill>
                  <a:schemeClr val="tx1">
                    <a:lumMod val="65000"/>
                    <a:lumOff val="35000"/>
                  </a:schemeClr>
                </a:solidFill>
              </a:defRPr>
            </a:lvl1pPr>
            <a:lvl2pPr marL="342946" algn="l" defTabSz="685891" rtl="0" eaLnBrk="1" latinLnBrk="0" hangingPunct="1">
              <a:defRPr sz="1400" kern="1200">
                <a:solidFill>
                  <a:schemeClr val="tx1"/>
                </a:solidFill>
                <a:latin typeface="+mn-lt"/>
                <a:ea typeface="+mn-ea"/>
                <a:cs typeface="+mn-cs"/>
              </a:defRPr>
            </a:lvl2pPr>
            <a:lvl3pPr marL="685891" algn="l" defTabSz="685891" rtl="0" eaLnBrk="1" latinLnBrk="0" hangingPunct="1">
              <a:defRPr sz="1400" kern="1200">
                <a:solidFill>
                  <a:schemeClr val="tx1"/>
                </a:solidFill>
                <a:latin typeface="+mn-lt"/>
                <a:ea typeface="+mn-ea"/>
                <a:cs typeface="+mn-cs"/>
              </a:defRPr>
            </a:lvl3pPr>
            <a:lvl4pPr marL="1028837" algn="l" defTabSz="685891" rtl="0" eaLnBrk="1" latinLnBrk="0" hangingPunct="1">
              <a:defRPr sz="1400" kern="1200">
                <a:solidFill>
                  <a:schemeClr val="tx1"/>
                </a:solidFill>
                <a:latin typeface="+mn-lt"/>
                <a:ea typeface="+mn-ea"/>
                <a:cs typeface="+mn-cs"/>
              </a:defRPr>
            </a:lvl4pPr>
            <a:lvl5pPr marL="1371783" algn="l" defTabSz="685891" rtl="0" eaLnBrk="1" latinLnBrk="0" hangingPunct="1">
              <a:defRPr sz="1400" kern="1200">
                <a:solidFill>
                  <a:schemeClr val="tx1"/>
                </a:solidFill>
                <a:latin typeface="+mn-lt"/>
                <a:ea typeface="+mn-ea"/>
                <a:cs typeface="+mn-cs"/>
              </a:defRPr>
            </a:lvl5pPr>
            <a:lvl6pPr marL="1714729" algn="l" defTabSz="685891" rtl="0" eaLnBrk="1" latinLnBrk="0" hangingPunct="1">
              <a:defRPr sz="1400" kern="1200">
                <a:solidFill>
                  <a:schemeClr val="tx1"/>
                </a:solidFill>
                <a:latin typeface="+mn-lt"/>
                <a:ea typeface="+mn-ea"/>
                <a:cs typeface="+mn-cs"/>
              </a:defRPr>
            </a:lvl6pPr>
            <a:lvl7pPr marL="2057674" algn="l" defTabSz="685891" rtl="0" eaLnBrk="1" latinLnBrk="0" hangingPunct="1">
              <a:defRPr sz="1400" kern="1200">
                <a:solidFill>
                  <a:schemeClr val="tx1"/>
                </a:solidFill>
                <a:latin typeface="+mn-lt"/>
                <a:ea typeface="+mn-ea"/>
                <a:cs typeface="+mn-cs"/>
              </a:defRPr>
            </a:lvl7pPr>
            <a:lvl8pPr marL="2400620" algn="l" defTabSz="685891" rtl="0" eaLnBrk="1" latinLnBrk="0" hangingPunct="1">
              <a:defRPr sz="1400" kern="1200">
                <a:solidFill>
                  <a:schemeClr val="tx1"/>
                </a:solidFill>
                <a:latin typeface="+mn-lt"/>
                <a:ea typeface="+mn-ea"/>
                <a:cs typeface="+mn-cs"/>
              </a:defRPr>
            </a:lvl8pPr>
            <a:lvl9pPr marL="2743566" algn="l" defTabSz="685891" rtl="0" eaLnBrk="1" latinLnBrk="0" hangingPunct="1">
              <a:defRPr sz="1400" kern="1200">
                <a:solidFill>
                  <a:schemeClr val="tx1"/>
                </a:solidFill>
                <a:latin typeface="+mn-lt"/>
                <a:ea typeface="+mn-ea"/>
                <a:cs typeface="+mn-cs"/>
              </a:defRPr>
            </a:lvl9pPr>
          </a:lstStyle>
          <a:p>
            <a:pPr lvl="0" algn="r"/>
            <a:fld id="{39601925-951F-4EA8-91E5-A517312BFAAA}" type="slidenum">
              <a:rPr lang="en-US" sz="900" smtClean="0">
                <a:solidFill>
                  <a:schemeClr val="tx1"/>
                </a:solidFill>
                <a:latin typeface="+mn-lt"/>
              </a:rPr>
              <a:pPr lvl="0" algn="r"/>
              <a:t>‹#›</a:t>
            </a:fld>
            <a:endParaRPr lang="en-US" sz="900">
              <a:solidFill>
                <a:schemeClr val="tx1"/>
              </a:solidFill>
              <a:latin typeface="+mn-lt"/>
            </a:endParaRPr>
          </a:p>
        </p:txBody>
      </p:sp>
      <p:sp>
        <p:nvSpPr>
          <p:cNvPr id="2" name="TextBox 1">
            <a:extLst>
              <a:ext uri="{FF2B5EF4-FFF2-40B4-BE49-F238E27FC236}">
                <a16:creationId xmlns:a16="http://schemas.microsoft.com/office/drawing/2014/main" id="{BDF1B1B2-864D-DAA1-E37B-5AF3B309E6ED}"/>
              </a:ext>
            </a:extLst>
          </p:cNvPr>
          <p:cNvSpPr txBox="1"/>
          <p:nvPr userDrawn="1"/>
        </p:nvSpPr>
        <p:spPr>
          <a:xfrm>
            <a:off x="623888" y="6453188"/>
            <a:ext cx="2781211" cy="107722"/>
          </a:xfrm>
          <a:prstGeom prst="rect">
            <a:avLst/>
          </a:prstGeom>
          <a:noFill/>
        </p:spPr>
        <p:txBody>
          <a:bodyPr wrap="square" lIns="0" tIns="0" rIns="0" bIns="0"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IN" sz="700" kern="0" spc="50" baseline="0">
                <a:solidFill>
                  <a:schemeClr val="accent5">
                    <a:lumMod val="75000"/>
                  </a:schemeClr>
                </a:solidFill>
                <a:latin typeface="+mn-lt"/>
                <a:ea typeface="+mn-ea"/>
                <a:cs typeface="Heebo" pitchFamily="2" charset="-79"/>
              </a:rPr>
              <a:t>© Hexaware Technologies. Confidential briefing. </a:t>
            </a:r>
            <a:endParaRPr lang="en-US" sz="700" kern="0" spc="50" baseline="0">
              <a:solidFill>
                <a:schemeClr val="accent5">
                  <a:lumMod val="75000"/>
                </a:schemeClr>
              </a:solidFill>
              <a:latin typeface="+mn-lt"/>
              <a:ea typeface="+mn-ea"/>
              <a:cs typeface="Heebo" pitchFamily="2" charset="-79"/>
            </a:endParaRPr>
          </a:p>
        </p:txBody>
      </p:sp>
      <p:pic>
        <p:nvPicPr>
          <p:cNvPr id="6" name="Graphic 5">
            <a:extLst>
              <a:ext uri="{FF2B5EF4-FFF2-40B4-BE49-F238E27FC236}">
                <a16:creationId xmlns:a16="http://schemas.microsoft.com/office/drawing/2014/main" id="{C5ADA5CE-3411-C91A-6526-A8678FD41146}"/>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10917328" y="345760"/>
            <a:ext cx="914400" cy="122739"/>
          </a:xfrm>
          <a:prstGeom prst="rect">
            <a:avLst/>
          </a:prstGeom>
        </p:spPr>
      </p:pic>
    </p:spTree>
    <p:extLst>
      <p:ext uri="{BB962C8B-B14F-4D97-AF65-F5344CB8AC3E}">
        <p14:creationId xmlns:p14="http://schemas.microsoft.com/office/powerpoint/2010/main" val="3377027062"/>
      </p:ext>
    </p:extLst>
  </p:cSld>
  <p:clrMapOvr>
    <a:masterClrMapping/>
  </p:clrMapOvr>
  <p:extLst>
    <p:ext uri="{DCECCB84-F9BA-43D5-87BE-67443E8EF086}">
      <p15:sldGuideLst xmlns:p15="http://schemas.microsoft.com/office/powerpoint/2012/main">
        <p15:guide id="1" orient="horz" pos="4020" userDrawn="1">
          <p15:clr>
            <a:srgbClr val="FBAE40"/>
          </p15:clr>
        </p15:guide>
        <p15:guide id="2" pos="393" userDrawn="1">
          <p15:clr>
            <a:srgbClr val="FBAE40"/>
          </p15:clr>
        </p15:guide>
        <p15:guide id="3" pos="7287" userDrawn="1">
          <p15:clr>
            <a:srgbClr val="FBAE40"/>
          </p15:clr>
        </p15:guide>
        <p15:guide id="4" orient="horz" pos="232" userDrawn="1">
          <p15:clr>
            <a:srgbClr val="FBAE40"/>
          </p15:clr>
        </p15:guide>
        <p15:guide id="5" orient="horz" pos="572" userDrawn="1">
          <p15:clr>
            <a:srgbClr val="FBAE40"/>
          </p15:clr>
        </p15:guide>
      </p15:sldGuideLst>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Thank You">
    <p:bg>
      <p:bgPr>
        <a:solidFill>
          <a:schemeClr val="tx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98F0E86-E33C-1C9A-B1D6-25E39CA4FF73}"/>
              </a:ext>
            </a:extLst>
          </p:cNvPr>
          <p:cNvSpPr>
            <a:spLocks noGrp="1"/>
          </p:cNvSpPr>
          <p:nvPr>
            <p:ph type="title" hasCustomPrompt="1"/>
          </p:nvPr>
        </p:nvSpPr>
        <p:spPr>
          <a:xfrm>
            <a:off x="822960" y="2091739"/>
            <a:ext cx="4884999" cy="623248"/>
          </a:xfrm>
          <a:prstGeom prst="rect">
            <a:avLst/>
          </a:prstGeom>
        </p:spPr>
        <p:txBody>
          <a:bodyPr wrap="square" lIns="0" tIns="0" rIns="0" bIns="0" anchor="t" anchorCtr="0">
            <a:spAutoFit/>
          </a:bodyPr>
          <a:lstStyle>
            <a:lvl1pPr>
              <a:defRPr sz="4500">
                <a:solidFill>
                  <a:schemeClr val="bg1"/>
                </a:solidFill>
                <a:latin typeface="+mj-lt"/>
              </a:defRPr>
            </a:lvl1pPr>
          </a:lstStyle>
          <a:p>
            <a:r>
              <a:rPr lang="en-US"/>
              <a:t>Thank You</a:t>
            </a:r>
          </a:p>
        </p:txBody>
      </p:sp>
      <p:pic>
        <p:nvPicPr>
          <p:cNvPr id="6" name="Graphic 5">
            <a:extLst>
              <a:ext uri="{FF2B5EF4-FFF2-40B4-BE49-F238E27FC236}">
                <a16:creationId xmlns:a16="http://schemas.microsoft.com/office/drawing/2014/main" id="{8574EB1B-5E89-24D3-37E1-BE7FA96AAAE0}"/>
              </a:ext>
            </a:extLst>
          </p:cNvPr>
          <p:cNvPicPr>
            <a:picLocks noChangeAspect="1"/>
          </p:cNvPicPr>
          <p:nvPr userDrawn="1"/>
        </p:nvPicPr>
        <p:blipFill>
          <a:blip>
            <a:lum bright="100000"/>
            <a:extLst>
              <a:ext uri="{96DAC541-7B7A-43D3-8B79-37D633B846F1}">
                <asvg:svgBlip xmlns:asvg="http://schemas.microsoft.com/office/drawing/2016/SVG/main" r:embed="rId2"/>
              </a:ext>
            </a:extLst>
          </a:blip>
          <a:stretch>
            <a:fillRect/>
          </a:stretch>
        </p:blipFill>
        <p:spPr>
          <a:xfrm>
            <a:off x="822960" y="5470881"/>
            <a:ext cx="1414402" cy="189853"/>
          </a:xfrm>
          <a:prstGeom prst="rect">
            <a:avLst/>
          </a:prstGeom>
        </p:spPr>
      </p:pic>
    </p:spTree>
    <p:extLst>
      <p:ext uri="{BB962C8B-B14F-4D97-AF65-F5344CB8AC3E}">
        <p14:creationId xmlns:p14="http://schemas.microsoft.com/office/powerpoint/2010/main" val="3442587381"/>
      </p:ext>
    </p:extLst>
  </p:cSld>
  <p:clrMapOvr>
    <a:masterClrMapping/>
  </p:clrMapOvr>
  <p:extLst>
    <p:ext uri="{DCECCB84-F9BA-43D5-87BE-67443E8EF086}">
      <p15:sldGuideLst xmlns:p15="http://schemas.microsoft.com/office/powerpoint/2012/main">
        <p15:guide id="1" orient="horz" pos="3929" userDrawn="1">
          <p15:clr>
            <a:srgbClr val="FBAE40"/>
          </p15:clr>
        </p15:guide>
        <p15:guide id="2" pos="393" userDrawn="1">
          <p15:clr>
            <a:srgbClr val="FBAE40"/>
          </p15:clr>
        </p15:guide>
        <p15:guide id="3" orient="horz" pos="232" userDrawn="1">
          <p15:clr>
            <a:srgbClr val="FBAE40"/>
          </p15:clr>
        </p15:guide>
        <p15:guide id="4" pos="7287" userDrawn="1">
          <p15:clr>
            <a:srgbClr val="FBAE40"/>
          </p15:clr>
        </p15:guide>
      </p15:sldGuideLst>
    </p:ext>
  </p:extLst>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1B484C3-5389-3DAD-3ABC-C2BFBD452287}"/>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0D3CBA70-0E81-E3F5-3179-450084E5542F}"/>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1C38BF4A-F277-77DF-E5CA-C999CCB85C2E}"/>
              </a:ext>
            </a:extLst>
          </p:cNvPr>
          <p:cNvSpPr>
            <a:spLocks noGrp="1"/>
          </p:cNvSpPr>
          <p:nvPr>
            <p:ph type="dt" sz="half" idx="10"/>
          </p:nvPr>
        </p:nvSpPr>
        <p:spPr/>
        <p:txBody>
          <a:bodyPr/>
          <a:lstStyle/>
          <a:p>
            <a:fld id="{76156935-AF6F-4E4A-A1DB-B909A6CFE6D3}" type="datetimeFigureOut">
              <a:rPr lang="en-US" smtClean="0"/>
              <a:t>10/8/2026</a:t>
            </a:fld>
            <a:endParaRPr lang="en-US"/>
          </a:p>
        </p:txBody>
      </p:sp>
      <p:sp>
        <p:nvSpPr>
          <p:cNvPr id="5" name="Footer Placeholder 4">
            <a:extLst>
              <a:ext uri="{FF2B5EF4-FFF2-40B4-BE49-F238E27FC236}">
                <a16:creationId xmlns:a16="http://schemas.microsoft.com/office/drawing/2014/main" id="{F59A34D6-90D3-6DF6-2A8B-4A05BAC45C0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10433A8-C172-DFB4-5C60-606210490CB0}"/>
              </a:ext>
            </a:extLst>
          </p:cNvPr>
          <p:cNvSpPr>
            <a:spLocks noGrp="1"/>
          </p:cNvSpPr>
          <p:nvPr>
            <p:ph type="sldNum" sz="quarter" idx="12"/>
          </p:nvPr>
        </p:nvSpPr>
        <p:spPr/>
        <p:txBody>
          <a:bodyPr/>
          <a:lstStyle/>
          <a:p>
            <a:fld id="{11C215E9-6B4A-40B1-9255-481ED86844FD}" type="slidenum">
              <a:rPr lang="en-US" smtClean="0"/>
              <a:t>‹#›</a:t>
            </a:fld>
            <a:endParaRPr lang="en-US"/>
          </a:p>
        </p:txBody>
      </p:sp>
    </p:spTree>
    <p:extLst>
      <p:ext uri="{BB962C8B-B14F-4D97-AF65-F5344CB8AC3E}">
        <p14:creationId xmlns:p14="http://schemas.microsoft.com/office/powerpoint/2010/main" val="3215240792"/>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userDrawn="1">
  <p:cSld name="Title Slide">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1E7E716F-DD2B-C5F0-0C41-707ABBECC3CA}"/>
              </a:ext>
            </a:extLst>
          </p:cNvPr>
          <p:cNvSpPr/>
          <p:nvPr userDrawn="1"/>
        </p:nvSpPr>
        <p:spPr>
          <a:xfrm>
            <a:off x="0" y="0"/>
            <a:ext cx="1889760" cy="45719"/>
          </a:xfrm>
          <a:prstGeom prst="rect">
            <a:avLst/>
          </a:prstGeom>
          <a:solidFill>
            <a:srgbClr val="CF423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en-US"/>
          </a:p>
        </p:txBody>
      </p:sp>
      <p:sp>
        <p:nvSpPr>
          <p:cNvPr id="4" name="Rectangle 3">
            <a:extLst>
              <a:ext uri="{FF2B5EF4-FFF2-40B4-BE49-F238E27FC236}">
                <a16:creationId xmlns:a16="http://schemas.microsoft.com/office/drawing/2014/main" id="{6F32A2BA-6A98-0D0D-0D9F-B2D4796D5BFB}"/>
              </a:ext>
            </a:extLst>
          </p:cNvPr>
          <p:cNvSpPr/>
          <p:nvPr userDrawn="1"/>
        </p:nvSpPr>
        <p:spPr>
          <a:xfrm>
            <a:off x="1889760" y="0"/>
            <a:ext cx="4206240" cy="45719"/>
          </a:xfrm>
          <a:prstGeom prst="rect">
            <a:avLst/>
          </a:pr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Rectangle 4">
            <a:extLst>
              <a:ext uri="{FF2B5EF4-FFF2-40B4-BE49-F238E27FC236}">
                <a16:creationId xmlns:a16="http://schemas.microsoft.com/office/drawing/2014/main" id="{A0526F2F-8944-90A7-7C58-A99EB966E2BC}"/>
              </a:ext>
            </a:extLst>
          </p:cNvPr>
          <p:cNvSpPr/>
          <p:nvPr userDrawn="1"/>
        </p:nvSpPr>
        <p:spPr>
          <a:xfrm>
            <a:off x="6096000" y="-290"/>
            <a:ext cx="6096000" cy="45719"/>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ectangle 5">
            <a:extLst>
              <a:ext uri="{FF2B5EF4-FFF2-40B4-BE49-F238E27FC236}">
                <a16:creationId xmlns:a16="http://schemas.microsoft.com/office/drawing/2014/main" id="{1AA352DA-2AF0-F029-04AE-AEC6CB5A1597}"/>
              </a:ext>
            </a:extLst>
          </p:cNvPr>
          <p:cNvSpPr/>
          <p:nvPr userDrawn="1"/>
        </p:nvSpPr>
        <p:spPr>
          <a:xfrm>
            <a:off x="1" y="0"/>
            <a:ext cx="158750" cy="895350"/>
          </a:xfrm>
          <a:prstGeom prst="rect">
            <a:avLst/>
          </a:prstGeom>
          <a:solidFill>
            <a:srgbClr val="0F5CA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892319635"/>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showMasterSp="0" type="tx">
  <p:cSld name="Confidentiality Agreement">
    <p:bg>
      <p:bgPr>
        <a:solidFill>
          <a:srgbClr val="3C2CDA"/>
        </a:solidFill>
        <a:effectLst/>
      </p:bgPr>
    </p:bg>
    <p:spTree>
      <p:nvGrpSpPr>
        <p:cNvPr id="1" name=""/>
        <p:cNvGrpSpPr/>
        <p:nvPr/>
      </p:nvGrpSpPr>
      <p:grpSpPr>
        <a:xfrm>
          <a:off x="0" y="0"/>
          <a:ext cx="0" cy="0"/>
          <a:chOff x="0" y="0"/>
          <a:chExt cx="0" cy="0"/>
        </a:xfrm>
      </p:grpSpPr>
      <p:sp>
        <p:nvSpPr>
          <p:cNvPr id="12" name="TextBox 1">
            <a:extLst>
              <a:ext uri="{FF2B5EF4-FFF2-40B4-BE49-F238E27FC236}">
                <a16:creationId xmlns:a16="http://schemas.microsoft.com/office/drawing/2014/main" id="{AF04C826-8384-73E6-174D-68500116C497}"/>
              </a:ext>
            </a:extLst>
          </p:cNvPr>
          <p:cNvSpPr txBox="1"/>
          <p:nvPr userDrawn="1"/>
        </p:nvSpPr>
        <p:spPr>
          <a:xfrm>
            <a:off x="619125" y="2489139"/>
            <a:ext cx="6427675" cy="1231106"/>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horz" wrap="square" lIns="0" tIns="0" rIns="0" bIns="0" numCol="1" spcCol="38100" rtlCol="0" anchor="t">
            <a:sp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825500" rtl="0" fontAlgn="auto" latinLnBrk="0" hangingPunct="0">
              <a:lnSpc>
                <a:spcPct val="100000"/>
              </a:lnSpc>
              <a:spcBef>
                <a:spcPts val="1800"/>
              </a:spcBef>
              <a:spcAft>
                <a:spcPts val="0"/>
              </a:spcAft>
              <a:buClrTx/>
              <a:buSzTx/>
              <a:buFontTx/>
              <a:buNone/>
              <a:tabLst/>
              <a:defRPr kumimoji="0" sz="3200" b="0" i="0" u="none" strike="noStrike" cap="none" spc="0" normalizeH="0" baseline="0">
                <a:ln>
                  <a:noFill/>
                </a:ln>
                <a:solidFill>
                  <a:srgbClr val="000000"/>
                </a:solidFill>
                <a:effectLst/>
                <a:uFillTx/>
                <a:latin typeface="+mn-lt"/>
                <a:ea typeface="+mn-ea"/>
                <a:cs typeface="+mn-cs"/>
                <a:sym typeface="Helvetica Neue"/>
              </a:defRPr>
            </a:lvl1pPr>
            <a:lvl2pPr marL="0" marR="0" indent="228600" algn="l" defTabSz="825500" rtl="0" fontAlgn="auto" latinLnBrk="0" hangingPunct="0">
              <a:lnSpc>
                <a:spcPct val="100000"/>
              </a:lnSpc>
              <a:spcBef>
                <a:spcPts val="1800"/>
              </a:spcBef>
              <a:spcAft>
                <a:spcPts val="0"/>
              </a:spcAft>
              <a:buClrTx/>
              <a:buSzTx/>
              <a:buFontTx/>
              <a:buNone/>
              <a:tabLst/>
              <a:defRPr kumimoji="0" sz="3200" b="0" i="0" u="none" strike="noStrike" cap="none" spc="0" normalizeH="0" baseline="0">
                <a:ln>
                  <a:noFill/>
                </a:ln>
                <a:solidFill>
                  <a:srgbClr val="000000"/>
                </a:solidFill>
                <a:effectLst/>
                <a:uFillTx/>
                <a:latin typeface="+mn-lt"/>
                <a:ea typeface="+mn-ea"/>
                <a:cs typeface="+mn-cs"/>
                <a:sym typeface="Helvetica Neue"/>
              </a:defRPr>
            </a:lvl2pPr>
            <a:lvl3pPr marL="0" marR="0" indent="457200" algn="l" defTabSz="825500" rtl="0" fontAlgn="auto" latinLnBrk="0" hangingPunct="0">
              <a:lnSpc>
                <a:spcPct val="100000"/>
              </a:lnSpc>
              <a:spcBef>
                <a:spcPts val="1800"/>
              </a:spcBef>
              <a:spcAft>
                <a:spcPts val="0"/>
              </a:spcAft>
              <a:buClrTx/>
              <a:buSzTx/>
              <a:buFontTx/>
              <a:buNone/>
              <a:tabLst/>
              <a:defRPr kumimoji="0" sz="3200" b="0" i="0" u="none" strike="noStrike" cap="none" spc="0" normalizeH="0" baseline="0">
                <a:ln>
                  <a:noFill/>
                </a:ln>
                <a:solidFill>
                  <a:srgbClr val="000000"/>
                </a:solidFill>
                <a:effectLst/>
                <a:uFillTx/>
                <a:latin typeface="+mn-lt"/>
                <a:ea typeface="+mn-ea"/>
                <a:cs typeface="+mn-cs"/>
                <a:sym typeface="Helvetica Neue"/>
              </a:defRPr>
            </a:lvl3pPr>
            <a:lvl4pPr marL="0" marR="0" indent="685800" algn="l" defTabSz="825500" rtl="0" fontAlgn="auto" latinLnBrk="0" hangingPunct="0">
              <a:lnSpc>
                <a:spcPct val="100000"/>
              </a:lnSpc>
              <a:spcBef>
                <a:spcPts val="1800"/>
              </a:spcBef>
              <a:spcAft>
                <a:spcPts val="0"/>
              </a:spcAft>
              <a:buClrTx/>
              <a:buSzTx/>
              <a:buFontTx/>
              <a:buNone/>
              <a:tabLst/>
              <a:defRPr kumimoji="0" sz="3200" b="0" i="0" u="none" strike="noStrike" cap="none" spc="0" normalizeH="0" baseline="0">
                <a:ln>
                  <a:noFill/>
                </a:ln>
                <a:solidFill>
                  <a:srgbClr val="000000"/>
                </a:solidFill>
                <a:effectLst/>
                <a:uFillTx/>
                <a:latin typeface="+mn-lt"/>
                <a:ea typeface="+mn-ea"/>
                <a:cs typeface="+mn-cs"/>
                <a:sym typeface="Helvetica Neue"/>
              </a:defRPr>
            </a:lvl4pPr>
            <a:lvl5pPr marL="0" marR="0" indent="914400" algn="l" defTabSz="825500" rtl="0" fontAlgn="auto" latinLnBrk="0" hangingPunct="0">
              <a:lnSpc>
                <a:spcPct val="100000"/>
              </a:lnSpc>
              <a:spcBef>
                <a:spcPts val="1800"/>
              </a:spcBef>
              <a:spcAft>
                <a:spcPts val="0"/>
              </a:spcAft>
              <a:buClrTx/>
              <a:buSzTx/>
              <a:buFontTx/>
              <a:buNone/>
              <a:tabLst/>
              <a:defRPr kumimoji="0" sz="3200" b="0" i="0" u="none" strike="noStrike" cap="none" spc="0" normalizeH="0" baseline="0">
                <a:ln>
                  <a:noFill/>
                </a:ln>
                <a:solidFill>
                  <a:srgbClr val="000000"/>
                </a:solidFill>
                <a:effectLst/>
                <a:uFillTx/>
                <a:latin typeface="+mn-lt"/>
                <a:ea typeface="+mn-ea"/>
                <a:cs typeface="+mn-cs"/>
                <a:sym typeface="Helvetica Neue"/>
              </a:defRPr>
            </a:lvl5pPr>
            <a:lvl6pPr marL="0" marR="0" indent="1143000" algn="l" defTabSz="825500" rtl="0" fontAlgn="auto" latinLnBrk="0" hangingPunct="0">
              <a:lnSpc>
                <a:spcPct val="100000"/>
              </a:lnSpc>
              <a:spcBef>
                <a:spcPts val="1800"/>
              </a:spcBef>
              <a:spcAft>
                <a:spcPts val="0"/>
              </a:spcAft>
              <a:buClrTx/>
              <a:buSzTx/>
              <a:buFontTx/>
              <a:buNone/>
              <a:tabLst/>
              <a:defRPr kumimoji="0" sz="3200" b="0" i="0" u="none" strike="noStrike" cap="none" spc="0" normalizeH="0" baseline="0">
                <a:ln>
                  <a:noFill/>
                </a:ln>
                <a:solidFill>
                  <a:srgbClr val="000000"/>
                </a:solidFill>
                <a:effectLst/>
                <a:uFillTx/>
                <a:latin typeface="+mn-lt"/>
                <a:ea typeface="+mn-ea"/>
                <a:cs typeface="+mn-cs"/>
                <a:sym typeface="Helvetica Neue"/>
              </a:defRPr>
            </a:lvl6pPr>
            <a:lvl7pPr marL="0" marR="0" indent="1371600" algn="l" defTabSz="825500" rtl="0" fontAlgn="auto" latinLnBrk="0" hangingPunct="0">
              <a:lnSpc>
                <a:spcPct val="100000"/>
              </a:lnSpc>
              <a:spcBef>
                <a:spcPts val="1800"/>
              </a:spcBef>
              <a:spcAft>
                <a:spcPts val="0"/>
              </a:spcAft>
              <a:buClrTx/>
              <a:buSzTx/>
              <a:buFontTx/>
              <a:buNone/>
              <a:tabLst/>
              <a:defRPr kumimoji="0" sz="3200" b="0" i="0" u="none" strike="noStrike" cap="none" spc="0" normalizeH="0" baseline="0">
                <a:ln>
                  <a:noFill/>
                </a:ln>
                <a:solidFill>
                  <a:srgbClr val="000000"/>
                </a:solidFill>
                <a:effectLst/>
                <a:uFillTx/>
                <a:latin typeface="+mn-lt"/>
                <a:ea typeface="+mn-ea"/>
                <a:cs typeface="+mn-cs"/>
                <a:sym typeface="Helvetica Neue"/>
              </a:defRPr>
            </a:lvl7pPr>
            <a:lvl8pPr marL="0" marR="0" indent="1600200" algn="l" defTabSz="825500" rtl="0" fontAlgn="auto" latinLnBrk="0" hangingPunct="0">
              <a:lnSpc>
                <a:spcPct val="100000"/>
              </a:lnSpc>
              <a:spcBef>
                <a:spcPts val="1800"/>
              </a:spcBef>
              <a:spcAft>
                <a:spcPts val="0"/>
              </a:spcAft>
              <a:buClrTx/>
              <a:buSzTx/>
              <a:buFontTx/>
              <a:buNone/>
              <a:tabLst/>
              <a:defRPr kumimoji="0" sz="3200" b="0" i="0" u="none" strike="noStrike" cap="none" spc="0" normalizeH="0" baseline="0">
                <a:ln>
                  <a:noFill/>
                </a:ln>
                <a:solidFill>
                  <a:srgbClr val="000000"/>
                </a:solidFill>
                <a:effectLst/>
                <a:uFillTx/>
                <a:latin typeface="+mn-lt"/>
                <a:ea typeface="+mn-ea"/>
                <a:cs typeface="+mn-cs"/>
                <a:sym typeface="Helvetica Neue"/>
              </a:defRPr>
            </a:lvl8pPr>
            <a:lvl9pPr marL="0" marR="0" indent="1828800" algn="l" defTabSz="825500" rtl="0" fontAlgn="auto" latinLnBrk="0" hangingPunct="0">
              <a:lnSpc>
                <a:spcPct val="100000"/>
              </a:lnSpc>
              <a:spcBef>
                <a:spcPts val="1800"/>
              </a:spcBef>
              <a:spcAft>
                <a:spcPts val="0"/>
              </a:spcAft>
              <a:buClrTx/>
              <a:buSzTx/>
              <a:buFontTx/>
              <a:buNone/>
              <a:tabLst/>
              <a:defRPr kumimoji="0" sz="3200" b="0" i="0" u="none" strike="noStrike" cap="none" spc="0" normalizeH="0" baseline="0">
                <a:ln>
                  <a:noFill/>
                </a:ln>
                <a:solidFill>
                  <a:srgbClr val="000000"/>
                </a:solidFill>
                <a:effectLst/>
                <a:uFillTx/>
                <a:latin typeface="+mn-lt"/>
                <a:ea typeface="+mn-ea"/>
                <a:cs typeface="+mn-cs"/>
                <a:sym typeface="Helvetica Neue"/>
              </a:defRPr>
            </a:lvl9pPr>
          </a:lstStyle>
          <a:p>
            <a:pPr algn="l" rtl="0">
              <a:spcBef>
                <a:spcPts val="0"/>
              </a:spcBef>
            </a:pPr>
            <a:r>
              <a:rPr lang="en-US" sz="2000">
                <a:solidFill>
                  <a:srgbClr val="FFFFFF"/>
                </a:solidFill>
                <a:effectLst/>
                <a:latin typeface="+mj-lt"/>
              </a:rPr>
              <a:t>During this presentation, we may disclose confidential information, including client names. This information must not be disclosed to third parties without prior permission from Hexaware.</a:t>
            </a:r>
          </a:p>
        </p:txBody>
      </p:sp>
      <p:sp>
        <p:nvSpPr>
          <p:cNvPr id="2" name="Slide Number Placeholder 5">
            <a:extLst>
              <a:ext uri="{FF2B5EF4-FFF2-40B4-BE49-F238E27FC236}">
                <a16:creationId xmlns:a16="http://schemas.microsoft.com/office/drawing/2014/main" id="{968AA8B2-22BA-1E73-5320-74E8B7A8EF52}"/>
              </a:ext>
            </a:extLst>
          </p:cNvPr>
          <p:cNvSpPr txBox="1">
            <a:spLocks/>
          </p:cNvSpPr>
          <p:nvPr userDrawn="1"/>
        </p:nvSpPr>
        <p:spPr>
          <a:xfrm>
            <a:off x="11567160" y="6453188"/>
            <a:ext cx="270570" cy="138499"/>
          </a:xfrm>
          <a:prstGeom prst="rect">
            <a:avLst/>
          </a:prstGeom>
          <a:noFill/>
          <a:ln w="9525">
            <a:noFill/>
            <a:miter lim="800000"/>
            <a:headEnd/>
            <a:tailEnd/>
          </a:ln>
          <a:effectLst/>
        </p:spPr>
        <p:txBody>
          <a:bodyPr wrap="square" lIns="0" tIns="0" rIns="0" bIns="0">
            <a:spAutoFit/>
          </a:bodyPr>
          <a:lstStyle>
            <a:defPPr>
              <a:defRPr lang="en-US"/>
            </a:defPPr>
            <a:lvl1pPr marR="0" indent="0" fontAlgn="auto">
              <a:lnSpc>
                <a:spcPct val="100000"/>
              </a:lnSpc>
              <a:spcBef>
                <a:spcPts val="0"/>
              </a:spcBef>
              <a:spcAft>
                <a:spcPts val="0"/>
              </a:spcAft>
              <a:buClrTx/>
              <a:buSzTx/>
              <a:buFontTx/>
              <a:buNone/>
              <a:tabLst/>
              <a:defRPr sz="800">
                <a:solidFill>
                  <a:schemeClr val="tx1">
                    <a:lumMod val="65000"/>
                    <a:lumOff val="35000"/>
                  </a:schemeClr>
                </a:solidFill>
              </a:defRPr>
            </a:lvl1pPr>
            <a:lvl2pPr marL="342946" algn="l" defTabSz="685891" rtl="0" eaLnBrk="1" latinLnBrk="0" hangingPunct="1">
              <a:defRPr sz="1400" kern="1200">
                <a:solidFill>
                  <a:schemeClr val="tx1"/>
                </a:solidFill>
                <a:latin typeface="+mn-lt"/>
                <a:ea typeface="+mn-ea"/>
                <a:cs typeface="+mn-cs"/>
              </a:defRPr>
            </a:lvl2pPr>
            <a:lvl3pPr marL="685891" algn="l" defTabSz="685891" rtl="0" eaLnBrk="1" latinLnBrk="0" hangingPunct="1">
              <a:defRPr sz="1400" kern="1200">
                <a:solidFill>
                  <a:schemeClr val="tx1"/>
                </a:solidFill>
                <a:latin typeface="+mn-lt"/>
                <a:ea typeface="+mn-ea"/>
                <a:cs typeface="+mn-cs"/>
              </a:defRPr>
            </a:lvl3pPr>
            <a:lvl4pPr marL="1028837" algn="l" defTabSz="685891" rtl="0" eaLnBrk="1" latinLnBrk="0" hangingPunct="1">
              <a:defRPr sz="1400" kern="1200">
                <a:solidFill>
                  <a:schemeClr val="tx1"/>
                </a:solidFill>
                <a:latin typeface="+mn-lt"/>
                <a:ea typeface="+mn-ea"/>
                <a:cs typeface="+mn-cs"/>
              </a:defRPr>
            </a:lvl4pPr>
            <a:lvl5pPr marL="1371783" algn="l" defTabSz="685891" rtl="0" eaLnBrk="1" latinLnBrk="0" hangingPunct="1">
              <a:defRPr sz="1400" kern="1200">
                <a:solidFill>
                  <a:schemeClr val="tx1"/>
                </a:solidFill>
                <a:latin typeface="+mn-lt"/>
                <a:ea typeface="+mn-ea"/>
                <a:cs typeface="+mn-cs"/>
              </a:defRPr>
            </a:lvl5pPr>
            <a:lvl6pPr marL="1714729" algn="l" defTabSz="685891" rtl="0" eaLnBrk="1" latinLnBrk="0" hangingPunct="1">
              <a:defRPr sz="1400" kern="1200">
                <a:solidFill>
                  <a:schemeClr val="tx1"/>
                </a:solidFill>
                <a:latin typeface="+mn-lt"/>
                <a:ea typeface="+mn-ea"/>
                <a:cs typeface="+mn-cs"/>
              </a:defRPr>
            </a:lvl6pPr>
            <a:lvl7pPr marL="2057674" algn="l" defTabSz="685891" rtl="0" eaLnBrk="1" latinLnBrk="0" hangingPunct="1">
              <a:defRPr sz="1400" kern="1200">
                <a:solidFill>
                  <a:schemeClr val="tx1"/>
                </a:solidFill>
                <a:latin typeface="+mn-lt"/>
                <a:ea typeface="+mn-ea"/>
                <a:cs typeface="+mn-cs"/>
              </a:defRPr>
            </a:lvl7pPr>
            <a:lvl8pPr marL="2400620" algn="l" defTabSz="685891" rtl="0" eaLnBrk="1" latinLnBrk="0" hangingPunct="1">
              <a:defRPr sz="1400" kern="1200">
                <a:solidFill>
                  <a:schemeClr val="tx1"/>
                </a:solidFill>
                <a:latin typeface="+mn-lt"/>
                <a:ea typeface="+mn-ea"/>
                <a:cs typeface="+mn-cs"/>
              </a:defRPr>
            </a:lvl8pPr>
            <a:lvl9pPr marL="2743566" algn="l" defTabSz="685891" rtl="0" eaLnBrk="1" latinLnBrk="0" hangingPunct="1">
              <a:defRPr sz="1400" kern="1200">
                <a:solidFill>
                  <a:schemeClr val="tx1"/>
                </a:solidFill>
                <a:latin typeface="+mn-lt"/>
                <a:ea typeface="+mn-ea"/>
                <a:cs typeface="+mn-cs"/>
              </a:defRPr>
            </a:lvl9pPr>
          </a:lstStyle>
          <a:p>
            <a:pPr lvl="0" algn="r"/>
            <a:fld id="{39601925-951F-4EA8-91E5-A517312BFAAA}" type="slidenum">
              <a:rPr lang="en-US" sz="900" smtClean="0">
                <a:solidFill>
                  <a:schemeClr val="bg2"/>
                </a:solidFill>
                <a:latin typeface="+mn-lt"/>
              </a:rPr>
              <a:pPr lvl="0" algn="r"/>
              <a:t>‹#›</a:t>
            </a:fld>
            <a:endParaRPr lang="en-US" sz="900">
              <a:solidFill>
                <a:schemeClr val="bg2"/>
              </a:solidFill>
              <a:latin typeface="+mn-lt"/>
            </a:endParaRPr>
          </a:p>
        </p:txBody>
      </p:sp>
      <p:pic>
        <p:nvPicPr>
          <p:cNvPr id="6" name="Graphic 5">
            <a:extLst>
              <a:ext uri="{FF2B5EF4-FFF2-40B4-BE49-F238E27FC236}">
                <a16:creationId xmlns:a16="http://schemas.microsoft.com/office/drawing/2014/main" id="{17671A1A-9420-29DA-3891-45A3154B1315}"/>
              </a:ext>
            </a:extLst>
          </p:cNvPr>
          <p:cNvPicPr>
            <a:picLocks noChangeAspect="1"/>
          </p:cNvPicPr>
          <p:nvPr userDrawn="1"/>
        </p:nvPicPr>
        <p:blipFill>
          <a:blip>
            <a:lum bright="100000"/>
            <a:extLst>
              <a:ext uri="{96DAC541-7B7A-43D3-8B79-37D633B846F1}">
                <asvg:svgBlip xmlns:asvg="http://schemas.microsoft.com/office/drawing/2016/SVG/main" r:embed="rId2"/>
              </a:ext>
            </a:extLst>
          </a:blip>
          <a:stretch>
            <a:fillRect/>
          </a:stretch>
        </p:blipFill>
        <p:spPr>
          <a:xfrm>
            <a:off x="10917328" y="345760"/>
            <a:ext cx="914400" cy="122739"/>
          </a:xfrm>
          <a:prstGeom prst="rect">
            <a:avLst/>
          </a:prstGeom>
        </p:spPr>
      </p:pic>
      <p:sp>
        <p:nvSpPr>
          <p:cNvPr id="7" name="TextBox 6">
            <a:extLst>
              <a:ext uri="{FF2B5EF4-FFF2-40B4-BE49-F238E27FC236}">
                <a16:creationId xmlns:a16="http://schemas.microsoft.com/office/drawing/2014/main" id="{C3CC48F9-23C4-9DF6-3BFC-68640011D939}"/>
              </a:ext>
            </a:extLst>
          </p:cNvPr>
          <p:cNvSpPr txBox="1"/>
          <p:nvPr userDrawn="1"/>
        </p:nvSpPr>
        <p:spPr>
          <a:xfrm>
            <a:off x="623888" y="6453188"/>
            <a:ext cx="2781211" cy="107722"/>
          </a:xfrm>
          <a:prstGeom prst="rect">
            <a:avLst/>
          </a:prstGeom>
          <a:noFill/>
        </p:spPr>
        <p:txBody>
          <a:bodyPr wrap="square" lIns="0" tIns="0" rIns="0" bIns="0"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IN" sz="700" kern="0" spc="50" baseline="0">
                <a:solidFill>
                  <a:srgbClr val="CBD0E5"/>
                </a:solidFill>
                <a:latin typeface="+mn-lt"/>
                <a:ea typeface="+mn-ea"/>
                <a:cs typeface="Heebo" pitchFamily="2" charset="-79"/>
              </a:rPr>
              <a:t>© Hexaware Technologies. Confidential briefing. </a:t>
            </a:r>
            <a:endParaRPr lang="en-US" sz="700" kern="0" spc="50" baseline="0">
              <a:solidFill>
                <a:srgbClr val="CBD0E5"/>
              </a:solidFill>
              <a:latin typeface="+mn-lt"/>
              <a:ea typeface="+mn-ea"/>
              <a:cs typeface="Heebo" pitchFamily="2" charset="-79"/>
            </a:endParaRPr>
          </a:p>
        </p:txBody>
      </p:sp>
      <p:sp>
        <p:nvSpPr>
          <p:cNvPr id="13" name="Rounded Rectangle 12">
            <a:extLst>
              <a:ext uri="{FF2B5EF4-FFF2-40B4-BE49-F238E27FC236}">
                <a16:creationId xmlns:a16="http://schemas.microsoft.com/office/drawing/2014/main" id="{50FC3176-AD29-0824-9069-1881FE5A72CB}"/>
              </a:ext>
            </a:extLst>
          </p:cNvPr>
          <p:cNvSpPr/>
          <p:nvPr userDrawn="1"/>
        </p:nvSpPr>
        <p:spPr>
          <a:xfrm>
            <a:off x="619125" y="1664200"/>
            <a:ext cx="2491628" cy="521241"/>
          </a:xfrm>
          <a:prstGeom prst="roundRect">
            <a:avLst>
              <a:gd name="adj" fmla="val 50000"/>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Case study: audit transformation for a multinational professional services company">
            <a:extLst>
              <a:ext uri="{FF2B5EF4-FFF2-40B4-BE49-F238E27FC236}">
                <a16:creationId xmlns:a16="http://schemas.microsoft.com/office/drawing/2014/main" id="{92080241-039F-3498-0AD4-3CC3274D0181}"/>
              </a:ext>
            </a:extLst>
          </p:cNvPr>
          <p:cNvSpPr txBox="1"/>
          <p:nvPr userDrawn="1"/>
        </p:nvSpPr>
        <p:spPr>
          <a:xfrm>
            <a:off x="1174085" y="1839902"/>
            <a:ext cx="1846465" cy="169277"/>
          </a:xfrm>
          <a:prstGeom prst="rect">
            <a:avLst/>
          </a:prstGeom>
          <a:ln w="12700">
            <a:miter lim="400000"/>
          </a:ln>
          <a:extLst>
            <a:ext uri="{C572A759-6A51-4108-AA02-DFA0A04FC94B}">
              <ma14:wrappingTextBoxFlag xmlns:m="http://schemas.openxmlformats.org/officeDocument/2006/math" xmlns:a14="http://schemas.microsoft.com/office/drawing/2010/main" xmlns:ma14="http://schemas.microsoft.com/office/mac/drawingml/2011/main" xmlns:lc="http://schemas.openxmlformats.org/drawingml/2006/lockedCanvas" xmlns="" val="1"/>
            </a:ext>
          </a:extLst>
        </p:spPr>
        <p:txBody>
          <a:bodyPr wrap="square" lIns="0" tIns="0" rIns="0" bIns="0">
            <a:sp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825500" rtl="0" fontAlgn="auto" latinLnBrk="0" hangingPunct="0">
              <a:lnSpc>
                <a:spcPct val="100000"/>
              </a:lnSpc>
              <a:spcBef>
                <a:spcPts val="1800"/>
              </a:spcBef>
              <a:spcAft>
                <a:spcPts val="0"/>
              </a:spcAft>
              <a:buClrTx/>
              <a:buSzTx/>
              <a:buFontTx/>
              <a:buNone/>
              <a:tabLst/>
              <a:defRPr kumimoji="0" sz="3200" b="0" i="0" u="none" strike="noStrike" cap="none" spc="0" normalizeH="0" baseline="0">
                <a:ln>
                  <a:noFill/>
                </a:ln>
                <a:solidFill>
                  <a:srgbClr val="000000"/>
                </a:solidFill>
                <a:effectLst/>
                <a:uFillTx/>
                <a:latin typeface="+mn-lt"/>
                <a:ea typeface="+mn-ea"/>
                <a:cs typeface="+mn-cs"/>
                <a:sym typeface="Helvetica Neue"/>
              </a:defRPr>
            </a:lvl1pPr>
            <a:lvl2pPr marL="0" marR="0" indent="228600" algn="l" defTabSz="825500" rtl="0" fontAlgn="auto" latinLnBrk="0" hangingPunct="0">
              <a:lnSpc>
                <a:spcPct val="100000"/>
              </a:lnSpc>
              <a:spcBef>
                <a:spcPts val="1800"/>
              </a:spcBef>
              <a:spcAft>
                <a:spcPts val="0"/>
              </a:spcAft>
              <a:buClrTx/>
              <a:buSzTx/>
              <a:buFontTx/>
              <a:buNone/>
              <a:tabLst/>
              <a:defRPr kumimoji="0" sz="3200" b="0" i="0" u="none" strike="noStrike" cap="none" spc="0" normalizeH="0" baseline="0">
                <a:ln>
                  <a:noFill/>
                </a:ln>
                <a:solidFill>
                  <a:srgbClr val="000000"/>
                </a:solidFill>
                <a:effectLst/>
                <a:uFillTx/>
                <a:latin typeface="+mn-lt"/>
                <a:ea typeface="+mn-ea"/>
                <a:cs typeface="+mn-cs"/>
                <a:sym typeface="Helvetica Neue"/>
              </a:defRPr>
            </a:lvl2pPr>
            <a:lvl3pPr marL="0" marR="0" indent="457200" algn="l" defTabSz="825500" rtl="0" fontAlgn="auto" latinLnBrk="0" hangingPunct="0">
              <a:lnSpc>
                <a:spcPct val="100000"/>
              </a:lnSpc>
              <a:spcBef>
                <a:spcPts val="1800"/>
              </a:spcBef>
              <a:spcAft>
                <a:spcPts val="0"/>
              </a:spcAft>
              <a:buClrTx/>
              <a:buSzTx/>
              <a:buFontTx/>
              <a:buNone/>
              <a:tabLst/>
              <a:defRPr kumimoji="0" sz="3200" b="0" i="0" u="none" strike="noStrike" cap="none" spc="0" normalizeH="0" baseline="0">
                <a:ln>
                  <a:noFill/>
                </a:ln>
                <a:solidFill>
                  <a:srgbClr val="000000"/>
                </a:solidFill>
                <a:effectLst/>
                <a:uFillTx/>
                <a:latin typeface="+mn-lt"/>
                <a:ea typeface="+mn-ea"/>
                <a:cs typeface="+mn-cs"/>
                <a:sym typeface="Helvetica Neue"/>
              </a:defRPr>
            </a:lvl3pPr>
            <a:lvl4pPr marL="0" marR="0" indent="685800" algn="l" defTabSz="825500" rtl="0" fontAlgn="auto" latinLnBrk="0" hangingPunct="0">
              <a:lnSpc>
                <a:spcPct val="100000"/>
              </a:lnSpc>
              <a:spcBef>
                <a:spcPts val="1800"/>
              </a:spcBef>
              <a:spcAft>
                <a:spcPts val="0"/>
              </a:spcAft>
              <a:buClrTx/>
              <a:buSzTx/>
              <a:buFontTx/>
              <a:buNone/>
              <a:tabLst/>
              <a:defRPr kumimoji="0" sz="3200" b="0" i="0" u="none" strike="noStrike" cap="none" spc="0" normalizeH="0" baseline="0">
                <a:ln>
                  <a:noFill/>
                </a:ln>
                <a:solidFill>
                  <a:srgbClr val="000000"/>
                </a:solidFill>
                <a:effectLst/>
                <a:uFillTx/>
                <a:latin typeface="+mn-lt"/>
                <a:ea typeface="+mn-ea"/>
                <a:cs typeface="+mn-cs"/>
                <a:sym typeface="Helvetica Neue"/>
              </a:defRPr>
            </a:lvl4pPr>
            <a:lvl5pPr marL="0" marR="0" indent="914400" algn="l" defTabSz="825500" rtl="0" fontAlgn="auto" latinLnBrk="0" hangingPunct="0">
              <a:lnSpc>
                <a:spcPct val="100000"/>
              </a:lnSpc>
              <a:spcBef>
                <a:spcPts val="1800"/>
              </a:spcBef>
              <a:spcAft>
                <a:spcPts val="0"/>
              </a:spcAft>
              <a:buClrTx/>
              <a:buSzTx/>
              <a:buFontTx/>
              <a:buNone/>
              <a:tabLst/>
              <a:defRPr kumimoji="0" sz="3200" b="0" i="0" u="none" strike="noStrike" cap="none" spc="0" normalizeH="0" baseline="0">
                <a:ln>
                  <a:noFill/>
                </a:ln>
                <a:solidFill>
                  <a:srgbClr val="000000"/>
                </a:solidFill>
                <a:effectLst/>
                <a:uFillTx/>
                <a:latin typeface="+mn-lt"/>
                <a:ea typeface="+mn-ea"/>
                <a:cs typeface="+mn-cs"/>
                <a:sym typeface="Helvetica Neue"/>
              </a:defRPr>
            </a:lvl5pPr>
            <a:lvl6pPr marL="0" marR="0" indent="1143000" algn="l" defTabSz="825500" rtl="0" fontAlgn="auto" latinLnBrk="0" hangingPunct="0">
              <a:lnSpc>
                <a:spcPct val="100000"/>
              </a:lnSpc>
              <a:spcBef>
                <a:spcPts val="1800"/>
              </a:spcBef>
              <a:spcAft>
                <a:spcPts val="0"/>
              </a:spcAft>
              <a:buClrTx/>
              <a:buSzTx/>
              <a:buFontTx/>
              <a:buNone/>
              <a:tabLst/>
              <a:defRPr kumimoji="0" sz="3200" b="0" i="0" u="none" strike="noStrike" cap="none" spc="0" normalizeH="0" baseline="0">
                <a:ln>
                  <a:noFill/>
                </a:ln>
                <a:solidFill>
                  <a:srgbClr val="000000"/>
                </a:solidFill>
                <a:effectLst/>
                <a:uFillTx/>
                <a:latin typeface="+mn-lt"/>
                <a:ea typeface="+mn-ea"/>
                <a:cs typeface="+mn-cs"/>
                <a:sym typeface="Helvetica Neue"/>
              </a:defRPr>
            </a:lvl6pPr>
            <a:lvl7pPr marL="0" marR="0" indent="1371600" algn="l" defTabSz="825500" rtl="0" fontAlgn="auto" latinLnBrk="0" hangingPunct="0">
              <a:lnSpc>
                <a:spcPct val="100000"/>
              </a:lnSpc>
              <a:spcBef>
                <a:spcPts val="1800"/>
              </a:spcBef>
              <a:spcAft>
                <a:spcPts val="0"/>
              </a:spcAft>
              <a:buClrTx/>
              <a:buSzTx/>
              <a:buFontTx/>
              <a:buNone/>
              <a:tabLst/>
              <a:defRPr kumimoji="0" sz="3200" b="0" i="0" u="none" strike="noStrike" cap="none" spc="0" normalizeH="0" baseline="0">
                <a:ln>
                  <a:noFill/>
                </a:ln>
                <a:solidFill>
                  <a:srgbClr val="000000"/>
                </a:solidFill>
                <a:effectLst/>
                <a:uFillTx/>
                <a:latin typeface="+mn-lt"/>
                <a:ea typeface="+mn-ea"/>
                <a:cs typeface="+mn-cs"/>
                <a:sym typeface="Helvetica Neue"/>
              </a:defRPr>
            </a:lvl7pPr>
            <a:lvl8pPr marL="0" marR="0" indent="1600200" algn="l" defTabSz="825500" rtl="0" fontAlgn="auto" latinLnBrk="0" hangingPunct="0">
              <a:lnSpc>
                <a:spcPct val="100000"/>
              </a:lnSpc>
              <a:spcBef>
                <a:spcPts val="1800"/>
              </a:spcBef>
              <a:spcAft>
                <a:spcPts val="0"/>
              </a:spcAft>
              <a:buClrTx/>
              <a:buSzTx/>
              <a:buFontTx/>
              <a:buNone/>
              <a:tabLst/>
              <a:defRPr kumimoji="0" sz="3200" b="0" i="0" u="none" strike="noStrike" cap="none" spc="0" normalizeH="0" baseline="0">
                <a:ln>
                  <a:noFill/>
                </a:ln>
                <a:solidFill>
                  <a:srgbClr val="000000"/>
                </a:solidFill>
                <a:effectLst/>
                <a:uFillTx/>
                <a:latin typeface="+mn-lt"/>
                <a:ea typeface="+mn-ea"/>
                <a:cs typeface="+mn-cs"/>
                <a:sym typeface="Helvetica Neue"/>
              </a:defRPr>
            </a:lvl8pPr>
            <a:lvl9pPr marL="0" marR="0" indent="1828800" algn="l" defTabSz="825500" rtl="0" fontAlgn="auto" latinLnBrk="0" hangingPunct="0">
              <a:lnSpc>
                <a:spcPct val="100000"/>
              </a:lnSpc>
              <a:spcBef>
                <a:spcPts val="1800"/>
              </a:spcBef>
              <a:spcAft>
                <a:spcPts val="0"/>
              </a:spcAft>
              <a:buClrTx/>
              <a:buSzTx/>
              <a:buFontTx/>
              <a:buNone/>
              <a:tabLst/>
              <a:defRPr kumimoji="0" sz="3200" b="0" i="0" u="none" strike="noStrike" cap="none" spc="0" normalizeH="0" baseline="0">
                <a:ln>
                  <a:noFill/>
                </a:ln>
                <a:solidFill>
                  <a:srgbClr val="000000"/>
                </a:solidFill>
                <a:effectLst/>
                <a:uFillTx/>
                <a:latin typeface="+mn-lt"/>
                <a:ea typeface="+mn-ea"/>
                <a:cs typeface="+mn-cs"/>
                <a:sym typeface="Helvetica Neue"/>
              </a:defRPr>
            </a:lvl9pPr>
          </a:lstStyle>
          <a:p>
            <a:r>
              <a:rPr lang="en-US" sz="1100">
                <a:solidFill>
                  <a:schemeClr val="accent1"/>
                </a:solidFill>
                <a:latin typeface="Manrope" pitchFamily="2" charset="0"/>
              </a:rPr>
              <a:t>Confidentiality agreement</a:t>
            </a:r>
            <a:endParaRPr sz="1100">
              <a:solidFill>
                <a:schemeClr val="accent1"/>
              </a:solidFill>
              <a:latin typeface="Manrope" pitchFamily="2" charset="0"/>
            </a:endParaRPr>
          </a:p>
        </p:txBody>
      </p:sp>
      <p:sp>
        <p:nvSpPr>
          <p:cNvPr id="10" name="Triangle 3">
            <a:extLst>
              <a:ext uri="{FF2B5EF4-FFF2-40B4-BE49-F238E27FC236}">
                <a16:creationId xmlns:a16="http://schemas.microsoft.com/office/drawing/2014/main" id="{19AA3BB4-CC9D-A904-5490-8AD1C90B908B}"/>
              </a:ext>
            </a:extLst>
          </p:cNvPr>
          <p:cNvSpPr/>
          <p:nvPr userDrawn="1"/>
        </p:nvSpPr>
        <p:spPr>
          <a:xfrm>
            <a:off x="795056" y="1785000"/>
            <a:ext cx="287806" cy="248109"/>
          </a:xfrm>
          <a:prstGeom prst="triangle">
            <a:avLst/>
          </a:prstGeom>
          <a:solidFill>
            <a:schemeClr val="accent1"/>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horz" wrap="square" lIns="0" tIns="0" rIns="0" bIns="0" numCol="1" spcCol="38100" rtlCol="0" anchor="ctr">
            <a:sp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825500" rtl="0" fontAlgn="auto" latinLnBrk="0" hangingPunct="0">
              <a:lnSpc>
                <a:spcPct val="100000"/>
              </a:lnSpc>
              <a:spcBef>
                <a:spcPts val="1800"/>
              </a:spcBef>
              <a:spcAft>
                <a:spcPts val="0"/>
              </a:spcAft>
              <a:buClrTx/>
              <a:buSzTx/>
              <a:buFontTx/>
              <a:buNone/>
              <a:tabLst/>
              <a:defRPr kumimoji="0" sz="3200" b="0" i="0" u="none" strike="noStrike" cap="none" spc="0" normalizeH="0" baseline="0">
                <a:ln>
                  <a:noFill/>
                </a:ln>
                <a:solidFill>
                  <a:srgbClr val="000000"/>
                </a:solidFill>
                <a:effectLst/>
                <a:uFillTx/>
                <a:latin typeface="+mn-lt"/>
                <a:ea typeface="+mn-ea"/>
                <a:cs typeface="+mn-cs"/>
                <a:sym typeface="Helvetica Neue"/>
              </a:defRPr>
            </a:lvl1pPr>
            <a:lvl2pPr marL="0" marR="0" indent="228600" algn="l" defTabSz="825500" rtl="0" fontAlgn="auto" latinLnBrk="0" hangingPunct="0">
              <a:lnSpc>
                <a:spcPct val="100000"/>
              </a:lnSpc>
              <a:spcBef>
                <a:spcPts val="1800"/>
              </a:spcBef>
              <a:spcAft>
                <a:spcPts val="0"/>
              </a:spcAft>
              <a:buClrTx/>
              <a:buSzTx/>
              <a:buFontTx/>
              <a:buNone/>
              <a:tabLst/>
              <a:defRPr kumimoji="0" sz="3200" b="0" i="0" u="none" strike="noStrike" cap="none" spc="0" normalizeH="0" baseline="0">
                <a:ln>
                  <a:noFill/>
                </a:ln>
                <a:solidFill>
                  <a:srgbClr val="000000"/>
                </a:solidFill>
                <a:effectLst/>
                <a:uFillTx/>
                <a:latin typeface="+mn-lt"/>
                <a:ea typeface="+mn-ea"/>
                <a:cs typeface="+mn-cs"/>
                <a:sym typeface="Helvetica Neue"/>
              </a:defRPr>
            </a:lvl2pPr>
            <a:lvl3pPr marL="0" marR="0" indent="457200" algn="l" defTabSz="825500" rtl="0" fontAlgn="auto" latinLnBrk="0" hangingPunct="0">
              <a:lnSpc>
                <a:spcPct val="100000"/>
              </a:lnSpc>
              <a:spcBef>
                <a:spcPts val="1800"/>
              </a:spcBef>
              <a:spcAft>
                <a:spcPts val="0"/>
              </a:spcAft>
              <a:buClrTx/>
              <a:buSzTx/>
              <a:buFontTx/>
              <a:buNone/>
              <a:tabLst/>
              <a:defRPr kumimoji="0" sz="3200" b="0" i="0" u="none" strike="noStrike" cap="none" spc="0" normalizeH="0" baseline="0">
                <a:ln>
                  <a:noFill/>
                </a:ln>
                <a:solidFill>
                  <a:srgbClr val="000000"/>
                </a:solidFill>
                <a:effectLst/>
                <a:uFillTx/>
                <a:latin typeface="+mn-lt"/>
                <a:ea typeface="+mn-ea"/>
                <a:cs typeface="+mn-cs"/>
                <a:sym typeface="Helvetica Neue"/>
              </a:defRPr>
            </a:lvl3pPr>
            <a:lvl4pPr marL="0" marR="0" indent="685800" algn="l" defTabSz="825500" rtl="0" fontAlgn="auto" latinLnBrk="0" hangingPunct="0">
              <a:lnSpc>
                <a:spcPct val="100000"/>
              </a:lnSpc>
              <a:spcBef>
                <a:spcPts val="1800"/>
              </a:spcBef>
              <a:spcAft>
                <a:spcPts val="0"/>
              </a:spcAft>
              <a:buClrTx/>
              <a:buSzTx/>
              <a:buFontTx/>
              <a:buNone/>
              <a:tabLst/>
              <a:defRPr kumimoji="0" sz="3200" b="0" i="0" u="none" strike="noStrike" cap="none" spc="0" normalizeH="0" baseline="0">
                <a:ln>
                  <a:noFill/>
                </a:ln>
                <a:solidFill>
                  <a:srgbClr val="000000"/>
                </a:solidFill>
                <a:effectLst/>
                <a:uFillTx/>
                <a:latin typeface="+mn-lt"/>
                <a:ea typeface="+mn-ea"/>
                <a:cs typeface="+mn-cs"/>
                <a:sym typeface="Helvetica Neue"/>
              </a:defRPr>
            </a:lvl4pPr>
            <a:lvl5pPr marL="0" marR="0" indent="914400" algn="l" defTabSz="825500" rtl="0" fontAlgn="auto" latinLnBrk="0" hangingPunct="0">
              <a:lnSpc>
                <a:spcPct val="100000"/>
              </a:lnSpc>
              <a:spcBef>
                <a:spcPts val="1800"/>
              </a:spcBef>
              <a:spcAft>
                <a:spcPts val="0"/>
              </a:spcAft>
              <a:buClrTx/>
              <a:buSzTx/>
              <a:buFontTx/>
              <a:buNone/>
              <a:tabLst/>
              <a:defRPr kumimoji="0" sz="3200" b="0" i="0" u="none" strike="noStrike" cap="none" spc="0" normalizeH="0" baseline="0">
                <a:ln>
                  <a:noFill/>
                </a:ln>
                <a:solidFill>
                  <a:srgbClr val="000000"/>
                </a:solidFill>
                <a:effectLst/>
                <a:uFillTx/>
                <a:latin typeface="+mn-lt"/>
                <a:ea typeface="+mn-ea"/>
                <a:cs typeface="+mn-cs"/>
                <a:sym typeface="Helvetica Neue"/>
              </a:defRPr>
            </a:lvl5pPr>
            <a:lvl6pPr marL="0" marR="0" indent="1143000" algn="l" defTabSz="825500" rtl="0" fontAlgn="auto" latinLnBrk="0" hangingPunct="0">
              <a:lnSpc>
                <a:spcPct val="100000"/>
              </a:lnSpc>
              <a:spcBef>
                <a:spcPts val="1800"/>
              </a:spcBef>
              <a:spcAft>
                <a:spcPts val="0"/>
              </a:spcAft>
              <a:buClrTx/>
              <a:buSzTx/>
              <a:buFontTx/>
              <a:buNone/>
              <a:tabLst/>
              <a:defRPr kumimoji="0" sz="3200" b="0" i="0" u="none" strike="noStrike" cap="none" spc="0" normalizeH="0" baseline="0">
                <a:ln>
                  <a:noFill/>
                </a:ln>
                <a:solidFill>
                  <a:srgbClr val="000000"/>
                </a:solidFill>
                <a:effectLst/>
                <a:uFillTx/>
                <a:latin typeface="+mn-lt"/>
                <a:ea typeface="+mn-ea"/>
                <a:cs typeface="+mn-cs"/>
                <a:sym typeface="Helvetica Neue"/>
              </a:defRPr>
            </a:lvl6pPr>
            <a:lvl7pPr marL="0" marR="0" indent="1371600" algn="l" defTabSz="825500" rtl="0" fontAlgn="auto" latinLnBrk="0" hangingPunct="0">
              <a:lnSpc>
                <a:spcPct val="100000"/>
              </a:lnSpc>
              <a:spcBef>
                <a:spcPts val="1800"/>
              </a:spcBef>
              <a:spcAft>
                <a:spcPts val="0"/>
              </a:spcAft>
              <a:buClrTx/>
              <a:buSzTx/>
              <a:buFontTx/>
              <a:buNone/>
              <a:tabLst/>
              <a:defRPr kumimoji="0" sz="3200" b="0" i="0" u="none" strike="noStrike" cap="none" spc="0" normalizeH="0" baseline="0">
                <a:ln>
                  <a:noFill/>
                </a:ln>
                <a:solidFill>
                  <a:srgbClr val="000000"/>
                </a:solidFill>
                <a:effectLst/>
                <a:uFillTx/>
                <a:latin typeface="+mn-lt"/>
                <a:ea typeface="+mn-ea"/>
                <a:cs typeface="+mn-cs"/>
                <a:sym typeface="Helvetica Neue"/>
              </a:defRPr>
            </a:lvl7pPr>
            <a:lvl8pPr marL="0" marR="0" indent="1600200" algn="l" defTabSz="825500" rtl="0" fontAlgn="auto" latinLnBrk="0" hangingPunct="0">
              <a:lnSpc>
                <a:spcPct val="100000"/>
              </a:lnSpc>
              <a:spcBef>
                <a:spcPts val="1800"/>
              </a:spcBef>
              <a:spcAft>
                <a:spcPts val="0"/>
              </a:spcAft>
              <a:buClrTx/>
              <a:buSzTx/>
              <a:buFontTx/>
              <a:buNone/>
              <a:tabLst/>
              <a:defRPr kumimoji="0" sz="3200" b="0" i="0" u="none" strike="noStrike" cap="none" spc="0" normalizeH="0" baseline="0">
                <a:ln>
                  <a:noFill/>
                </a:ln>
                <a:solidFill>
                  <a:srgbClr val="000000"/>
                </a:solidFill>
                <a:effectLst/>
                <a:uFillTx/>
                <a:latin typeface="+mn-lt"/>
                <a:ea typeface="+mn-ea"/>
                <a:cs typeface="+mn-cs"/>
                <a:sym typeface="Helvetica Neue"/>
              </a:defRPr>
            </a:lvl8pPr>
            <a:lvl9pPr marL="0" marR="0" indent="1828800" algn="l" defTabSz="825500" rtl="0" fontAlgn="auto" latinLnBrk="0" hangingPunct="0">
              <a:lnSpc>
                <a:spcPct val="100000"/>
              </a:lnSpc>
              <a:spcBef>
                <a:spcPts val="1800"/>
              </a:spcBef>
              <a:spcAft>
                <a:spcPts val="0"/>
              </a:spcAft>
              <a:buClrTx/>
              <a:buSzTx/>
              <a:buFontTx/>
              <a:buNone/>
              <a:tabLst/>
              <a:defRPr kumimoji="0" sz="3200" b="0" i="0" u="none" strike="noStrike" cap="none" spc="0" normalizeH="0" baseline="0">
                <a:ln>
                  <a:noFill/>
                </a:ln>
                <a:solidFill>
                  <a:srgbClr val="000000"/>
                </a:solidFill>
                <a:effectLst/>
                <a:uFillTx/>
                <a:latin typeface="+mn-lt"/>
                <a:ea typeface="+mn-ea"/>
                <a:cs typeface="+mn-cs"/>
                <a:sym typeface="Helvetica Neue"/>
              </a:defRPr>
            </a:lvl9p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mj-lt"/>
              <a:ea typeface="+mj-ea"/>
              <a:cs typeface="+mj-cs"/>
              <a:sym typeface="Helvetica Neue Medium"/>
            </a:endParaRPr>
          </a:p>
        </p:txBody>
      </p:sp>
      <p:sp>
        <p:nvSpPr>
          <p:cNvPr id="11" name="Case study: audit transformation for a multinational professional services company">
            <a:extLst>
              <a:ext uri="{FF2B5EF4-FFF2-40B4-BE49-F238E27FC236}">
                <a16:creationId xmlns:a16="http://schemas.microsoft.com/office/drawing/2014/main" id="{4D27650D-B679-158A-89FF-5BC160DB0FE1}"/>
              </a:ext>
            </a:extLst>
          </p:cNvPr>
          <p:cNvSpPr txBox="1"/>
          <p:nvPr userDrawn="1"/>
        </p:nvSpPr>
        <p:spPr>
          <a:xfrm>
            <a:off x="812751" y="1852385"/>
            <a:ext cx="252417" cy="169277"/>
          </a:xfrm>
          <a:prstGeom prst="rect">
            <a:avLst/>
          </a:prstGeom>
          <a:ln w="12700">
            <a:miter lim="400000"/>
          </a:ln>
          <a:extLst>
            <a:ext uri="{C572A759-6A51-4108-AA02-DFA0A04FC94B}">
              <ma14:wrappingTextBoxFlag xmlns:m="http://schemas.openxmlformats.org/officeDocument/2006/math" xmlns:a14="http://schemas.microsoft.com/office/drawing/2010/main" xmlns:ma14="http://schemas.microsoft.com/office/mac/drawingml/2011/main" xmlns:lc="http://schemas.openxmlformats.org/drawingml/2006/lockedCanvas" xmlns="" val="1"/>
            </a:ext>
          </a:extLst>
        </p:spPr>
        <p:txBody>
          <a:bodyPr wrap="square" lIns="0" tIns="0" rIns="0" bIns="0">
            <a:sp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825500" rtl="0" fontAlgn="auto" latinLnBrk="0" hangingPunct="0">
              <a:lnSpc>
                <a:spcPct val="100000"/>
              </a:lnSpc>
              <a:spcBef>
                <a:spcPts val="1800"/>
              </a:spcBef>
              <a:spcAft>
                <a:spcPts val="0"/>
              </a:spcAft>
              <a:buClrTx/>
              <a:buSzTx/>
              <a:buFontTx/>
              <a:buNone/>
              <a:tabLst/>
              <a:defRPr kumimoji="0" sz="3200" b="0" i="0" u="none" strike="noStrike" cap="none" spc="0" normalizeH="0" baseline="0">
                <a:ln>
                  <a:noFill/>
                </a:ln>
                <a:solidFill>
                  <a:srgbClr val="000000"/>
                </a:solidFill>
                <a:effectLst/>
                <a:uFillTx/>
                <a:latin typeface="+mn-lt"/>
                <a:ea typeface="+mn-ea"/>
                <a:cs typeface="+mn-cs"/>
                <a:sym typeface="Helvetica Neue"/>
              </a:defRPr>
            </a:lvl1pPr>
            <a:lvl2pPr marL="0" marR="0" indent="228600" algn="l" defTabSz="825500" rtl="0" fontAlgn="auto" latinLnBrk="0" hangingPunct="0">
              <a:lnSpc>
                <a:spcPct val="100000"/>
              </a:lnSpc>
              <a:spcBef>
                <a:spcPts val="1800"/>
              </a:spcBef>
              <a:spcAft>
                <a:spcPts val="0"/>
              </a:spcAft>
              <a:buClrTx/>
              <a:buSzTx/>
              <a:buFontTx/>
              <a:buNone/>
              <a:tabLst/>
              <a:defRPr kumimoji="0" sz="3200" b="0" i="0" u="none" strike="noStrike" cap="none" spc="0" normalizeH="0" baseline="0">
                <a:ln>
                  <a:noFill/>
                </a:ln>
                <a:solidFill>
                  <a:srgbClr val="000000"/>
                </a:solidFill>
                <a:effectLst/>
                <a:uFillTx/>
                <a:latin typeface="+mn-lt"/>
                <a:ea typeface="+mn-ea"/>
                <a:cs typeface="+mn-cs"/>
                <a:sym typeface="Helvetica Neue"/>
              </a:defRPr>
            </a:lvl2pPr>
            <a:lvl3pPr marL="0" marR="0" indent="457200" algn="l" defTabSz="825500" rtl="0" fontAlgn="auto" latinLnBrk="0" hangingPunct="0">
              <a:lnSpc>
                <a:spcPct val="100000"/>
              </a:lnSpc>
              <a:spcBef>
                <a:spcPts val="1800"/>
              </a:spcBef>
              <a:spcAft>
                <a:spcPts val="0"/>
              </a:spcAft>
              <a:buClrTx/>
              <a:buSzTx/>
              <a:buFontTx/>
              <a:buNone/>
              <a:tabLst/>
              <a:defRPr kumimoji="0" sz="3200" b="0" i="0" u="none" strike="noStrike" cap="none" spc="0" normalizeH="0" baseline="0">
                <a:ln>
                  <a:noFill/>
                </a:ln>
                <a:solidFill>
                  <a:srgbClr val="000000"/>
                </a:solidFill>
                <a:effectLst/>
                <a:uFillTx/>
                <a:latin typeface="+mn-lt"/>
                <a:ea typeface="+mn-ea"/>
                <a:cs typeface="+mn-cs"/>
                <a:sym typeface="Helvetica Neue"/>
              </a:defRPr>
            </a:lvl3pPr>
            <a:lvl4pPr marL="0" marR="0" indent="685800" algn="l" defTabSz="825500" rtl="0" fontAlgn="auto" latinLnBrk="0" hangingPunct="0">
              <a:lnSpc>
                <a:spcPct val="100000"/>
              </a:lnSpc>
              <a:spcBef>
                <a:spcPts val="1800"/>
              </a:spcBef>
              <a:spcAft>
                <a:spcPts val="0"/>
              </a:spcAft>
              <a:buClrTx/>
              <a:buSzTx/>
              <a:buFontTx/>
              <a:buNone/>
              <a:tabLst/>
              <a:defRPr kumimoji="0" sz="3200" b="0" i="0" u="none" strike="noStrike" cap="none" spc="0" normalizeH="0" baseline="0">
                <a:ln>
                  <a:noFill/>
                </a:ln>
                <a:solidFill>
                  <a:srgbClr val="000000"/>
                </a:solidFill>
                <a:effectLst/>
                <a:uFillTx/>
                <a:latin typeface="+mn-lt"/>
                <a:ea typeface="+mn-ea"/>
                <a:cs typeface="+mn-cs"/>
                <a:sym typeface="Helvetica Neue"/>
              </a:defRPr>
            </a:lvl4pPr>
            <a:lvl5pPr marL="0" marR="0" indent="914400" algn="l" defTabSz="825500" rtl="0" fontAlgn="auto" latinLnBrk="0" hangingPunct="0">
              <a:lnSpc>
                <a:spcPct val="100000"/>
              </a:lnSpc>
              <a:spcBef>
                <a:spcPts val="1800"/>
              </a:spcBef>
              <a:spcAft>
                <a:spcPts val="0"/>
              </a:spcAft>
              <a:buClrTx/>
              <a:buSzTx/>
              <a:buFontTx/>
              <a:buNone/>
              <a:tabLst/>
              <a:defRPr kumimoji="0" sz="3200" b="0" i="0" u="none" strike="noStrike" cap="none" spc="0" normalizeH="0" baseline="0">
                <a:ln>
                  <a:noFill/>
                </a:ln>
                <a:solidFill>
                  <a:srgbClr val="000000"/>
                </a:solidFill>
                <a:effectLst/>
                <a:uFillTx/>
                <a:latin typeface="+mn-lt"/>
                <a:ea typeface="+mn-ea"/>
                <a:cs typeface="+mn-cs"/>
                <a:sym typeface="Helvetica Neue"/>
              </a:defRPr>
            </a:lvl5pPr>
            <a:lvl6pPr marL="0" marR="0" indent="1143000" algn="l" defTabSz="825500" rtl="0" fontAlgn="auto" latinLnBrk="0" hangingPunct="0">
              <a:lnSpc>
                <a:spcPct val="100000"/>
              </a:lnSpc>
              <a:spcBef>
                <a:spcPts val="1800"/>
              </a:spcBef>
              <a:spcAft>
                <a:spcPts val="0"/>
              </a:spcAft>
              <a:buClrTx/>
              <a:buSzTx/>
              <a:buFontTx/>
              <a:buNone/>
              <a:tabLst/>
              <a:defRPr kumimoji="0" sz="3200" b="0" i="0" u="none" strike="noStrike" cap="none" spc="0" normalizeH="0" baseline="0">
                <a:ln>
                  <a:noFill/>
                </a:ln>
                <a:solidFill>
                  <a:srgbClr val="000000"/>
                </a:solidFill>
                <a:effectLst/>
                <a:uFillTx/>
                <a:latin typeface="+mn-lt"/>
                <a:ea typeface="+mn-ea"/>
                <a:cs typeface="+mn-cs"/>
                <a:sym typeface="Helvetica Neue"/>
              </a:defRPr>
            </a:lvl6pPr>
            <a:lvl7pPr marL="0" marR="0" indent="1371600" algn="l" defTabSz="825500" rtl="0" fontAlgn="auto" latinLnBrk="0" hangingPunct="0">
              <a:lnSpc>
                <a:spcPct val="100000"/>
              </a:lnSpc>
              <a:spcBef>
                <a:spcPts val="1800"/>
              </a:spcBef>
              <a:spcAft>
                <a:spcPts val="0"/>
              </a:spcAft>
              <a:buClrTx/>
              <a:buSzTx/>
              <a:buFontTx/>
              <a:buNone/>
              <a:tabLst/>
              <a:defRPr kumimoji="0" sz="3200" b="0" i="0" u="none" strike="noStrike" cap="none" spc="0" normalizeH="0" baseline="0">
                <a:ln>
                  <a:noFill/>
                </a:ln>
                <a:solidFill>
                  <a:srgbClr val="000000"/>
                </a:solidFill>
                <a:effectLst/>
                <a:uFillTx/>
                <a:latin typeface="+mn-lt"/>
                <a:ea typeface="+mn-ea"/>
                <a:cs typeface="+mn-cs"/>
                <a:sym typeface="Helvetica Neue"/>
              </a:defRPr>
            </a:lvl7pPr>
            <a:lvl8pPr marL="0" marR="0" indent="1600200" algn="l" defTabSz="825500" rtl="0" fontAlgn="auto" latinLnBrk="0" hangingPunct="0">
              <a:lnSpc>
                <a:spcPct val="100000"/>
              </a:lnSpc>
              <a:spcBef>
                <a:spcPts val="1800"/>
              </a:spcBef>
              <a:spcAft>
                <a:spcPts val="0"/>
              </a:spcAft>
              <a:buClrTx/>
              <a:buSzTx/>
              <a:buFontTx/>
              <a:buNone/>
              <a:tabLst/>
              <a:defRPr kumimoji="0" sz="3200" b="0" i="0" u="none" strike="noStrike" cap="none" spc="0" normalizeH="0" baseline="0">
                <a:ln>
                  <a:noFill/>
                </a:ln>
                <a:solidFill>
                  <a:srgbClr val="000000"/>
                </a:solidFill>
                <a:effectLst/>
                <a:uFillTx/>
                <a:latin typeface="+mn-lt"/>
                <a:ea typeface="+mn-ea"/>
                <a:cs typeface="+mn-cs"/>
                <a:sym typeface="Helvetica Neue"/>
              </a:defRPr>
            </a:lvl8pPr>
            <a:lvl9pPr marL="0" marR="0" indent="1828800" algn="l" defTabSz="825500" rtl="0" fontAlgn="auto" latinLnBrk="0" hangingPunct="0">
              <a:lnSpc>
                <a:spcPct val="100000"/>
              </a:lnSpc>
              <a:spcBef>
                <a:spcPts val="1800"/>
              </a:spcBef>
              <a:spcAft>
                <a:spcPts val="0"/>
              </a:spcAft>
              <a:buClrTx/>
              <a:buSzTx/>
              <a:buFontTx/>
              <a:buNone/>
              <a:tabLst/>
              <a:defRPr kumimoji="0" sz="3200" b="0" i="0" u="none" strike="noStrike" cap="none" spc="0" normalizeH="0" baseline="0">
                <a:ln>
                  <a:noFill/>
                </a:ln>
                <a:solidFill>
                  <a:srgbClr val="000000"/>
                </a:solidFill>
                <a:effectLst/>
                <a:uFillTx/>
                <a:latin typeface="+mn-lt"/>
                <a:ea typeface="+mn-ea"/>
                <a:cs typeface="+mn-cs"/>
                <a:sym typeface="Helvetica Neue"/>
              </a:defRPr>
            </a:lvl9pPr>
          </a:lstStyle>
          <a:p>
            <a:pPr algn="ctr"/>
            <a:r>
              <a:rPr lang="en-US" sz="1100">
                <a:solidFill>
                  <a:schemeClr val="bg1"/>
                </a:solidFill>
                <a:latin typeface="Manrope" pitchFamily="2" charset="0"/>
              </a:rPr>
              <a:t>!</a:t>
            </a:r>
            <a:endParaRPr sz="1100">
              <a:solidFill>
                <a:schemeClr val="bg1"/>
              </a:solidFill>
              <a:latin typeface="Manrope" pitchFamily="2" charset="0"/>
            </a:endParaRPr>
          </a:p>
        </p:txBody>
      </p:sp>
    </p:spTree>
    <p:extLst>
      <p:ext uri="{BB962C8B-B14F-4D97-AF65-F5344CB8AC3E}">
        <p14:creationId xmlns:p14="http://schemas.microsoft.com/office/powerpoint/2010/main" val="3158623348"/>
      </p:ext>
    </p:extLst>
  </p:cSld>
  <p:clrMapOvr>
    <a:masterClrMapping/>
  </p:clrMapOvr>
  <p:transition spd="med"/>
  <p:extLst>
    <p:ext uri="{DCECCB84-F9BA-43D5-87BE-67443E8EF086}">
      <p15:sldGuideLst xmlns:p15="http://schemas.microsoft.com/office/powerpoint/2012/main">
        <p15:guide id="2" pos="393">
          <p15:clr>
            <a:srgbClr val="FBAE40"/>
          </p15:clr>
        </p15:guide>
      </p15:sldGuideLst>
    </p:ext>
  </p:extLst>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1_Blank Layout">
    <p:spTree>
      <p:nvGrpSpPr>
        <p:cNvPr id="1" name=""/>
        <p:cNvGrpSpPr/>
        <p:nvPr/>
      </p:nvGrpSpPr>
      <p:grpSpPr>
        <a:xfrm>
          <a:off x="0" y="0"/>
          <a:ext cx="0" cy="0"/>
          <a:chOff x="0" y="0"/>
          <a:chExt cx="0" cy="0"/>
        </a:xfrm>
      </p:grpSpPr>
      <p:sp>
        <p:nvSpPr>
          <p:cNvPr id="8" name="Slide Number Placeholder 5">
            <a:extLst>
              <a:ext uri="{FF2B5EF4-FFF2-40B4-BE49-F238E27FC236}">
                <a16:creationId xmlns:a16="http://schemas.microsoft.com/office/drawing/2014/main" id="{BEF71674-9144-08B7-A17A-3B084A2CE560}"/>
              </a:ext>
            </a:extLst>
          </p:cNvPr>
          <p:cNvSpPr txBox="1">
            <a:spLocks/>
          </p:cNvSpPr>
          <p:nvPr userDrawn="1"/>
        </p:nvSpPr>
        <p:spPr>
          <a:xfrm>
            <a:off x="11568055" y="6453188"/>
            <a:ext cx="270570" cy="138499"/>
          </a:xfrm>
          <a:prstGeom prst="rect">
            <a:avLst/>
          </a:prstGeom>
          <a:noFill/>
          <a:ln w="9525">
            <a:noFill/>
            <a:miter lim="800000"/>
            <a:headEnd/>
            <a:tailEnd/>
          </a:ln>
          <a:effectLst/>
        </p:spPr>
        <p:txBody>
          <a:bodyPr wrap="square" lIns="0" tIns="0" rIns="0" bIns="0">
            <a:spAutoFit/>
          </a:bodyPr>
          <a:lstStyle>
            <a:defPPr>
              <a:defRPr lang="en-US"/>
            </a:defPPr>
            <a:lvl1pPr marR="0" indent="0" fontAlgn="auto">
              <a:lnSpc>
                <a:spcPct val="100000"/>
              </a:lnSpc>
              <a:spcBef>
                <a:spcPts val="0"/>
              </a:spcBef>
              <a:spcAft>
                <a:spcPts val="0"/>
              </a:spcAft>
              <a:buClrTx/>
              <a:buSzTx/>
              <a:buFontTx/>
              <a:buNone/>
              <a:tabLst/>
              <a:defRPr sz="800">
                <a:solidFill>
                  <a:schemeClr val="tx1">
                    <a:lumMod val="65000"/>
                    <a:lumOff val="35000"/>
                  </a:schemeClr>
                </a:solidFill>
              </a:defRPr>
            </a:lvl1pPr>
            <a:lvl2pPr marL="342946" algn="l" defTabSz="685891" rtl="0" eaLnBrk="1" latinLnBrk="0" hangingPunct="1">
              <a:defRPr sz="1400" kern="1200">
                <a:solidFill>
                  <a:schemeClr val="tx1"/>
                </a:solidFill>
                <a:latin typeface="+mn-lt"/>
                <a:ea typeface="+mn-ea"/>
                <a:cs typeface="+mn-cs"/>
              </a:defRPr>
            </a:lvl2pPr>
            <a:lvl3pPr marL="685891" algn="l" defTabSz="685891" rtl="0" eaLnBrk="1" latinLnBrk="0" hangingPunct="1">
              <a:defRPr sz="1400" kern="1200">
                <a:solidFill>
                  <a:schemeClr val="tx1"/>
                </a:solidFill>
                <a:latin typeface="+mn-lt"/>
                <a:ea typeface="+mn-ea"/>
                <a:cs typeface="+mn-cs"/>
              </a:defRPr>
            </a:lvl3pPr>
            <a:lvl4pPr marL="1028837" algn="l" defTabSz="685891" rtl="0" eaLnBrk="1" latinLnBrk="0" hangingPunct="1">
              <a:defRPr sz="1400" kern="1200">
                <a:solidFill>
                  <a:schemeClr val="tx1"/>
                </a:solidFill>
                <a:latin typeface="+mn-lt"/>
                <a:ea typeface="+mn-ea"/>
                <a:cs typeface="+mn-cs"/>
              </a:defRPr>
            </a:lvl4pPr>
            <a:lvl5pPr marL="1371783" algn="l" defTabSz="685891" rtl="0" eaLnBrk="1" latinLnBrk="0" hangingPunct="1">
              <a:defRPr sz="1400" kern="1200">
                <a:solidFill>
                  <a:schemeClr val="tx1"/>
                </a:solidFill>
                <a:latin typeface="+mn-lt"/>
                <a:ea typeface="+mn-ea"/>
                <a:cs typeface="+mn-cs"/>
              </a:defRPr>
            </a:lvl5pPr>
            <a:lvl6pPr marL="1714729" algn="l" defTabSz="685891" rtl="0" eaLnBrk="1" latinLnBrk="0" hangingPunct="1">
              <a:defRPr sz="1400" kern="1200">
                <a:solidFill>
                  <a:schemeClr val="tx1"/>
                </a:solidFill>
                <a:latin typeface="+mn-lt"/>
                <a:ea typeface="+mn-ea"/>
                <a:cs typeface="+mn-cs"/>
              </a:defRPr>
            </a:lvl6pPr>
            <a:lvl7pPr marL="2057674" algn="l" defTabSz="685891" rtl="0" eaLnBrk="1" latinLnBrk="0" hangingPunct="1">
              <a:defRPr sz="1400" kern="1200">
                <a:solidFill>
                  <a:schemeClr val="tx1"/>
                </a:solidFill>
                <a:latin typeface="+mn-lt"/>
                <a:ea typeface="+mn-ea"/>
                <a:cs typeface="+mn-cs"/>
              </a:defRPr>
            </a:lvl7pPr>
            <a:lvl8pPr marL="2400620" algn="l" defTabSz="685891" rtl="0" eaLnBrk="1" latinLnBrk="0" hangingPunct="1">
              <a:defRPr sz="1400" kern="1200">
                <a:solidFill>
                  <a:schemeClr val="tx1"/>
                </a:solidFill>
                <a:latin typeface="+mn-lt"/>
                <a:ea typeface="+mn-ea"/>
                <a:cs typeface="+mn-cs"/>
              </a:defRPr>
            </a:lvl8pPr>
            <a:lvl9pPr marL="2743566" algn="l" defTabSz="685891" rtl="0" eaLnBrk="1" latinLnBrk="0" hangingPunct="1">
              <a:defRPr sz="1400" kern="1200">
                <a:solidFill>
                  <a:schemeClr val="tx1"/>
                </a:solidFill>
                <a:latin typeface="+mn-lt"/>
                <a:ea typeface="+mn-ea"/>
                <a:cs typeface="+mn-cs"/>
              </a:defRPr>
            </a:lvl9pPr>
          </a:lstStyle>
          <a:p>
            <a:pPr lvl="0" algn="r"/>
            <a:fld id="{39601925-951F-4EA8-91E5-A517312BFAAA}" type="slidenum">
              <a:rPr lang="en-US" sz="900" smtClean="0">
                <a:solidFill>
                  <a:schemeClr val="bg1"/>
                </a:solidFill>
                <a:latin typeface="+mn-lt"/>
              </a:rPr>
              <a:pPr lvl="0" algn="r"/>
              <a:t>‹#›</a:t>
            </a:fld>
            <a:endParaRPr lang="en-US" sz="900">
              <a:solidFill>
                <a:schemeClr val="bg1"/>
              </a:solidFill>
              <a:latin typeface="+mn-lt"/>
            </a:endParaRPr>
          </a:p>
        </p:txBody>
      </p:sp>
      <p:sp>
        <p:nvSpPr>
          <p:cNvPr id="3" name="Text Placeholder 18">
            <a:extLst>
              <a:ext uri="{FF2B5EF4-FFF2-40B4-BE49-F238E27FC236}">
                <a16:creationId xmlns:a16="http://schemas.microsoft.com/office/drawing/2014/main" id="{1A92E810-A64D-864A-E713-F5B7065D4E11}"/>
              </a:ext>
            </a:extLst>
          </p:cNvPr>
          <p:cNvSpPr>
            <a:spLocks noGrp="1"/>
          </p:cNvSpPr>
          <p:nvPr>
            <p:ph type="body" sz="quarter" idx="15" hasCustomPrompt="1"/>
          </p:nvPr>
        </p:nvSpPr>
        <p:spPr>
          <a:xfrm flipH="1">
            <a:off x="623888" y="457200"/>
            <a:ext cx="8172450" cy="244101"/>
          </a:xfrm>
          <a:prstGeom prst="rect">
            <a:avLst/>
          </a:prstGeom>
        </p:spPr>
        <p:txBody>
          <a:bodyPr wrap="square" lIns="0" tIns="36000" rIns="0" bIns="0" anchor="t" anchorCtr="0">
            <a:spAutoFit/>
          </a:bodyPr>
          <a:lstStyle>
            <a:lvl1pPr marL="0" indent="0">
              <a:buNone/>
              <a:defRPr lang="en-US" sz="1500" b="0" kern="1200" dirty="0">
                <a:solidFill>
                  <a:schemeClr val="bg1"/>
                </a:solidFill>
                <a:latin typeface="+mn-lt"/>
                <a:ea typeface="+mn-ea"/>
                <a:cs typeface="+mn-cs"/>
              </a:defRPr>
            </a:lvl1pPr>
          </a:lstStyle>
          <a:p>
            <a:pPr marL="0" lvl="0" indent="0" algn="l" defTabSz="914400" rtl="0" eaLnBrk="1" latinLnBrk="0" hangingPunct="1">
              <a:lnSpc>
                <a:spcPct val="90000"/>
              </a:lnSpc>
              <a:spcBef>
                <a:spcPts val="1000"/>
              </a:spcBef>
              <a:buFont typeface="Arial" panose="020B0604020202020204" pitchFamily="34" charset="0"/>
              <a:buNone/>
            </a:pPr>
            <a:r>
              <a:rPr lang="en-US"/>
              <a:t>Deck Title/Main Idea</a:t>
            </a:r>
          </a:p>
        </p:txBody>
      </p:sp>
      <p:pic>
        <p:nvPicPr>
          <p:cNvPr id="2" name="Graphic 1">
            <a:extLst>
              <a:ext uri="{FF2B5EF4-FFF2-40B4-BE49-F238E27FC236}">
                <a16:creationId xmlns:a16="http://schemas.microsoft.com/office/drawing/2014/main" id="{BA3895CC-568A-639E-289C-349CD49C4390}"/>
              </a:ext>
            </a:extLst>
          </p:cNvPr>
          <p:cNvPicPr>
            <a:picLocks noChangeAspect="1"/>
          </p:cNvPicPr>
          <p:nvPr userDrawn="1"/>
        </p:nvPicPr>
        <p:blipFill>
          <a:blip>
            <a:lum bright="100000"/>
            <a:extLst>
              <a:ext uri="{96DAC541-7B7A-43D3-8B79-37D633B846F1}">
                <asvg:svgBlip xmlns:asvg="http://schemas.microsoft.com/office/drawing/2016/SVG/main" r:embed="rId2"/>
              </a:ext>
            </a:extLst>
          </a:blip>
          <a:stretch>
            <a:fillRect/>
          </a:stretch>
        </p:blipFill>
        <p:spPr>
          <a:xfrm>
            <a:off x="10917328" y="345760"/>
            <a:ext cx="914400" cy="122739"/>
          </a:xfrm>
          <a:prstGeom prst="rect">
            <a:avLst/>
          </a:prstGeom>
        </p:spPr>
      </p:pic>
      <p:sp>
        <p:nvSpPr>
          <p:cNvPr id="5" name="TextBox 4">
            <a:extLst>
              <a:ext uri="{FF2B5EF4-FFF2-40B4-BE49-F238E27FC236}">
                <a16:creationId xmlns:a16="http://schemas.microsoft.com/office/drawing/2014/main" id="{968409DB-CB7B-4169-181C-8AC7B3B37EC7}"/>
              </a:ext>
            </a:extLst>
          </p:cNvPr>
          <p:cNvSpPr txBox="1"/>
          <p:nvPr userDrawn="1"/>
        </p:nvSpPr>
        <p:spPr>
          <a:xfrm>
            <a:off x="623888" y="6453188"/>
            <a:ext cx="2781211" cy="107722"/>
          </a:xfrm>
          <a:prstGeom prst="rect">
            <a:avLst/>
          </a:prstGeom>
          <a:noFill/>
        </p:spPr>
        <p:txBody>
          <a:bodyPr wrap="square" lIns="0" tIns="0" rIns="0" bIns="0"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IN" sz="700" kern="0" spc="50" baseline="0">
                <a:solidFill>
                  <a:srgbClr val="CBD0E5"/>
                </a:solidFill>
                <a:latin typeface="+mn-lt"/>
                <a:ea typeface="+mn-ea"/>
                <a:cs typeface="Heebo" pitchFamily="2" charset="-79"/>
              </a:rPr>
              <a:t>© Hexaware Technologies. Confidential briefing. </a:t>
            </a:r>
            <a:endParaRPr lang="en-US" sz="700" kern="0" spc="50" baseline="0">
              <a:solidFill>
                <a:srgbClr val="CBD0E5"/>
              </a:solidFill>
              <a:latin typeface="+mn-lt"/>
              <a:ea typeface="+mn-ea"/>
              <a:cs typeface="Heebo" pitchFamily="2" charset="-79"/>
            </a:endParaRPr>
          </a:p>
        </p:txBody>
      </p:sp>
    </p:spTree>
    <p:extLst>
      <p:ext uri="{BB962C8B-B14F-4D97-AF65-F5344CB8AC3E}">
        <p14:creationId xmlns:p14="http://schemas.microsoft.com/office/powerpoint/2010/main" val="1050399030"/>
      </p:ext>
    </p:extLst>
  </p:cSld>
  <p:clrMapOvr>
    <a:masterClrMapping/>
  </p:clrMapOvr>
  <p:extLst>
    <p:ext uri="{DCECCB84-F9BA-43D5-87BE-67443E8EF086}">
      <p15:sldGuideLst xmlns:p15="http://schemas.microsoft.com/office/powerpoint/2012/main">
        <p15:guide id="1" orient="horz" pos="4020" userDrawn="1">
          <p15:clr>
            <a:srgbClr val="FBAE40"/>
          </p15:clr>
        </p15:guide>
        <p15:guide id="2" pos="393" userDrawn="1">
          <p15:clr>
            <a:srgbClr val="FBAE40"/>
          </p15:clr>
        </p15:guide>
        <p15:guide id="3" pos="7287" userDrawn="1">
          <p15:clr>
            <a:srgbClr val="FBAE40"/>
          </p15:clr>
        </p15:guide>
        <p15:guide id="4" orient="horz" pos="232" userDrawn="1">
          <p15:clr>
            <a:srgbClr val="FBAE40"/>
          </p15:clr>
        </p15:guide>
        <p15:guide id="5" orient="horz" pos="572" userDrawn="1">
          <p15:clr>
            <a:srgbClr val="FBAE40"/>
          </p15:clr>
        </p15:guide>
      </p15:sldGuideLst>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1_Blank Layout with Sub Title">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F8A799FA-C73D-ED39-C551-268E9A6FE34C}"/>
              </a:ext>
            </a:extLst>
          </p:cNvPr>
          <p:cNvSpPr>
            <a:spLocks noGrp="1"/>
          </p:cNvSpPr>
          <p:nvPr>
            <p:ph type="title"/>
          </p:nvPr>
        </p:nvSpPr>
        <p:spPr>
          <a:xfrm>
            <a:off x="623888" y="908050"/>
            <a:ext cx="5307012" cy="304699"/>
          </a:xfrm>
          <a:prstGeom prst="rect">
            <a:avLst/>
          </a:prstGeom>
          <a:noFill/>
        </p:spPr>
        <p:txBody>
          <a:bodyPr wrap="square" lIns="0" tIns="0" rIns="0" bIns="0" rtlCol="0">
            <a:spAutoFit/>
          </a:bodyPr>
          <a:lstStyle>
            <a:lvl1pPr>
              <a:defRPr lang="en-US" sz="2200" dirty="0">
                <a:solidFill>
                  <a:schemeClr val="bg1"/>
                </a:solidFill>
                <a:ea typeface="+mn-ea"/>
                <a:cs typeface="+mn-cs"/>
              </a:defRPr>
            </a:lvl1pPr>
          </a:lstStyle>
          <a:p>
            <a:pPr marL="0" lvl="0"/>
            <a:r>
              <a:rPr lang="en-US"/>
              <a:t>Click to edit Master title style</a:t>
            </a:r>
          </a:p>
        </p:txBody>
      </p:sp>
      <p:sp>
        <p:nvSpPr>
          <p:cNvPr id="4" name="Slide Number Placeholder 5">
            <a:extLst>
              <a:ext uri="{FF2B5EF4-FFF2-40B4-BE49-F238E27FC236}">
                <a16:creationId xmlns:a16="http://schemas.microsoft.com/office/drawing/2014/main" id="{9A554E1C-C3D3-0AA0-1FE5-E52D3268E9F6}"/>
              </a:ext>
            </a:extLst>
          </p:cNvPr>
          <p:cNvSpPr txBox="1">
            <a:spLocks/>
          </p:cNvSpPr>
          <p:nvPr userDrawn="1"/>
        </p:nvSpPr>
        <p:spPr>
          <a:xfrm>
            <a:off x="11567160" y="6453188"/>
            <a:ext cx="270570" cy="138499"/>
          </a:xfrm>
          <a:prstGeom prst="rect">
            <a:avLst/>
          </a:prstGeom>
          <a:noFill/>
          <a:ln w="9525">
            <a:noFill/>
            <a:miter lim="800000"/>
            <a:headEnd/>
            <a:tailEnd/>
          </a:ln>
          <a:effectLst/>
        </p:spPr>
        <p:txBody>
          <a:bodyPr wrap="square" lIns="0" tIns="0" rIns="0" bIns="0">
            <a:spAutoFit/>
          </a:bodyPr>
          <a:lstStyle>
            <a:defPPr>
              <a:defRPr lang="en-US"/>
            </a:defPPr>
            <a:lvl1pPr marR="0" indent="0" fontAlgn="auto">
              <a:lnSpc>
                <a:spcPct val="100000"/>
              </a:lnSpc>
              <a:spcBef>
                <a:spcPts val="0"/>
              </a:spcBef>
              <a:spcAft>
                <a:spcPts val="0"/>
              </a:spcAft>
              <a:buClrTx/>
              <a:buSzTx/>
              <a:buFontTx/>
              <a:buNone/>
              <a:tabLst/>
              <a:defRPr sz="800">
                <a:solidFill>
                  <a:schemeClr val="tx1">
                    <a:lumMod val="65000"/>
                    <a:lumOff val="35000"/>
                  </a:schemeClr>
                </a:solidFill>
              </a:defRPr>
            </a:lvl1pPr>
            <a:lvl2pPr marL="342946" algn="l" defTabSz="685891" rtl="0" eaLnBrk="1" latinLnBrk="0" hangingPunct="1">
              <a:defRPr sz="1400" kern="1200">
                <a:solidFill>
                  <a:schemeClr val="tx1"/>
                </a:solidFill>
                <a:latin typeface="+mn-lt"/>
                <a:ea typeface="+mn-ea"/>
                <a:cs typeface="+mn-cs"/>
              </a:defRPr>
            </a:lvl2pPr>
            <a:lvl3pPr marL="685891" algn="l" defTabSz="685891" rtl="0" eaLnBrk="1" latinLnBrk="0" hangingPunct="1">
              <a:defRPr sz="1400" kern="1200">
                <a:solidFill>
                  <a:schemeClr val="tx1"/>
                </a:solidFill>
                <a:latin typeface="+mn-lt"/>
                <a:ea typeface="+mn-ea"/>
                <a:cs typeface="+mn-cs"/>
              </a:defRPr>
            </a:lvl3pPr>
            <a:lvl4pPr marL="1028837" algn="l" defTabSz="685891" rtl="0" eaLnBrk="1" latinLnBrk="0" hangingPunct="1">
              <a:defRPr sz="1400" kern="1200">
                <a:solidFill>
                  <a:schemeClr val="tx1"/>
                </a:solidFill>
                <a:latin typeface="+mn-lt"/>
                <a:ea typeface="+mn-ea"/>
                <a:cs typeface="+mn-cs"/>
              </a:defRPr>
            </a:lvl4pPr>
            <a:lvl5pPr marL="1371783" algn="l" defTabSz="685891" rtl="0" eaLnBrk="1" latinLnBrk="0" hangingPunct="1">
              <a:defRPr sz="1400" kern="1200">
                <a:solidFill>
                  <a:schemeClr val="tx1"/>
                </a:solidFill>
                <a:latin typeface="+mn-lt"/>
                <a:ea typeface="+mn-ea"/>
                <a:cs typeface="+mn-cs"/>
              </a:defRPr>
            </a:lvl5pPr>
            <a:lvl6pPr marL="1714729" algn="l" defTabSz="685891" rtl="0" eaLnBrk="1" latinLnBrk="0" hangingPunct="1">
              <a:defRPr sz="1400" kern="1200">
                <a:solidFill>
                  <a:schemeClr val="tx1"/>
                </a:solidFill>
                <a:latin typeface="+mn-lt"/>
                <a:ea typeface="+mn-ea"/>
                <a:cs typeface="+mn-cs"/>
              </a:defRPr>
            </a:lvl6pPr>
            <a:lvl7pPr marL="2057674" algn="l" defTabSz="685891" rtl="0" eaLnBrk="1" latinLnBrk="0" hangingPunct="1">
              <a:defRPr sz="1400" kern="1200">
                <a:solidFill>
                  <a:schemeClr val="tx1"/>
                </a:solidFill>
                <a:latin typeface="+mn-lt"/>
                <a:ea typeface="+mn-ea"/>
                <a:cs typeface="+mn-cs"/>
              </a:defRPr>
            </a:lvl7pPr>
            <a:lvl8pPr marL="2400620" algn="l" defTabSz="685891" rtl="0" eaLnBrk="1" latinLnBrk="0" hangingPunct="1">
              <a:defRPr sz="1400" kern="1200">
                <a:solidFill>
                  <a:schemeClr val="tx1"/>
                </a:solidFill>
                <a:latin typeface="+mn-lt"/>
                <a:ea typeface="+mn-ea"/>
                <a:cs typeface="+mn-cs"/>
              </a:defRPr>
            </a:lvl8pPr>
            <a:lvl9pPr marL="2743566" algn="l" defTabSz="685891" rtl="0" eaLnBrk="1" latinLnBrk="0" hangingPunct="1">
              <a:defRPr sz="1400" kern="1200">
                <a:solidFill>
                  <a:schemeClr val="tx1"/>
                </a:solidFill>
                <a:latin typeface="+mn-lt"/>
                <a:ea typeface="+mn-ea"/>
                <a:cs typeface="+mn-cs"/>
              </a:defRPr>
            </a:lvl9pPr>
          </a:lstStyle>
          <a:p>
            <a:pPr lvl="0" algn="r"/>
            <a:fld id="{39601925-951F-4EA8-91E5-A517312BFAAA}" type="slidenum">
              <a:rPr lang="en-US" sz="900" smtClean="0">
                <a:solidFill>
                  <a:schemeClr val="bg1"/>
                </a:solidFill>
                <a:latin typeface="+mn-lt"/>
              </a:rPr>
              <a:pPr lvl="0" algn="r"/>
              <a:t>‹#›</a:t>
            </a:fld>
            <a:endParaRPr lang="en-US" sz="900">
              <a:solidFill>
                <a:schemeClr val="bg1"/>
              </a:solidFill>
              <a:latin typeface="+mn-lt"/>
            </a:endParaRPr>
          </a:p>
        </p:txBody>
      </p:sp>
      <p:sp>
        <p:nvSpPr>
          <p:cNvPr id="2" name="Text Placeholder 18">
            <a:extLst>
              <a:ext uri="{FF2B5EF4-FFF2-40B4-BE49-F238E27FC236}">
                <a16:creationId xmlns:a16="http://schemas.microsoft.com/office/drawing/2014/main" id="{07CFC0FC-EE3C-B83B-D888-70A4672B3CAC}"/>
              </a:ext>
            </a:extLst>
          </p:cNvPr>
          <p:cNvSpPr>
            <a:spLocks noGrp="1"/>
          </p:cNvSpPr>
          <p:nvPr>
            <p:ph type="body" sz="quarter" idx="15" hasCustomPrompt="1"/>
          </p:nvPr>
        </p:nvSpPr>
        <p:spPr>
          <a:xfrm flipH="1">
            <a:off x="623888" y="457200"/>
            <a:ext cx="8172450" cy="244101"/>
          </a:xfrm>
          <a:prstGeom prst="rect">
            <a:avLst/>
          </a:prstGeom>
        </p:spPr>
        <p:txBody>
          <a:bodyPr wrap="square" lIns="0" tIns="36000" rIns="0" bIns="0" anchor="t" anchorCtr="0">
            <a:spAutoFit/>
          </a:bodyPr>
          <a:lstStyle>
            <a:lvl1pPr marL="0" indent="0">
              <a:buFont typeface="Arial" panose="020B0604020202020204" pitchFamily="34" charset="0"/>
              <a:buNone/>
              <a:defRPr lang="en-US" sz="1500" b="0" kern="1200" dirty="0">
                <a:solidFill>
                  <a:schemeClr val="bg1"/>
                </a:solidFill>
                <a:latin typeface="+mn-lt"/>
                <a:ea typeface="+mn-ea"/>
                <a:cs typeface="+mn-cs"/>
              </a:defRPr>
            </a:lvl1pPr>
          </a:lstStyle>
          <a:p>
            <a:pPr marL="285750" lvl="0" indent="-285750" algn="l" defTabSz="914400" rtl="0" eaLnBrk="1" latinLnBrk="0" hangingPunct="1">
              <a:lnSpc>
                <a:spcPct val="90000"/>
              </a:lnSpc>
              <a:spcBef>
                <a:spcPts val="1000"/>
              </a:spcBef>
            </a:pPr>
            <a:r>
              <a:rPr lang="en-US"/>
              <a:t>Deck Title/Main Idea</a:t>
            </a:r>
          </a:p>
        </p:txBody>
      </p:sp>
      <p:pic>
        <p:nvPicPr>
          <p:cNvPr id="5" name="Graphic 4">
            <a:extLst>
              <a:ext uri="{FF2B5EF4-FFF2-40B4-BE49-F238E27FC236}">
                <a16:creationId xmlns:a16="http://schemas.microsoft.com/office/drawing/2014/main" id="{ADC9056D-0F0D-85E8-271E-778B65526133}"/>
              </a:ext>
            </a:extLst>
          </p:cNvPr>
          <p:cNvPicPr>
            <a:picLocks noChangeAspect="1"/>
          </p:cNvPicPr>
          <p:nvPr userDrawn="1"/>
        </p:nvPicPr>
        <p:blipFill>
          <a:blip>
            <a:lum bright="100000"/>
            <a:extLst>
              <a:ext uri="{96DAC541-7B7A-43D3-8B79-37D633B846F1}">
                <asvg:svgBlip xmlns:asvg="http://schemas.microsoft.com/office/drawing/2016/SVG/main" r:embed="rId2"/>
              </a:ext>
            </a:extLst>
          </a:blip>
          <a:stretch>
            <a:fillRect/>
          </a:stretch>
        </p:blipFill>
        <p:spPr>
          <a:xfrm>
            <a:off x="10917328" y="345760"/>
            <a:ext cx="914400" cy="122739"/>
          </a:xfrm>
          <a:prstGeom prst="rect">
            <a:avLst/>
          </a:prstGeom>
        </p:spPr>
      </p:pic>
      <p:sp>
        <p:nvSpPr>
          <p:cNvPr id="6" name="TextBox 5">
            <a:extLst>
              <a:ext uri="{FF2B5EF4-FFF2-40B4-BE49-F238E27FC236}">
                <a16:creationId xmlns:a16="http://schemas.microsoft.com/office/drawing/2014/main" id="{C059E093-06FF-D167-A76E-CF4FFD813A7C}"/>
              </a:ext>
            </a:extLst>
          </p:cNvPr>
          <p:cNvSpPr txBox="1"/>
          <p:nvPr userDrawn="1"/>
        </p:nvSpPr>
        <p:spPr>
          <a:xfrm>
            <a:off x="623888" y="6453188"/>
            <a:ext cx="2781211" cy="107722"/>
          </a:xfrm>
          <a:prstGeom prst="rect">
            <a:avLst/>
          </a:prstGeom>
          <a:noFill/>
        </p:spPr>
        <p:txBody>
          <a:bodyPr wrap="square" lIns="0" tIns="0" rIns="0" bIns="0"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IN" sz="700" kern="0" spc="50" baseline="0">
                <a:solidFill>
                  <a:srgbClr val="CBD0E5"/>
                </a:solidFill>
                <a:latin typeface="+mn-lt"/>
                <a:ea typeface="+mn-ea"/>
                <a:cs typeface="Heebo" pitchFamily="2" charset="-79"/>
              </a:rPr>
              <a:t>© Hexaware Technologies. Confidential briefing. </a:t>
            </a:r>
            <a:endParaRPr lang="en-US" sz="700" kern="0" spc="50" baseline="0">
              <a:solidFill>
                <a:srgbClr val="CBD0E5"/>
              </a:solidFill>
              <a:latin typeface="+mn-lt"/>
              <a:ea typeface="+mn-ea"/>
              <a:cs typeface="Heebo" pitchFamily="2" charset="-79"/>
            </a:endParaRPr>
          </a:p>
        </p:txBody>
      </p:sp>
    </p:spTree>
    <p:extLst>
      <p:ext uri="{BB962C8B-B14F-4D97-AF65-F5344CB8AC3E}">
        <p14:creationId xmlns:p14="http://schemas.microsoft.com/office/powerpoint/2010/main" val="3675909200"/>
      </p:ext>
    </p:extLst>
  </p:cSld>
  <p:clrMapOvr>
    <a:masterClrMapping/>
  </p:clrMapOvr>
  <p:extLst>
    <p:ext uri="{DCECCB84-F9BA-43D5-87BE-67443E8EF086}">
      <p15:sldGuideLst xmlns:p15="http://schemas.microsoft.com/office/powerpoint/2012/main">
        <p15:guide id="1" orient="horz" pos="4020" userDrawn="1">
          <p15:clr>
            <a:srgbClr val="FBAE40"/>
          </p15:clr>
        </p15:guide>
        <p15:guide id="2" pos="393" userDrawn="1">
          <p15:clr>
            <a:srgbClr val="FBAE40"/>
          </p15:clr>
        </p15:guide>
        <p15:guide id="3" pos="7287" userDrawn="1">
          <p15:clr>
            <a:srgbClr val="FBAE40"/>
          </p15:clr>
        </p15:guide>
        <p15:guide id="4" orient="horz" pos="232" userDrawn="1">
          <p15:clr>
            <a:srgbClr val="FBAE40"/>
          </p15:clr>
        </p15:guide>
        <p15:guide id="5" orient="horz" pos="572" userDrawn="1">
          <p15:clr>
            <a:srgbClr val="FBAE40"/>
          </p15:clr>
        </p15:guide>
      </p15:sldGuideLst>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1_Blank Layout with Image Right">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F8A799FA-C73D-ED39-C551-268E9A6FE34C}"/>
              </a:ext>
            </a:extLst>
          </p:cNvPr>
          <p:cNvSpPr>
            <a:spLocks noGrp="1"/>
          </p:cNvSpPr>
          <p:nvPr>
            <p:ph type="title"/>
          </p:nvPr>
        </p:nvSpPr>
        <p:spPr>
          <a:xfrm>
            <a:off x="623888" y="908050"/>
            <a:ext cx="5307012" cy="304699"/>
          </a:xfrm>
          <a:prstGeom prst="rect">
            <a:avLst/>
          </a:prstGeom>
          <a:noFill/>
        </p:spPr>
        <p:txBody>
          <a:bodyPr wrap="square" lIns="0" tIns="0" rIns="0" bIns="0" rtlCol="0">
            <a:spAutoFit/>
          </a:bodyPr>
          <a:lstStyle>
            <a:lvl1pPr>
              <a:defRPr lang="en-US" sz="2200" dirty="0">
                <a:solidFill>
                  <a:schemeClr val="bg1"/>
                </a:solidFill>
                <a:ea typeface="+mn-ea"/>
                <a:cs typeface="+mn-cs"/>
              </a:defRPr>
            </a:lvl1pPr>
          </a:lstStyle>
          <a:p>
            <a:pPr marL="0" lvl="0"/>
            <a:r>
              <a:rPr lang="en-US"/>
              <a:t>Click to edit Master title style</a:t>
            </a:r>
          </a:p>
        </p:txBody>
      </p:sp>
      <p:sp>
        <p:nvSpPr>
          <p:cNvPr id="4" name="Slide Number Placeholder 5">
            <a:extLst>
              <a:ext uri="{FF2B5EF4-FFF2-40B4-BE49-F238E27FC236}">
                <a16:creationId xmlns:a16="http://schemas.microsoft.com/office/drawing/2014/main" id="{9A554E1C-C3D3-0AA0-1FE5-E52D3268E9F6}"/>
              </a:ext>
            </a:extLst>
          </p:cNvPr>
          <p:cNvSpPr txBox="1">
            <a:spLocks/>
          </p:cNvSpPr>
          <p:nvPr userDrawn="1"/>
        </p:nvSpPr>
        <p:spPr>
          <a:xfrm>
            <a:off x="11567160" y="6453188"/>
            <a:ext cx="270570" cy="138499"/>
          </a:xfrm>
          <a:prstGeom prst="rect">
            <a:avLst/>
          </a:prstGeom>
          <a:noFill/>
          <a:ln w="9525">
            <a:noFill/>
            <a:miter lim="800000"/>
            <a:headEnd/>
            <a:tailEnd/>
          </a:ln>
          <a:effectLst/>
        </p:spPr>
        <p:txBody>
          <a:bodyPr wrap="square" lIns="0" tIns="0" rIns="0" bIns="0">
            <a:spAutoFit/>
          </a:bodyPr>
          <a:lstStyle>
            <a:defPPr>
              <a:defRPr lang="en-US"/>
            </a:defPPr>
            <a:lvl1pPr marR="0" indent="0" fontAlgn="auto">
              <a:lnSpc>
                <a:spcPct val="100000"/>
              </a:lnSpc>
              <a:spcBef>
                <a:spcPts val="0"/>
              </a:spcBef>
              <a:spcAft>
                <a:spcPts val="0"/>
              </a:spcAft>
              <a:buClrTx/>
              <a:buSzTx/>
              <a:buFontTx/>
              <a:buNone/>
              <a:tabLst/>
              <a:defRPr sz="800">
                <a:solidFill>
                  <a:schemeClr val="tx1">
                    <a:lumMod val="65000"/>
                    <a:lumOff val="35000"/>
                  </a:schemeClr>
                </a:solidFill>
              </a:defRPr>
            </a:lvl1pPr>
            <a:lvl2pPr marL="342946" algn="l" defTabSz="685891" rtl="0" eaLnBrk="1" latinLnBrk="0" hangingPunct="1">
              <a:defRPr sz="1400" kern="1200">
                <a:solidFill>
                  <a:schemeClr val="tx1"/>
                </a:solidFill>
                <a:latin typeface="+mn-lt"/>
                <a:ea typeface="+mn-ea"/>
                <a:cs typeface="+mn-cs"/>
              </a:defRPr>
            </a:lvl2pPr>
            <a:lvl3pPr marL="685891" algn="l" defTabSz="685891" rtl="0" eaLnBrk="1" latinLnBrk="0" hangingPunct="1">
              <a:defRPr sz="1400" kern="1200">
                <a:solidFill>
                  <a:schemeClr val="tx1"/>
                </a:solidFill>
                <a:latin typeface="+mn-lt"/>
                <a:ea typeface="+mn-ea"/>
                <a:cs typeface="+mn-cs"/>
              </a:defRPr>
            </a:lvl3pPr>
            <a:lvl4pPr marL="1028837" algn="l" defTabSz="685891" rtl="0" eaLnBrk="1" latinLnBrk="0" hangingPunct="1">
              <a:defRPr sz="1400" kern="1200">
                <a:solidFill>
                  <a:schemeClr val="tx1"/>
                </a:solidFill>
                <a:latin typeface="+mn-lt"/>
                <a:ea typeface="+mn-ea"/>
                <a:cs typeface="+mn-cs"/>
              </a:defRPr>
            </a:lvl4pPr>
            <a:lvl5pPr marL="1371783" algn="l" defTabSz="685891" rtl="0" eaLnBrk="1" latinLnBrk="0" hangingPunct="1">
              <a:defRPr sz="1400" kern="1200">
                <a:solidFill>
                  <a:schemeClr val="tx1"/>
                </a:solidFill>
                <a:latin typeface="+mn-lt"/>
                <a:ea typeface="+mn-ea"/>
                <a:cs typeface="+mn-cs"/>
              </a:defRPr>
            </a:lvl5pPr>
            <a:lvl6pPr marL="1714729" algn="l" defTabSz="685891" rtl="0" eaLnBrk="1" latinLnBrk="0" hangingPunct="1">
              <a:defRPr sz="1400" kern="1200">
                <a:solidFill>
                  <a:schemeClr val="tx1"/>
                </a:solidFill>
                <a:latin typeface="+mn-lt"/>
                <a:ea typeface="+mn-ea"/>
                <a:cs typeface="+mn-cs"/>
              </a:defRPr>
            </a:lvl6pPr>
            <a:lvl7pPr marL="2057674" algn="l" defTabSz="685891" rtl="0" eaLnBrk="1" latinLnBrk="0" hangingPunct="1">
              <a:defRPr sz="1400" kern="1200">
                <a:solidFill>
                  <a:schemeClr val="tx1"/>
                </a:solidFill>
                <a:latin typeface="+mn-lt"/>
                <a:ea typeface="+mn-ea"/>
                <a:cs typeface="+mn-cs"/>
              </a:defRPr>
            </a:lvl7pPr>
            <a:lvl8pPr marL="2400620" algn="l" defTabSz="685891" rtl="0" eaLnBrk="1" latinLnBrk="0" hangingPunct="1">
              <a:defRPr sz="1400" kern="1200">
                <a:solidFill>
                  <a:schemeClr val="tx1"/>
                </a:solidFill>
                <a:latin typeface="+mn-lt"/>
                <a:ea typeface="+mn-ea"/>
                <a:cs typeface="+mn-cs"/>
              </a:defRPr>
            </a:lvl8pPr>
            <a:lvl9pPr marL="2743566" algn="l" defTabSz="685891" rtl="0" eaLnBrk="1" latinLnBrk="0" hangingPunct="1">
              <a:defRPr sz="1400" kern="1200">
                <a:solidFill>
                  <a:schemeClr val="tx1"/>
                </a:solidFill>
                <a:latin typeface="+mn-lt"/>
                <a:ea typeface="+mn-ea"/>
                <a:cs typeface="+mn-cs"/>
              </a:defRPr>
            </a:lvl9pPr>
          </a:lstStyle>
          <a:p>
            <a:pPr lvl="0" algn="r"/>
            <a:fld id="{39601925-951F-4EA8-91E5-A517312BFAAA}" type="slidenum">
              <a:rPr lang="en-US" sz="900" smtClean="0">
                <a:solidFill>
                  <a:schemeClr val="bg1"/>
                </a:solidFill>
                <a:latin typeface="+mn-lt"/>
              </a:rPr>
              <a:pPr lvl="0" algn="r"/>
              <a:t>‹#›</a:t>
            </a:fld>
            <a:endParaRPr lang="en-US" sz="900">
              <a:solidFill>
                <a:schemeClr val="bg1"/>
              </a:solidFill>
              <a:latin typeface="+mn-lt"/>
            </a:endParaRPr>
          </a:p>
        </p:txBody>
      </p:sp>
      <p:sp>
        <p:nvSpPr>
          <p:cNvPr id="2" name="Text Placeholder 18">
            <a:extLst>
              <a:ext uri="{FF2B5EF4-FFF2-40B4-BE49-F238E27FC236}">
                <a16:creationId xmlns:a16="http://schemas.microsoft.com/office/drawing/2014/main" id="{07CFC0FC-EE3C-B83B-D888-70A4672B3CAC}"/>
              </a:ext>
            </a:extLst>
          </p:cNvPr>
          <p:cNvSpPr>
            <a:spLocks noGrp="1"/>
          </p:cNvSpPr>
          <p:nvPr>
            <p:ph type="body" sz="quarter" idx="15" hasCustomPrompt="1"/>
          </p:nvPr>
        </p:nvSpPr>
        <p:spPr>
          <a:xfrm flipH="1">
            <a:off x="623888" y="457200"/>
            <a:ext cx="5307012" cy="244101"/>
          </a:xfrm>
          <a:prstGeom prst="rect">
            <a:avLst/>
          </a:prstGeom>
        </p:spPr>
        <p:txBody>
          <a:bodyPr wrap="square" lIns="0" tIns="36000" rIns="0" bIns="0" anchor="t" anchorCtr="0">
            <a:spAutoFit/>
          </a:bodyPr>
          <a:lstStyle>
            <a:lvl1pPr marL="0" indent="0">
              <a:buFont typeface="Arial" panose="020B0604020202020204" pitchFamily="34" charset="0"/>
              <a:buNone/>
              <a:defRPr lang="en-US" sz="1500" b="0" kern="1200" dirty="0">
                <a:solidFill>
                  <a:schemeClr val="bg1"/>
                </a:solidFill>
                <a:latin typeface="+mn-lt"/>
                <a:ea typeface="+mn-ea"/>
                <a:cs typeface="+mn-cs"/>
              </a:defRPr>
            </a:lvl1pPr>
          </a:lstStyle>
          <a:p>
            <a:pPr marL="285750" lvl="0" indent="-285750" algn="l" defTabSz="914400" rtl="0" eaLnBrk="1" latinLnBrk="0" hangingPunct="1">
              <a:lnSpc>
                <a:spcPct val="90000"/>
              </a:lnSpc>
              <a:spcBef>
                <a:spcPts val="1000"/>
              </a:spcBef>
            </a:pPr>
            <a:r>
              <a:rPr lang="en-US"/>
              <a:t>Deck Title/Main Idea</a:t>
            </a:r>
          </a:p>
        </p:txBody>
      </p:sp>
      <p:sp>
        <p:nvSpPr>
          <p:cNvPr id="9" name="Picture Placeholder 10">
            <a:extLst>
              <a:ext uri="{FF2B5EF4-FFF2-40B4-BE49-F238E27FC236}">
                <a16:creationId xmlns:a16="http://schemas.microsoft.com/office/drawing/2014/main" id="{E0C4611E-F017-7C1D-2FF4-E1E27846092D}"/>
              </a:ext>
            </a:extLst>
          </p:cNvPr>
          <p:cNvSpPr>
            <a:spLocks noGrp="1"/>
          </p:cNvSpPr>
          <p:nvPr>
            <p:ph type="pic" sz="quarter" idx="17" hasCustomPrompt="1"/>
          </p:nvPr>
        </p:nvSpPr>
        <p:spPr>
          <a:xfrm>
            <a:off x="6275388" y="0"/>
            <a:ext cx="5916612" cy="6858000"/>
          </a:xfrm>
          <a:prstGeom prst="rect">
            <a:avLst/>
          </a:prstGeom>
        </p:spPr>
        <p:txBody>
          <a:bodyPr lIns="0" tIns="0" rIns="0" bIns="0" anchor="ctr" anchorCtr="1"/>
          <a:lstStyle>
            <a:lvl1pPr marL="0" indent="0">
              <a:lnSpc>
                <a:spcPct val="100000"/>
              </a:lnSpc>
              <a:buNone/>
              <a:defRPr lang="en-US" dirty="0">
                <a:solidFill>
                  <a:schemeClr val="bg2"/>
                </a:solidFill>
              </a:defRPr>
            </a:lvl1pPr>
          </a:lstStyle>
          <a:p>
            <a:pPr marL="228600" lvl="0" indent="-228600" algn="ctr"/>
            <a:r>
              <a:rPr lang="en-US"/>
              <a:t>Replace image </a:t>
            </a:r>
            <a:br>
              <a:rPr lang="en-US"/>
            </a:br>
            <a:r>
              <a:rPr lang="en-US"/>
              <a:t>of your choice</a:t>
            </a:r>
          </a:p>
        </p:txBody>
      </p:sp>
      <p:sp>
        <p:nvSpPr>
          <p:cNvPr id="6" name="TextBox 5">
            <a:extLst>
              <a:ext uri="{FF2B5EF4-FFF2-40B4-BE49-F238E27FC236}">
                <a16:creationId xmlns:a16="http://schemas.microsoft.com/office/drawing/2014/main" id="{C7D0A526-A5A2-A405-EAF5-731C3A9CCC62}"/>
              </a:ext>
            </a:extLst>
          </p:cNvPr>
          <p:cNvSpPr txBox="1"/>
          <p:nvPr userDrawn="1"/>
        </p:nvSpPr>
        <p:spPr>
          <a:xfrm>
            <a:off x="623888" y="6453188"/>
            <a:ext cx="2781211" cy="107722"/>
          </a:xfrm>
          <a:prstGeom prst="rect">
            <a:avLst/>
          </a:prstGeom>
          <a:noFill/>
        </p:spPr>
        <p:txBody>
          <a:bodyPr wrap="square" lIns="0" tIns="0" rIns="0" bIns="0"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IN" sz="700" kern="0" spc="50" baseline="0">
                <a:solidFill>
                  <a:srgbClr val="CBD0E5"/>
                </a:solidFill>
                <a:latin typeface="+mn-lt"/>
                <a:ea typeface="+mn-ea"/>
                <a:cs typeface="Heebo" pitchFamily="2" charset="-79"/>
              </a:rPr>
              <a:t>© Hexaware Technologies. Confidential briefing. </a:t>
            </a:r>
            <a:endParaRPr lang="en-US" sz="700" kern="0" spc="50" baseline="0">
              <a:solidFill>
                <a:srgbClr val="CBD0E5"/>
              </a:solidFill>
              <a:latin typeface="+mn-lt"/>
              <a:ea typeface="+mn-ea"/>
              <a:cs typeface="Heebo" pitchFamily="2" charset="-79"/>
            </a:endParaRPr>
          </a:p>
        </p:txBody>
      </p:sp>
    </p:spTree>
    <p:extLst>
      <p:ext uri="{BB962C8B-B14F-4D97-AF65-F5344CB8AC3E}">
        <p14:creationId xmlns:p14="http://schemas.microsoft.com/office/powerpoint/2010/main" val="3817225595"/>
      </p:ext>
    </p:extLst>
  </p:cSld>
  <p:clrMapOvr>
    <a:masterClrMapping/>
  </p:clrMapOvr>
  <p:extLst>
    <p:ext uri="{DCECCB84-F9BA-43D5-87BE-67443E8EF086}">
      <p15:sldGuideLst xmlns:p15="http://schemas.microsoft.com/office/powerpoint/2012/main">
        <p15:guide id="1" orient="horz" pos="4020" userDrawn="1">
          <p15:clr>
            <a:srgbClr val="FBAE40"/>
          </p15:clr>
        </p15:guide>
        <p15:guide id="2" pos="393" userDrawn="1">
          <p15:clr>
            <a:srgbClr val="FBAE40"/>
          </p15:clr>
        </p15:guide>
        <p15:guide id="3" pos="7287" userDrawn="1">
          <p15:clr>
            <a:srgbClr val="FBAE40"/>
          </p15:clr>
        </p15:guide>
        <p15:guide id="4" orient="horz" pos="232" userDrawn="1">
          <p15:clr>
            <a:srgbClr val="FBAE40"/>
          </p15:clr>
        </p15:guide>
        <p15:guide id="5" orient="horz" pos="572" userDrawn="1">
          <p15:clr>
            <a:srgbClr val="FBAE40"/>
          </p15:clr>
        </p15:guide>
      </p15:sldGuideLst>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1_Blank Layout with Image Left">
    <p:spTree>
      <p:nvGrpSpPr>
        <p:cNvPr id="1" name=""/>
        <p:cNvGrpSpPr/>
        <p:nvPr/>
      </p:nvGrpSpPr>
      <p:grpSpPr>
        <a:xfrm>
          <a:off x="0" y="0"/>
          <a:ext cx="0" cy="0"/>
          <a:chOff x="0" y="0"/>
          <a:chExt cx="0" cy="0"/>
        </a:xfrm>
      </p:grpSpPr>
      <p:sp>
        <p:nvSpPr>
          <p:cNvPr id="9" name="Picture Placeholder 10">
            <a:extLst>
              <a:ext uri="{FF2B5EF4-FFF2-40B4-BE49-F238E27FC236}">
                <a16:creationId xmlns:a16="http://schemas.microsoft.com/office/drawing/2014/main" id="{E0C4611E-F017-7C1D-2FF4-E1E27846092D}"/>
              </a:ext>
            </a:extLst>
          </p:cNvPr>
          <p:cNvSpPr>
            <a:spLocks noGrp="1"/>
          </p:cNvSpPr>
          <p:nvPr>
            <p:ph type="pic" sz="quarter" idx="17" hasCustomPrompt="1"/>
          </p:nvPr>
        </p:nvSpPr>
        <p:spPr>
          <a:xfrm>
            <a:off x="0" y="0"/>
            <a:ext cx="5916612" cy="6858000"/>
          </a:xfrm>
          <a:prstGeom prst="rect">
            <a:avLst/>
          </a:prstGeom>
        </p:spPr>
        <p:txBody>
          <a:bodyPr lIns="0" tIns="0" rIns="0" bIns="0" anchor="ctr" anchorCtr="1"/>
          <a:lstStyle>
            <a:lvl1pPr marL="0" indent="0">
              <a:lnSpc>
                <a:spcPct val="100000"/>
              </a:lnSpc>
              <a:buNone/>
              <a:defRPr lang="en-US" dirty="0">
                <a:solidFill>
                  <a:schemeClr val="bg2"/>
                </a:solidFill>
              </a:defRPr>
            </a:lvl1pPr>
          </a:lstStyle>
          <a:p>
            <a:pPr marL="228600" lvl="0" indent="-228600" algn="ctr"/>
            <a:r>
              <a:rPr lang="en-US"/>
              <a:t>Replace image </a:t>
            </a:r>
            <a:br>
              <a:rPr lang="en-US"/>
            </a:br>
            <a:r>
              <a:rPr lang="en-US"/>
              <a:t>of your choice</a:t>
            </a:r>
          </a:p>
        </p:txBody>
      </p:sp>
      <p:sp>
        <p:nvSpPr>
          <p:cNvPr id="3" name="Title 2">
            <a:extLst>
              <a:ext uri="{FF2B5EF4-FFF2-40B4-BE49-F238E27FC236}">
                <a16:creationId xmlns:a16="http://schemas.microsoft.com/office/drawing/2014/main" id="{F8A799FA-C73D-ED39-C551-268E9A6FE34C}"/>
              </a:ext>
            </a:extLst>
          </p:cNvPr>
          <p:cNvSpPr>
            <a:spLocks noGrp="1"/>
          </p:cNvSpPr>
          <p:nvPr>
            <p:ph type="title"/>
          </p:nvPr>
        </p:nvSpPr>
        <p:spPr>
          <a:xfrm>
            <a:off x="6275300" y="908050"/>
            <a:ext cx="5307012" cy="304699"/>
          </a:xfrm>
          <a:prstGeom prst="rect">
            <a:avLst/>
          </a:prstGeom>
          <a:noFill/>
        </p:spPr>
        <p:txBody>
          <a:bodyPr wrap="square" lIns="0" tIns="0" rIns="0" bIns="0" rtlCol="0">
            <a:spAutoFit/>
          </a:bodyPr>
          <a:lstStyle>
            <a:lvl1pPr>
              <a:defRPr lang="en-US" sz="2200" dirty="0">
                <a:solidFill>
                  <a:schemeClr val="bg1"/>
                </a:solidFill>
                <a:ea typeface="+mn-ea"/>
                <a:cs typeface="+mn-cs"/>
              </a:defRPr>
            </a:lvl1pPr>
          </a:lstStyle>
          <a:p>
            <a:pPr marL="0" lvl="0"/>
            <a:r>
              <a:rPr lang="en-US"/>
              <a:t>Click to edit Master title style</a:t>
            </a:r>
          </a:p>
        </p:txBody>
      </p:sp>
      <p:sp>
        <p:nvSpPr>
          <p:cNvPr id="4" name="Slide Number Placeholder 5">
            <a:extLst>
              <a:ext uri="{FF2B5EF4-FFF2-40B4-BE49-F238E27FC236}">
                <a16:creationId xmlns:a16="http://schemas.microsoft.com/office/drawing/2014/main" id="{9A554E1C-C3D3-0AA0-1FE5-E52D3268E9F6}"/>
              </a:ext>
            </a:extLst>
          </p:cNvPr>
          <p:cNvSpPr txBox="1">
            <a:spLocks/>
          </p:cNvSpPr>
          <p:nvPr userDrawn="1"/>
        </p:nvSpPr>
        <p:spPr>
          <a:xfrm>
            <a:off x="11567160" y="6453188"/>
            <a:ext cx="270570" cy="138499"/>
          </a:xfrm>
          <a:prstGeom prst="rect">
            <a:avLst/>
          </a:prstGeom>
          <a:noFill/>
          <a:ln w="9525">
            <a:noFill/>
            <a:miter lim="800000"/>
            <a:headEnd/>
            <a:tailEnd/>
          </a:ln>
          <a:effectLst/>
        </p:spPr>
        <p:txBody>
          <a:bodyPr wrap="square" lIns="0" tIns="0" rIns="0" bIns="0">
            <a:spAutoFit/>
          </a:bodyPr>
          <a:lstStyle>
            <a:defPPr>
              <a:defRPr lang="en-US"/>
            </a:defPPr>
            <a:lvl1pPr marR="0" indent="0" fontAlgn="auto">
              <a:lnSpc>
                <a:spcPct val="100000"/>
              </a:lnSpc>
              <a:spcBef>
                <a:spcPts val="0"/>
              </a:spcBef>
              <a:spcAft>
                <a:spcPts val="0"/>
              </a:spcAft>
              <a:buClrTx/>
              <a:buSzTx/>
              <a:buFontTx/>
              <a:buNone/>
              <a:tabLst/>
              <a:defRPr sz="800">
                <a:solidFill>
                  <a:schemeClr val="tx1">
                    <a:lumMod val="65000"/>
                    <a:lumOff val="35000"/>
                  </a:schemeClr>
                </a:solidFill>
              </a:defRPr>
            </a:lvl1pPr>
            <a:lvl2pPr marL="342946" algn="l" defTabSz="685891" rtl="0" eaLnBrk="1" latinLnBrk="0" hangingPunct="1">
              <a:defRPr sz="1400" kern="1200">
                <a:solidFill>
                  <a:schemeClr val="tx1"/>
                </a:solidFill>
                <a:latin typeface="+mn-lt"/>
                <a:ea typeface="+mn-ea"/>
                <a:cs typeface="+mn-cs"/>
              </a:defRPr>
            </a:lvl2pPr>
            <a:lvl3pPr marL="685891" algn="l" defTabSz="685891" rtl="0" eaLnBrk="1" latinLnBrk="0" hangingPunct="1">
              <a:defRPr sz="1400" kern="1200">
                <a:solidFill>
                  <a:schemeClr val="tx1"/>
                </a:solidFill>
                <a:latin typeface="+mn-lt"/>
                <a:ea typeface="+mn-ea"/>
                <a:cs typeface="+mn-cs"/>
              </a:defRPr>
            </a:lvl3pPr>
            <a:lvl4pPr marL="1028837" algn="l" defTabSz="685891" rtl="0" eaLnBrk="1" latinLnBrk="0" hangingPunct="1">
              <a:defRPr sz="1400" kern="1200">
                <a:solidFill>
                  <a:schemeClr val="tx1"/>
                </a:solidFill>
                <a:latin typeface="+mn-lt"/>
                <a:ea typeface="+mn-ea"/>
                <a:cs typeface="+mn-cs"/>
              </a:defRPr>
            </a:lvl4pPr>
            <a:lvl5pPr marL="1371783" algn="l" defTabSz="685891" rtl="0" eaLnBrk="1" latinLnBrk="0" hangingPunct="1">
              <a:defRPr sz="1400" kern="1200">
                <a:solidFill>
                  <a:schemeClr val="tx1"/>
                </a:solidFill>
                <a:latin typeface="+mn-lt"/>
                <a:ea typeface="+mn-ea"/>
                <a:cs typeface="+mn-cs"/>
              </a:defRPr>
            </a:lvl5pPr>
            <a:lvl6pPr marL="1714729" algn="l" defTabSz="685891" rtl="0" eaLnBrk="1" latinLnBrk="0" hangingPunct="1">
              <a:defRPr sz="1400" kern="1200">
                <a:solidFill>
                  <a:schemeClr val="tx1"/>
                </a:solidFill>
                <a:latin typeface="+mn-lt"/>
                <a:ea typeface="+mn-ea"/>
                <a:cs typeface="+mn-cs"/>
              </a:defRPr>
            </a:lvl6pPr>
            <a:lvl7pPr marL="2057674" algn="l" defTabSz="685891" rtl="0" eaLnBrk="1" latinLnBrk="0" hangingPunct="1">
              <a:defRPr sz="1400" kern="1200">
                <a:solidFill>
                  <a:schemeClr val="tx1"/>
                </a:solidFill>
                <a:latin typeface="+mn-lt"/>
                <a:ea typeface="+mn-ea"/>
                <a:cs typeface="+mn-cs"/>
              </a:defRPr>
            </a:lvl7pPr>
            <a:lvl8pPr marL="2400620" algn="l" defTabSz="685891" rtl="0" eaLnBrk="1" latinLnBrk="0" hangingPunct="1">
              <a:defRPr sz="1400" kern="1200">
                <a:solidFill>
                  <a:schemeClr val="tx1"/>
                </a:solidFill>
                <a:latin typeface="+mn-lt"/>
                <a:ea typeface="+mn-ea"/>
                <a:cs typeface="+mn-cs"/>
              </a:defRPr>
            </a:lvl8pPr>
            <a:lvl9pPr marL="2743566" algn="l" defTabSz="685891" rtl="0" eaLnBrk="1" latinLnBrk="0" hangingPunct="1">
              <a:defRPr sz="1400" kern="1200">
                <a:solidFill>
                  <a:schemeClr val="tx1"/>
                </a:solidFill>
                <a:latin typeface="+mn-lt"/>
                <a:ea typeface="+mn-ea"/>
                <a:cs typeface="+mn-cs"/>
              </a:defRPr>
            </a:lvl9pPr>
          </a:lstStyle>
          <a:p>
            <a:pPr lvl="0" algn="r"/>
            <a:fld id="{39601925-951F-4EA8-91E5-A517312BFAAA}" type="slidenum">
              <a:rPr lang="en-US" sz="900" smtClean="0">
                <a:solidFill>
                  <a:schemeClr val="bg1"/>
                </a:solidFill>
                <a:latin typeface="+mn-lt"/>
              </a:rPr>
              <a:pPr lvl="0" algn="r"/>
              <a:t>‹#›</a:t>
            </a:fld>
            <a:endParaRPr lang="en-US" sz="900">
              <a:solidFill>
                <a:schemeClr val="bg1"/>
              </a:solidFill>
              <a:latin typeface="+mn-lt"/>
            </a:endParaRPr>
          </a:p>
        </p:txBody>
      </p:sp>
      <p:sp>
        <p:nvSpPr>
          <p:cNvPr id="2" name="Text Placeholder 18">
            <a:extLst>
              <a:ext uri="{FF2B5EF4-FFF2-40B4-BE49-F238E27FC236}">
                <a16:creationId xmlns:a16="http://schemas.microsoft.com/office/drawing/2014/main" id="{07CFC0FC-EE3C-B83B-D888-70A4672B3CAC}"/>
              </a:ext>
            </a:extLst>
          </p:cNvPr>
          <p:cNvSpPr>
            <a:spLocks noGrp="1"/>
          </p:cNvSpPr>
          <p:nvPr>
            <p:ph type="body" sz="quarter" idx="15" hasCustomPrompt="1"/>
          </p:nvPr>
        </p:nvSpPr>
        <p:spPr>
          <a:xfrm flipH="1">
            <a:off x="6275300" y="457200"/>
            <a:ext cx="5307012" cy="244101"/>
          </a:xfrm>
          <a:prstGeom prst="rect">
            <a:avLst/>
          </a:prstGeom>
        </p:spPr>
        <p:txBody>
          <a:bodyPr wrap="square" lIns="0" tIns="36000" rIns="0" bIns="0" anchor="t" anchorCtr="0">
            <a:spAutoFit/>
          </a:bodyPr>
          <a:lstStyle>
            <a:lvl1pPr marL="0" indent="0">
              <a:buFont typeface="Arial" panose="020B0604020202020204" pitchFamily="34" charset="0"/>
              <a:buNone/>
              <a:defRPr lang="en-US" sz="1500" b="0" kern="1200" dirty="0">
                <a:solidFill>
                  <a:schemeClr val="bg1"/>
                </a:solidFill>
                <a:latin typeface="+mn-lt"/>
                <a:ea typeface="+mn-ea"/>
                <a:cs typeface="+mn-cs"/>
              </a:defRPr>
            </a:lvl1pPr>
          </a:lstStyle>
          <a:p>
            <a:pPr marL="285750" lvl="0" indent="-285750" algn="l" defTabSz="914400" rtl="0" eaLnBrk="1" latinLnBrk="0" hangingPunct="1">
              <a:lnSpc>
                <a:spcPct val="90000"/>
              </a:lnSpc>
              <a:spcBef>
                <a:spcPts val="1000"/>
              </a:spcBef>
            </a:pPr>
            <a:r>
              <a:rPr lang="en-US"/>
              <a:t>Deck Title/Main Idea</a:t>
            </a:r>
          </a:p>
        </p:txBody>
      </p:sp>
      <p:sp>
        <p:nvSpPr>
          <p:cNvPr id="10" name="TextBox 9">
            <a:extLst>
              <a:ext uri="{FF2B5EF4-FFF2-40B4-BE49-F238E27FC236}">
                <a16:creationId xmlns:a16="http://schemas.microsoft.com/office/drawing/2014/main" id="{924F5721-09A8-C795-2E2B-2C53C15943A8}"/>
              </a:ext>
            </a:extLst>
          </p:cNvPr>
          <p:cNvSpPr txBox="1"/>
          <p:nvPr userDrawn="1"/>
        </p:nvSpPr>
        <p:spPr>
          <a:xfrm>
            <a:off x="623888" y="6453188"/>
            <a:ext cx="2781211" cy="107722"/>
          </a:xfrm>
          <a:prstGeom prst="rect">
            <a:avLst/>
          </a:prstGeom>
          <a:noFill/>
        </p:spPr>
        <p:txBody>
          <a:bodyPr wrap="square" lIns="0" tIns="0" rIns="0" bIns="0"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IN" sz="700" kern="0" spc="50" baseline="0">
                <a:solidFill>
                  <a:srgbClr val="CBD0E5"/>
                </a:solidFill>
                <a:latin typeface="+mn-lt"/>
                <a:ea typeface="+mn-ea"/>
                <a:cs typeface="Heebo" pitchFamily="2" charset="-79"/>
              </a:rPr>
              <a:t>© Hexaware Technologies. Confidential briefing. </a:t>
            </a:r>
            <a:endParaRPr lang="en-US" sz="700" kern="0" spc="50" baseline="0">
              <a:solidFill>
                <a:srgbClr val="CBD0E5"/>
              </a:solidFill>
              <a:latin typeface="+mn-lt"/>
              <a:ea typeface="+mn-ea"/>
              <a:cs typeface="Heebo" pitchFamily="2" charset="-79"/>
            </a:endParaRPr>
          </a:p>
        </p:txBody>
      </p:sp>
    </p:spTree>
    <p:extLst>
      <p:ext uri="{BB962C8B-B14F-4D97-AF65-F5344CB8AC3E}">
        <p14:creationId xmlns:p14="http://schemas.microsoft.com/office/powerpoint/2010/main" val="3486546106"/>
      </p:ext>
    </p:extLst>
  </p:cSld>
  <p:clrMapOvr>
    <a:masterClrMapping/>
  </p:clrMapOvr>
  <p:extLst>
    <p:ext uri="{DCECCB84-F9BA-43D5-87BE-67443E8EF086}">
      <p15:sldGuideLst xmlns:p15="http://schemas.microsoft.com/office/powerpoint/2012/main">
        <p15:guide id="1" orient="horz" pos="4020" userDrawn="1">
          <p15:clr>
            <a:srgbClr val="FBAE40"/>
          </p15:clr>
        </p15:guide>
        <p15:guide id="2" pos="393" userDrawn="1">
          <p15:clr>
            <a:srgbClr val="FBAE40"/>
          </p15:clr>
        </p15:guide>
        <p15:guide id="3" pos="7287" userDrawn="1">
          <p15:clr>
            <a:srgbClr val="FBAE40"/>
          </p15:clr>
        </p15:guide>
        <p15:guide id="4" orient="horz" pos="232" userDrawn="1">
          <p15:clr>
            <a:srgbClr val="FBAE40"/>
          </p15:clr>
        </p15:guide>
        <p15:guide id="5" orient="horz" pos="572" userDrawn="1">
          <p15:clr>
            <a:srgbClr val="FBAE40"/>
          </p15:clr>
        </p15:guide>
      </p15:sldGuideLst>
    </p:ext>
  </p:extLs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_rels/slideMaster2.xml.rels><?xml version="1.0" encoding="UTF-8" standalone="yes"?>
<Relationships xmlns="http://schemas.openxmlformats.org/package/2006/relationships"><Relationship Id="rId3" Type="http://schemas.openxmlformats.org/officeDocument/2006/relationships/slideLayout" Target="../slideLayouts/slideLayout19.xml"/><Relationship Id="rId2" Type="http://schemas.openxmlformats.org/officeDocument/2006/relationships/slideLayout" Target="../slideLayouts/slideLayout18.xml"/><Relationship Id="rId1" Type="http://schemas.openxmlformats.org/officeDocument/2006/relationships/slideLayout" Target="../slideLayouts/slideLayout17.xml"/><Relationship Id="rId5" Type="http://schemas.openxmlformats.org/officeDocument/2006/relationships/theme" Target="../theme/theme2.xml"/><Relationship Id="rId4" Type="http://schemas.openxmlformats.org/officeDocument/2006/relationships/slideLayout" Target="../slideLayouts/slideLayout20.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764527432"/>
      </p:ext>
    </p:extLst>
  </p:cSld>
  <p:clrMap bg1="lt1" tx1="dk1" bg2="lt2" tx2="dk2" accent1="accent1" accent2="accent2" accent3="accent3" accent4="accent4" accent5="accent5" accent6="accent6" hlink="hlink" folHlink="folHlink"/>
  <p:sldLayoutIdLst>
    <p:sldLayoutId id="2147483701" r:id="rId1"/>
    <p:sldLayoutId id="2147483702" r:id="rId2"/>
    <p:sldLayoutId id="2147483678" r:id="rId3"/>
    <p:sldLayoutId id="2147483679" r:id="rId4"/>
    <p:sldLayoutId id="2147483704" r:id="rId5"/>
    <p:sldLayoutId id="2147483705" r:id="rId6"/>
    <p:sldLayoutId id="2147483674" r:id="rId7"/>
    <p:sldLayoutId id="2147483703" r:id="rId8"/>
    <p:sldLayoutId id="2147483657" r:id="rId9"/>
    <p:sldLayoutId id="2147483706" r:id="rId10"/>
    <p:sldLayoutId id="2147483658" r:id="rId11"/>
    <p:sldLayoutId id="2147483707" r:id="rId12"/>
    <p:sldLayoutId id="2147483656" r:id="rId13"/>
    <p:sldLayoutId id="2147483713" r:id="rId14"/>
    <p:sldLayoutId id="2147483715" r:id="rId15"/>
    <p:sldLayoutId id="2147483716" r:id="rId16"/>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Clr>
          <a:schemeClr val="accent1"/>
        </a:buClr>
        <a:buFont typeface="Arial" panose="020B0604020202020204" pitchFamily="34" charset="0"/>
        <a:buChar char="•"/>
        <a:defRPr sz="14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Clr>
          <a:schemeClr val="accent1"/>
        </a:buClr>
        <a:buFont typeface="Arial" panose="020B0604020202020204" pitchFamily="34" charset="0"/>
        <a:buChar char="•"/>
        <a:defRPr sz="1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Clr>
          <a:schemeClr val="accent1"/>
        </a:buClr>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Clr>
          <a:schemeClr val="accent1"/>
        </a:buClr>
        <a:buFont typeface="Arial" panose="020B0604020202020204" pitchFamily="34" charset="0"/>
        <a:buChar char="•"/>
        <a:defRPr sz="14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Clr>
          <a:schemeClr val="accent1"/>
        </a:buClr>
        <a:buFont typeface="Arial" panose="020B0604020202020204" pitchFamily="34" charset="0"/>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chemeClr val="tx2"/>
        </a:solid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604589896"/>
      </p:ext>
    </p:extLst>
  </p:cSld>
  <p:clrMap bg1="lt1" tx1="dk1" bg2="lt2" tx2="dk2" accent1="accent1" accent2="accent2" accent3="accent3" accent4="accent4" accent5="accent5" accent6="accent6" hlink="hlink" folHlink="folHlink"/>
  <p:sldLayoutIdLst>
    <p:sldLayoutId id="2147483708" r:id="rId1"/>
    <p:sldLayoutId id="2147483709" r:id="rId2"/>
    <p:sldLayoutId id="2147483710" r:id="rId3"/>
    <p:sldLayoutId id="2147483711" r:id="rId4"/>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Clr>
          <a:schemeClr val="accent1"/>
        </a:buClr>
        <a:buFont typeface="Arial" panose="020B0604020202020204" pitchFamily="34" charset="0"/>
        <a:buChar char="•"/>
        <a:defRPr sz="14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Clr>
          <a:schemeClr val="accent1"/>
        </a:buClr>
        <a:buFont typeface="Arial" panose="020B0604020202020204" pitchFamily="34" charset="0"/>
        <a:buChar char="•"/>
        <a:defRPr sz="1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Clr>
          <a:schemeClr val="accent1"/>
        </a:buClr>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Clr>
          <a:schemeClr val="accent1"/>
        </a:buClr>
        <a:buFont typeface="Arial" panose="020B0604020202020204" pitchFamily="34" charset="0"/>
        <a:buChar char="•"/>
        <a:defRPr sz="14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Clr>
          <a:schemeClr val="accent1"/>
        </a:buClr>
        <a:buFont typeface="Arial" panose="020B0604020202020204" pitchFamily="34" charset="0"/>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1.xml"/><Relationship Id="rId1" Type="http://schemas.openxmlformats.org/officeDocument/2006/relationships/slideLayout" Target="../slideLayouts/slideLayout2.xml"/><Relationship Id="rId5" Type="http://schemas.openxmlformats.org/officeDocument/2006/relationships/image" Target="../media/image5.svg"/><Relationship Id="rId4" Type="http://schemas.openxmlformats.org/officeDocument/2006/relationships/image" Target="../media/image4.png"/></Relationships>
</file>

<file path=ppt/slides/_rels/slide2.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notesSlide" Target="../notesSlides/notesSlide2.xml"/><Relationship Id="rId1" Type="http://schemas.openxmlformats.org/officeDocument/2006/relationships/slideLayout" Target="../slideLayouts/slideLayout16.xml"/></Relationships>
</file>

<file path=ppt/slides/_rels/slide3.xml.rels><?xml version="1.0" encoding="UTF-8" standalone="yes"?>
<Relationships xmlns="http://schemas.openxmlformats.org/package/2006/relationships"><Relationship Id="rId3" Type="http://schemas.openxmlformats.org/officeDocument/2006/relationships/hyperlink" Target="https://www.youtube.com/watch?v=1YZCptSEPAg" TargetMode="External"/><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3.xml"/><Relationship Id="rId6" Type="http://schemas.openxmlformats.org/officeDocument/2006/relationships/image" Target="../media/image11.png"/><Relationship Id="rId5" Type="http://schemas.openxmlformats.org/officeDocument/2006/relationships/image" Target="../media/image10.png"/><Relationship Id="rId4" Type="http://schemas.openxmlformats.org/officeDocument/2006/relationships/image" Target="../media/image9.png"/></Relationships>
</file>

<file path=ppt/slides/_rels/slide5.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3" Type="http://schemas.openxmlformats.org/officeDocument/2006/relationships/image" Target="../media/image13.svg"/><Relationship Id="rId2" Type="http://schemas.openxmlformats.org/officeDocument/2006/relationships/notesSlide" Target="../notesSlides/notesSlide4.xml"/><Relationship Id="rId1" Type="http://schemas.openxmlformats.org/officeDocument/2006/relationships/slideLayout" Target="../slideLayouts/slideLayout3.xml"/><Relationship Id="rId5" Type="http://schemas.openxmlformats.org/officeDocument/2006/relationships/image" Target="../media/image15.svg"/><Relationship Id="rId4" Type="http://schemas.openxmlformats.org/officeDocument/2006/relationships/image" Target="../media/image14.svg"/></Relationships>
</file>

<file path=ppt/slides/_rels/slide7.xml.rels><?xml version="1.0" encoding="UTF-8" standalone="yes"?>
<Relationships xmlns="http://schemas.openxmlformats.org/package/2006/relationships"><Relationship Id="rId8" Type="http://schemas.openxmlformats.org/officeDocument/2006/relationships/image" Target="../media/image22.jpeg"/><Relationship Id="rId13" Type="http://schemas.openxmlformats.org/officeDocument/2006/relationships/image" Target="../media/image27.png"/><Relationship Id="rId18" Type="http://schemas.openxmlformats.org/officeDocument/2006/relationships/image" Target="../media/image31.jpeg"/><Relationship Id="rId26" Type="http://schemas.openxmlformats.org/officeDocument/2006/relationships/image" Target="../media/image39.jpeg"/><Relationship Id="rId3" Type="http://schemas.openxmlformats.org/officeDocument/2006/relationships/image" Target="../media/image17.jpeg"/><Relationship Id="rId21" Type="http://schemas.openxmlformats.org/officeDocument/2006/relationships/image" Target="../media/image34.png"/><Relationship Id="rId7" Type="http://schemas.openxmlformats.org/officeDocument/2006/relationships/image" Target="../media/image21.jpeg"/><Relationship Id="rId12" Type="http://schemas.openxmlformats.org/officeDocument/2006/relationships/image" Target="../media/image26.png"/><Relationship Id="rId17" Type="http://schemas.openxmlformats.org/officeDocument/2006/relationships/image" Target="../media/image30.jpeg"/><Relationship Id="rId25" Type="http://schemas.openxmlformats.org/officeDocument/2006/relationships/image" Target="../media/image38.png"/><Relationship Id="rId2" Type="http://schemas.openxmlformats.org/officeDocument/2006/relationships/image" Target="../media/image16.jpeg"/><Relationship Id="rId16" Type="http://schemas.openxmlformats.org/officeDocument/2006/relationships/image" Target="../media/image29.jpeg"/><Relationship Id="rId20" Type="http://schemas.openxmlformats.org/officeDocument/2006/relationships/image" Target="../media/image33.jpeg"/><Relationship Id="rId29" Type="http://schemas.openxmlformats.org/officeDocument/2006/relationships/image" Target="../media/image42.jpeg"/><Relationship Id="rId1" Type="http://schemas.openxmlformats.org/officeDocument/2006/relationships/slideLayout" Target="../slideLayouts/slideLayout3.xml"/><Relationship Id="rId6" Type="http://schemas.openxmlformats.org/officeDocument/2006/relationships/image" Target="../media/image20.jpeg"/><Relationship Id="rId11" Type="http://schemas.openxmlformats.org/officeDocument/2006/relationships/image" Target="../media/image25.png"/><Relationship Id="rId24" Type="http://schemas.openxmlformats.org/officeDocument/2006/relationships/image" Target="../media/image37.png"/><Relationship Id="rId5" Type="http://schemas.openxmlformats.org/officeDocument/2006/relationships/image" Target="../media/image19.jpeg"/><Relationship Id="rId15" Type="http://schemas.openxmlformats.org/officeDocument/2006/relationships/image" Target="../media/image28.jpeg"/><Relationship Id="rId23" Type="http://schemas.openxmlformats.org/officeDocument/2006/relationships/image" Target="../media/image36.png"/><Relationship Id="rId28" Type="http://schemas.openxmlformats.org/officeDocument/2006/relationships/image" Target="../media/image41.jpeg"/><Relationship Id="rId10" Type="http://schemas.openxmlformats.org/officeDocument/2006/relationships/image" Target="../media/image24.jpeg"/><Relationship Id="rId19" Type="http://schemas.openxmlformats.org/officeDocument/2006/relationships/image" Target="../media/image32.jpeg"/><Relationship Id="rId4" Type="http://schemas.openxmlformats.org/officeDocument/2006/relationships/image" Target="../media/image18.jpeg"/><Relationship Id="rId9" Type="http://schemas.openxmlformats.org/officeDocument/2006/relationships/image" Target="../media/image23.jpeg"/><Relationship Id="rId14" Type="http://schemas.microsoft.com/office/2007/relationships/hdphoto" Target="../media/hdphoto1.wdp"/><Relationship Id="rId22" Type="http://schemas.openxmlformats.org/officeDocument/2006/relationships/image" Target="../media/image35.jpeg"/><Relationship Id="rId27" Type="http://schemas.openxmlformats.org/officeDocument/2006/relationships/image" Target="../media/image40.png"/></Relationships>
</file>

<file path=ppt/slides/_rels/slide8.xml.rels><?xml version="1.0" encoding="UTF-8" standalone="yes"?>
<Relationships xmlns="http://schemas.openxmlformats.org/package/2006/relationships"><Relationship Id="rId3" Type="http://schemas.openxmlformats.org/officeDocument/2006/relationships/image" Target="../media/image44.png"/><Relationship Id="rId2" Type="http://schemas.openxmlformats.org/officeDocument/2006/relationships/image" Target="../media/image43.png"/><Relationship Id="rId1" Type="http://schemas.openxmlformats.org/officeDocument/2006/relationships/slideLayout" Target="../slideLayouts/slideLayout3.xml"/><Relationship Id="rId5" Type="http://schemas.openxmlformats.org/officeDocument/2006/relationships/image" Target="../media/image46.png"/><Relationship Id="rId4" Type="http://schemas.openxmlformats.org/officeDocument/2006/relationships/image" Target="../media/image45.png"/></Relationships>
</file>

<file path=ppt/slides/_rels/slide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47.jpg"/><Relationship Id="rId1" Type="http://schemas.openxmlformats.org/officeDocument/2006/relationships/slideLayout" Target="../slideLayouts/slideLayout9.xml"/></Relationships>
</file>

<file path=ppt/slides/_rels/slide10.xml.rels><?xml version="1.0" encoding="UTF-8" standalone="yes"?>
<Relationships xmlns="http://schemas.openxmlformats.org/package/2006/relationships"><Relationship Id="rId8" Type="http://schemas.openxmlformats.org/officeDocument/2006/relationships/image" Target="../media/image52.png"/><Relationship Id="rId3" Type="http://schemas.openxmlformats.org/officeDocument/2006/relationships/image" Target="../media/image48.emf"/><Relationship Id="rId7" Type="http://schemas.microsoft.com/office/2007/relationships/hdphoto" Target="../media/hdphoto2.wdp"/><Relationship Id="rId2" Type="http://schemas.openxmlformats.org/officeDocument/2006/relationships/notesSlide" Target="../notesSlides/notesSlide5.xml"/><Relationship Id="rId1" Type="http://schemas.openxmlformats.org/officeDocument/2006/relationships/slideLayout" Target="../slideLayouts/slideLayout3.xml"/><Relationship Id="rId6" Type="http://schemas.openxmlformats.org/officeDocument/2006/relationships/image" Target="../media/image51.png"/><Relationship Id="rId11" Type="http://schemas.microsoft.com/office/2007/relationships/hdphoto" Target="../media/hdphoto4.wdp"/><Relationship Id="rId5" Type="http://schemas.openxmlformats.org/officeDocument/2006/relationships/image" Target="../media/image50.emf"/><Relationship Id="rId10" Type="http://schemas.openxmlformats.org/officeDocument/2006/relationships/image" Target="../media/image53.png"/><Relationship Id="rId4" Type="http://schemas.openxmlformats.org/officeDocument/2006/relationships/image" Target="../media/image49.emf"/><Relationship Id="rId9" Type="http://schemas.microsoft.com/office/2007/relationships/hdphoto" Target="../media/hdphoto3.wdp"/></Relationships>
</file>

<file path=ppt/slides/_rels/slide11.xml.rels><?xml version="1.0" encoding="UTF-8" standalone="yes"?>
<Relationships xmlns="http://schemas.openxmlformats.org/package/2006/relationships"><Relationship Id="rId3" Type="http://schemas.openxmlformats.org/officeDocument/2006/relationships/image" Target="../media/image54.jpeg"/><Relationship Id="rId7" Type="http://schemas.openxmlformats.org/officeDocument/2006/relationships/image" Target="../media/image58.png"/><Relationship Id="rId2" Type="http://schemas.openxmlformats.org/officeDocument/2006/relationships/notesSlide" Target="../notesSlides/notesSlide6.xml"/><Relationship Id="rId1" Type="http://schemas.openxmlformats.org/officeDocument/2006/relationships/slideLayout" Target="../slideLayouts/slideLayout3.xml"/><Relationship Id="rId6" Type="http://schemas.openxmlformats.org/officeDocument/2006/relationships/image" Target="../media/image57.png"/><Relationship Id="rId5" Type="http://schemas.openxmlformats.org/officeDocument/2006/relationships/image" Target="../media/image56.png"/><Relationship Id="rId4" Type="http://schemas.openxmlformats.org/officeDocument/2006/relationships/image" Target="../media/image55.png"/></Relationships>
</file>

<file path=ppt/slides/_rels/slide1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59.jpeg"/><Relationship Id="rId1" Type="http://schemas.openxmlformats.org/officeDocument/2006/relationships/slideLayout" Target="../slideLayouts/slideLayout9.xml"/><Relationship Id="rId4" Type="http://schemas.openxmlformats.org/officeDocument/2006/relationships/image" Target="../media/image6.svg"/></Relationships>
</file>

<file path=ppt/slides/_rels/slide13.xml.rels><?xml version="1.0" encoding="UTF-8" standalone="yes"?>
<Relationships xmlns="http://schemas.openxmlformats.org/package/2006/relationships"><Relationship Id="rId8" Type="http://schemas.openxmlformats.org/officeDocument/2006/relationships/image" Target="../media/image65.svg"/><Relationship Id="rId3" Type="http://schemas.openxmlformats.org/officeDocument/2006/relationships/image" Target="../media/image60.jpg"/><Relationship Id="rId7" Type="http://schemas.openxmlformats.org/officeDocument/2006/relationships/image" Target="../media/image64.svg"/><Relationship Id="rId12" Type="http://schemas.openxmlformats.org/officeDocument/2006/relationships/image" Target="../media/image69.emf"/><Relationship Id="rId2" Type="http://schemas.openxmlformats.org/officeDocument/2006/relationships/notesSlide" Target="../notesSlides/notesSlide7.xml"/><Relationship Id="rId1" Type="http://schemas.openxmlformats.org/officeDocument/2006/relationships/slideLayout" Target="../slideLayouts/slideLayout3.xml"/><Relationship Id="rId6" Type="http://schemas.openxmlformats.org/officeDocument/2006/relationships/image" Target="../media/image63.svg"/><Relationship Id="rId11" Type="http://schemas.openxmlformats.org/officeDocument/2006/relationships/image" Target="../media/image68.svg"/><Relationship Id="rId5" Type="http://schemas.openxmlformats.org/officeDocument/2006/relationships/image" Target="../media/image62.svg"/><Relationship Id="rId10" Type="http://schemas.openxmlformats.org/officeDocument/2006/relationships/image" Target="../media/image67.svg"/><Relationship Id="rId4" Type="http://schemas.openxmlformats.org/officeDocument/2006/relationships/image" Target="../media/image61.svg"/><Relationship Id="rId9" Type="http://schemas.openxmlformats.org/officeDocument/2006/relationships/image" Target="../media/image66.svg"/></Relationships>
</file>

<file path=ppt/slides/_rels/slide14.xml.rels><?xml version="1.0" encoding="UTF-8" standalone="yes"?>
<Relationships xmlns="http://schemas.openxmlformats.org/package/2006/relationships"><Relationship Id="rId8" Type="http://schemas.openxmlformats.org/officeDocument/2006/relationships/image" Target="../media/image75.png"/><Relationship Id="rId3" Type="http://schemas.openxmlformats.org/officeDocument/2006/relationships/image" Target="../media/image70.png"/><Relationship Id="rId7" Type="http://schemas.openxmlformats.org/officeDocument/2006/relationships/image" Target="../media/image74.png"/><Relationship Id="rId2" Type="http://schemas.openxmlformats.org/officeDocument/2006/relationships/notesSlide" Target="../notesSlides/notesSlide8.xml"/><Relationship Id="rId1" Type="http://schemas.openxmlformats.org/officeDocument/2006/relationships/slideLayout" Target="../slideLayouts/slideLayout3.xml"/><Relationship Id="rId6" Type="http://schemas.openxmlformats.org/officeDocument/2006/relationships/image" Target="../media/image73.png"/><Relationship Id="rId5" Type="http://schemas.openxmlformats.org/officeDocument/2006/relationships/image" Target="../media/image72.png"/><Relationship Id="rId10" Type="http://schemas.openxmlformats.org/officeDocument/2006/relationships/image" Target="../media/image77.png"/><Relationship Id="rId4" Type="http://schemas.openxmlformats.org/officeDocument/2006/relationships/image" Target="../media/image71.jpg"/><Relationship Id="rId9" Type="http://schemas.openxmlformats.org/officeDocument/2006/relationships/image" Target="../media/image76.emf"/></Relationships>
</file>

<file path=ppt/slides/_rels/slide15.xml.rels><?xml version="1.0" encoding="UTF-8" standalone="yes"?>
<Relationships xmlns="http://schemas.openxmlformats.org/package/2006/relationships"><Relationship Id="rId8" Type="http://schemas.openxmlformats.org/officeDocument/2006/relationships/image" Target="../media/image82.png"/><Relationship Id="rId3" Type="http://schemas.openxmlformats.org/officeDocument/2006/relationships/image" Target="../media/image78.jpeg"/><Relationship Id="rId7" Type="http://schemas.openxmlformats.org/officeDocument/2006/relationships/image" Target="../media/image77.png"/><Relationship Id="rId2" Type="http://schemas.openxmlformats.org/officeDocument/2006/relationships/notesSlide" Target="../notesSlides/notesSlide9.xml"/><Relationship Id="rId1" Type="http://schemas.openxmlformats.org/officeDocument/2006/relationships/slideLayout" Target="../slideLayouts/slideLayout3.xml"/><Relationship Id="rId6" Type="http://schemas.openxmlformats.org/officeDocument/2006/relationships/image" Target="../media/image81.png"/><Relationship Id="rId5" Type="http://schemas.openxmlformats.org/officeDocument/2006/relationships/image" Target="../media/image80.png"/><Relationship Id="rId10" Type="http://schemas.openxmlformats.org/officeDocument/2006/relationships/image" Target="../media/image84.png"/><Relationship Id="rId4" Type="http://schemas.openxmlformats.org/officeDocument/2006/relationships/image" Target="../media/image79.png"/><Relationship Id="rId9" Type="http://schemas.openxmlformats.org/officeDocument/2006/relationships/image" Target="../media/image83.png"/></Relationships>
</file>

<file path=ppt/slides/_rels/slide16.xml.rels><?xml version="1.0" encoding="UTF-8" standalone="yes"?>
<Relationships xmlns="http://schemas.openxmlformats.org/package/2006/relationships"><Relationship Id="rId8" Type="http://schemas.openxmlformats.org/officeDocument/2006/relationships/image" Target="../media/image91.jpeg"/><Relationship Id="rId3" Type="http://schemas.openxmlformats.org/officeDocument/2006/relationships/image" Target="../media/image86.png"/><Relationship Id="rId7" Type="http://schemas.openxmlformats.org/officeDocument/2006/relationships/image" Target="../media/image90.png"/><Relationship Id="rId2" Type="http://schemas.openxmlformats.org/officeDocument/2006/relationships/image" Target="../media/image85.jpeg"/><Relationship Id="rId1" Type="http://schemas.openxmlformats.org/officeDocument/2006/relationships/slideLayout" Target="../slideLayouts/slideLayout3.xml"/><Relationship Id="rId6" Type="http://schemas.openxmlformats.org/officeDocument/2006/relationships/image" Target="../media/image89.jpeg"/><Relationship Id="rId5" Type="http://schemas.openxmlformats.org/officeDocument/2006/relationships/image" Target="../media/image88.png"/><Relationship Id="rId4" Type="http://schemas.openxmlformats.org/officeDocument/2006/relationships/image" Target="../media/image87.jpeg"/><Relationship Id="rId9" Type="http://schemas.openxmlformats.org/officeDocument/2006/relationships/image" Target="../media/image92.png"/></Relationships>
</file>

<file path=ppt/slides/_rels/slide17.xml.rels><?xml version="1.0" encoding="UTF-8" standalone="yes"?>
<Relationships xmlns="http://schemas.openxmlformats.org/package/2006/relationships"><Relationship Id="rId3" Type="http://schemas.openxmlformats.org/officeDocument/2006/relationships/image" Target="../media/image90.png"/><Relationship Id="rId2" Type="http://schemas.openxmlformats.org/officeDocument/2006/relationships/image" Target="../media/image89.jpeg"/><Relationship Id="rId1" Type="http://schemas.openxmlformats.org/officeDocument/2006/relationships/slideLayout" Target="../slideLayouts/slideLayout3.xml"/><Relationship Id="rId4" Type="http://schemas.openxmlformats.org/officeDocument/2006/relationships/image" Target="../media/image93.png"/></Relationships>
</file>

<file path=ppt/slides/_rels/slide18.xml.rels><?xml version="1.0" encoding="UTF-8" standalone="yes"?>
<Relationships xmlns="http://schemas.openxmlformats.org/package/2006/relationships"><Relationship Id="rId13" Type="http://schemas.openxmlformats.org/officeDocument/2006/relationships/image" Target="../media/image105.png"/><Relationship Id="rId18" Type="http://schemas.openxmlformats.org/officeDocument/2006/relationships/image" Target="../media/image110.png"/><Relationship Id="rId26" Type="http://schemas.openxmlformats.org/officeDocument/2006/relationships/image" Target="../media/image118.png"/><Relationship Id="rId39" Type="http://schemas.openxmlformats.org/officeDocument/2006/relationships/image" Target="../media/image131.png"/><Relationship Id="rId21" Type="http://schemas.openxmlformats.org/officeDocument/2006/relationships/image" Target="../media/image113.png"/><Relationship Id="rId34" Type="http://schemas.openxmlformats.org/officeDocument/2006/relationships/image" Target="../media/image126.png"/><Relationship Id="rId42" Type="http://schemas.openxmlformats.org/officeDocument/2006/relationships/image" Target="../media/image134.png"/><Relationship Id="rId47" Type="http://schemas.openxmlformats.org/officeDocument/2006/relationships/image" Target="../media/image139.png"/><Relationship Id="rId50" Type="http://schemas.openxmlformats.org/officeDocument/2006/relationships/image" Target="../media/image141.png"/><Relationship Id="rId55" Type="http://schemas.openxmlformats.org/officeDocument/2006/relationships/image" Target="../media/image146.png"/><Relationship Id="rId7" Type="http://schemas.openxmlformats.org/officeDocument/2006/relationships/image" Target="../media/image99.svg"/><Relationship Id="rId2" Type="http://schemas.openxmlformats.org/officeDocument/2006/relationships/image" Target="../media/image94.jpeg"/><Relationship Id="rId16" Type="http://schemas.openxmlformats.org/officeDocument/2006/relationships/image" Target="../media/image108.png"/><Relationship Id="rId29" Type="http://schemas.openxmlformats.org/officeDocument/2006/relationships/image" Target="../media/image121.png"/><Relationship Id="rId11" Type="http://schemas.openxmlformats.org/officeDocument/2006/relationships/image" Target="../media/image103.png"/><Relationship Id="rId24" Type="http://schemas.openxmlformats.org/officeDocument/2006/relationships/image" Target="../media/image116.png"/><Relationship Id="rId32" Type="http://schemas.openxmlformats.org/officeDocument/2006/relationships/image" Target="../media/image124.png"/><Relationship Id="rId37" Type="http://schemas.openxmlformats.org/officeDocument/2006/relationships/image" Target="../media/image129.svg"/><Relationship Id="rId40" Type="http://schemas.openxmlformats.org/officeDocument/2006/relationships/image" Target="../media/image132.png"/><Relationship Id="rId45" Type="http://schemas.openxmlformats.org/officeDocument/2006/relationships/image" Target="../media/image137.png"/><Relationship Id="rId53" Type="http://schemas.openxmlformats.org/officeDocument/2006/relationships/image" Target="../media/image144.png"/><Relationship Id="rId5" Type="http://schemas.openxmlformats.org/officeDocument/2006/relationships/image" Target="../media/image97.png"/><Relationship Id="rId19" Type="http://schemas.openxmlformats.org/officeDocument/2006/relationships/image" Target="../media/image111.png"/><Relationship Id="rId4" Type="http://schemas.openxmlformats.org/officeDocument/2006/relationships/image" Target="../media/image96.png"/><Relationship Id="rId9" Type="http://schemas.openxmlformats.org/officeDocument/2006/relationships/image" Target="../media/image101.png"/><Relationship Id="rId14" Type="http://schemas.openxmlformats.org/officeDocument/2006/relationships/image" Target="../media/image106.png"/><Relationship Id="rId22" Type="http://schemas.openxmlformats.org/officeDocument/2006/relationships/image" Target="../media/image114.png"/><Relationship Id="rId27" Type="http://schemas.openxmlformats.org/officeDocument/2006/relationships/image" Target="../media/image119.png"/><Relationship Id="rId30" Type="http://schemas.openxmlformats.org/officeDocument/2006/relationships/image" Target="../media/image122.png"/><Relationship Id="rId35" Type="http://schemas.openxmlformats.org/officeDocument/2006/relationships/image" Target="../media/image127.png"/><Relationship Id="rId43" Type="http://schemas.openxmlformats.org/officeDocument/2006/relationships/image" Target="../media/image135.png"/><Relationship Id="rId48" Type="http://schemas.openxmlformats.org/officeDocument/2006/relationships/image" Target="../media/image140.png"/><Relationship Id="rId56" Type="http://schemas.openxmlformats.org/officeDocument/2006/relationships/image" Target="../media/image147.png"/><Relationship Id="rId8" Type="http://schemas.openxmlformats.org/officeDocument/2006/relationships/image" Target="../media/image100.png"/><Relationship Id="rId51" Type="http://schemas.openxmlformats.org/officeDocument/2006/relationships/image" Target="../media/image142.png"/><Relationship Id="rId3" Type="http://schemas.openxmlformats.org/officeDocument/2006/relationships/image" Target="../media/image95.png"/><Relationship Id="rId12" Type="http://schemas.openxmlformats.org/officeDocument/2006/relationships/image" Target="../media/image104.png"/><Relationship Id="rId17" Type="http://schemas.openxmlformats.org/officeDocument/2006/relationships/image" Target="../media/image109.png"/><Relationship Id="rId25" Type="http://schemas.openxmlformats.org/officeDocument/2006/relationships/image" Target="../media/image117.png"/><Relationship Id="rId33" Type="http://schemas.openxmlformats.org/officeDocument/2006/relationships/image" Target="../media/image125.png"/><Relationship Id="rId38" Type="http://schemas.openxmlformats.org/officeDocument/2006/relationships/image" Target="../media/image130.png"/><Relationship Id="rId46" Type="http://schemas.openxmlformats.org/officeDocument/2006/relationships/image" Target="../media/image138.png"/><Relationship Id="rId20" Type="http://schemas.openxmlformats.org/officeDocument/2006/relationships/image" Target="../media/image112.png"/><Relationship Id="rId41" Type="http://schemas.openxmlformats.org/officeDocument/2006/relationships/image" Target="../media/image133.png"/><Relationship Id="rId54" Type="http://schemas.openxmlformats.org/officeDocument/2006/relationships/image" Target="../media/image145.png"/><Relationship Id="rId1" Type="http://schemas.openxmlformats.org/officeDocument/2006/relationships/slideLayout" Target="../slideLayouts/slideLayout3.xml"/><Relationship Id="rId6" Type="http://schemas.openxmlformats.org/officeDocument/2006/relationships/image" Target="../media/image98.png"/><Relationship Id="rId15" Type="http://schemas.openxmlformats.org/officeDocument/2006/relationships/image" Target="../media/image107.png"/><Relationship Id="rId23" Type="http://schemas.openxmlformats.org/officeDocument/2006/relationships/image" Target="../media/image115.png"/><Relationship Id="rId28" Type="http://schemas.openxmlformats.org/officeDocument/2006/relationships/image" Target="../media/image120.png"/><Relationship Id="rId36" Type="http://schemas.openxmlformats.org/officeDocument/2006/relationships/image" Target="../media/image128.png"/><Relationship Id="rId49" Type="http://schemas.openxmlformats.org/officeDocument/2006/relationships/image" Target="../media/image77.png"/><Relationship Id="rId57" Type="http://schemas.openxmlformats.org/officeDocument/2006/relationships/image" Target="../media/image148.png"/><Relationship Id="rId10" Type="http://schemas.openxmlformats.org/officeDocument/2006/relationships/image" Target="../media/image102.png"/><Relationship Id="rId31" Type="http://schemas.openxmlformats.org/officeDocument/2006/relationships/image" Target="../media/image123.png"/><Relationship Id="rId44" Type="http://schemas.openxmlformats.org/officeDocument/2006/relationships/image" Target="../media/image136.png"/><Relationship Id="rId52" Type="http://schemas.openxmlformats.org/officeDocument/2006/relationships/image" Target="../media/image143.png"/></Relationships>
</file>

<file path=ppt/slides/_rels/slide1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149.jpeg"/><Relationship Id="rId1" Type="http://schemas.openxmlformats.org/officeDocument/2006/relationships/slideLayout" Target="../slideLayouts/slideLayout9.xml"/><Relationship Id="rId4" Type="http://schemas.openxmlformats.org/officeDocument/2006/relationships/image" Target="../media/image6.svg"/></Relationships>
</file>

<file path=ppt/slides/_rels/slide20.xml.rels><?xml version="1.0" encoding="UTF-8" standalone="yes"?>
<Relationships xmlns="http://schemas.openxmlformats.org/package/2006/relationships"><Relationship Id="rId3" Type="http://schemas.openxmlformats.org/officeDocument/2006/relationships/image" Target="../media/image150.jpeg"/><Relationship Id="rId2" Type="http://schemas.openxmlformats.org/officeDocument/2006/relationships/notesSlide" Target="../notesSlides/notesSlide10.xml"/><Relationship Id="rId1" Type="http://schemas.openxmlformats.org/officeDocument/2006/relationships/slideLayout" Target="../slideLayouts/slideLayout3.xml"/><Relationship Id="rId5" Type="http://schemas.openxmlformats.org/officeDocument/2006/relationships/image" Target="../media/image152.svg"/><Relationship Id="rId4" Type="http://schemas.openxmlformats.org/officeDocument/2006/relationships/image" Target="../media/image151.png"/></Relationships>
</file>

<file path=ppt/slides/_rels/slide21.xml.rels><?xml version="1.0" encoding="UTF-8" standalone="yes"?>
<Relationships xmlns="http://schemas.openxmlformats.org/package/2006/relationships"><Relationship Id="rId8" Type="http://schemas.openxmlformats.org/officeDocument/2006/relationships/image" Target="../media/image158.png"/><Relationship Id="rId13" Type="http://schemas.openxmlformats.org/officeDocument/2006/relationships/image" Target="../media/image163.png"/><Relationship Id="rId18" Type="http://schemas.openxmlformats.org/officeDocument/2006/relationships/image" Target="../media/image72.png"/><Relationship Id="rId3" Type="http://schemas.openxmlformats.org/officeDocument/2006/relationships/image" Target="../media/image153.svg"/><Relationship Id="rId21" Type="http://schemas.openxmlformats.org/officeDocument/2006/relationships/image" Target="../media/image170.png"/><Relationship Id="rId7" Type="http://schemas.openxmlformats.org/officeDocument/2006/relationships/image" Target="../media/image157.png"/><Relationship Id="rId12" Type="http://schemas.openxmlformats.org/officeDocument/2006/relationships/image" Target="../media/image162.png"/><Relationship Id="rId17" Type="http://schemas.openxmlformats.org/officeDocument/2006/relationships/image" Target="../media/image167.png"/><Relationship Id="rId25" Type="http://schemas.openxmlformats.org/officeDocument/2006/relationships/image" Target="../media/image174.png"/><Relationship Id="rId2" Type="http://schemas.openxmlformats.org/officeDocument/2006/relationships/notesSlide" Target="../notesSlides/notesSlide11.xml"/><Relationship Id="rId16" Type="http://schemas.openxmlformats.org/officeDocument/2006/relationships/image" Target="../media/image166.png"/><Relationship Id="rId20" Type="http://schemas.openxmlformats.org/officeDocument/2006/relationships/image" Target="../media/image169.png"/><Relationship Id="rId1" Type="http://schemas.openxmlformats.org/officeDocument/2006/relationships/slideLayout" Target="../slideLayouts/slideLayout3.xml"/><Relationship Id="rId6" Type="http://schemas.openxmlformats.org/officeDocument/2006/relationships/image" Target="../media/image156.png"/><Relationship Id="rId11" Type="http://schemas.openxmlformats.org/officeDocument/2006/relationships/image" Target="../media/image161.png"/><Relationship Id="rId24" Type="http://schemas.openxmlformats.org/officeDocument/2006/relationships/image" Target="../media/image173.png"/><Relationship Id="rId5" Type="http://schemas.openxmlformats.org/officeDocument/2006/relationships/image" Target="../media/image155.svg"/><Relationship Id="rId15" Type="http://schemas.openxmlformats.org/officeDocument/2006/relationships/image" Target="../media/image165.png"/><Relationship Id="rId23" Type="http://schemas.openxmlformats.org/officeDocument/2006/relationships/image" Target="../media/image172.png"/><Relationship Id="rId10" Type="http://schemas.openxmlformats.org/officeDocument/2006/relationships/image" Target="../media/image160.png"/><Relationship Id="rId19" Type="http://schemas.openxmlformats.org/officeDocument/2006/relationships/image" Target="../media/image168.png"/><Relationship Id="rId4" Type="http://schemas.openxmlformats.org/officeDocument/2006/relationships/image" Target="../media/image154.svg"/><Relationship Id="rId9" Type="http://schemas.openxmlformats.org/officeDocument/2006/relationships/image" Target="../media/image159.png"/><Relationship Id="rId14" Type="http://schemas.openxmlformats.org/officeDocument/2006/relationships/image" Target="../media/image164.png"/><Relationship Id="rId22" Type="http://schemas.openxmlformats.org/officeDocument/2006/relationships/image" Target="../media/image171.png"/></Relationships>
</file>

<file path=ppt/slides/_rels/slide22.xml.rels><?xml version="1.0" encoding="UTF-8" standalone="yes"?>
<Relationships xmlns="http://schemas.openxmlformats.org/package/2006/relationships"><Relationship Id="rId8" Type="http://schemas.openxmlformats.org/officeDocument/2006/relationships/image" Target="../media/image181.svg"/><Relationship Id="rId3" Type="http://schemas.openxmlformats.org/officeDocument/2006/relationships/image" Target="../media/image176.svg"/><Relationship Id="rId7" Type="http://schemas.openxmlformats.org/officeDocument/2006/relationships/image" Target="../media/image180.svg"/><Relationship Id="rId2" Type="http://schemas.openxmlformats.org/officeDocument/2006/relationships/image" Target="../media/image175.jpeg"/><Relationship Id="rId1" Type="http://schemas.openxmlformats.org/officeDocument/2006/relationships/slideLayout" Target="../slideLayouts/slideLayout3.xml"/><Relationship Id="rId6" Type="http://schemas.openxmlformats.org/officeDocument/2006/relationships/image" Target="../media/image179.svg"/><Relationship Id="rId11" Type="http://schemas.openxmlformats.org/officeDocument/2006/relationships/image" Target="../media/image184.svg"/><Relationship Id="rId5" Type="http://schemas.openxmlformats.org/officeDocument/2006/relationships/image" Target="../media/image178.svg"/><Relationship Id="rId10" Type="http://schemas.openxmlformats.org/officeDocument/2006/relationships/image" Target="../media/image183.svg"/><Relationship Id="rId4" Type="http://schemas.openxmlformats.org/officeDocument/2006/relationships/image" Target="../media/image177.svg"/><Relationship Id="rId9" Type="http://schemas.openxmlformats.org/officeDocument/2006/relationships/image" Target="../media/image182.svg"/></Relationships>
</file>

<file path=ppt/slides/_rels/slide23.xml.rels><?xml version="1.0" encoding="UTF-8" standalone="yes"?>
<Relationships xmlns="http://schemas.openxmlformats.org/package/2006/relationships"><Relationship Id="rId3" Type="http://schemas.openxmlformats.org/officeDocument/2006/relationships/image" Target="../media/image185.jpg"/><Relationship Id="rId2" Type="http://schemas.openxmlformats.org/officeDocument/2006/relationships/notesSlide" Target="../notesSlides/notesSlide12.xml"/><Relationship Id="rId1" Type="http://schemas.openxmlformats.org/officeDocument/2006/relationships/slideLayout" Target="../slideLayouts/slideLayout3.xml"/><Relationship Id="rId4" Type="http://schemas.openxmlformats.org/officeDocument/2006/relationships/image" Target="../media/image6.svg"/></Relationships>
</file>

<file path=ppt/slides/_rels/slide24.xml.rels><?xml version="1.0" encoding="UTF-8" standalone="yes"?>
<Relationships xmlns="http://schemas.openxmlformats.org/package/2006/relationships"><Relationship Id="rId8" Type="http://schemas.openxmlformats.org/officeDocument/2006/relationships/image" Target="../media/image191.png"/><Relationship Id="rId3" Type="http://schemas.openxmlformats.org/officeDocument/2006/relationships/image" Target="../media/image187.png"/><Relationship Id="rId7" Type="http://schemas.openxmlformats.org/officeDocument/2006/relationships/image" Target="../media/image72.png"/><Relationship Id="rId2" Type="http://schemas.openxmlformats.org/officeDocument/2006/relationships/image" Target="../media/image186.png"/><Relationship Id="rId1" Type="http://schemas.openxmlformats.org/officeDocument/2006/relationships/slideLayout" Target="../slideLayouts/slideLayout3.xml"/><Relationship Id="rId6" Type="http://schemas.openxmlformats.org/officeDocument/2006/relationships/image" Target="../media/image190.png"/><Relationship Id="rId5" Type="http://schemas.openxmlformats.org/officeDocument/2006/relationships/image" Target="../media/image189.png"/><Relationship Id="rId4" Type="http://schemas.openxmlformats.org/officeDocument/2006/relationships/image" Target="../media/image188.png"/><Relationship Id="rId9" Type="http://schemas.openxmlformats.org/officeDocument/2006/relationships/image" Target="../media/image75.png"/></Relationships>
</file>

<file path=ppt/slides/_rels/slide25.xml.rels><?xml version="1.0" encoding="UTF-8" standalone="yes"?>
<Relationships xmlns="http://schemas.openxmlformats.org/package/2006/relationships"><Relationship Id="rId3" Type="http://schemas.openxmlformats.org/officeDocument/2006/relationships/image" Target="../media/image193.png"/><Relationship Id="rId2" Type="http://schemas.openxmlformats.org/officeDocument/2006/relationships/image" Target="../media/image192.png"/><Relationship Id="rId1" Type="http://schemas.openxmlformats.org/officeDocument/2006/relationships/slideLayout" Target="../slideLayouts/slideLayout3.xml"/><Relationship Id="rId5" Type="http://schemas.openxmlformats.org/officeDocument/2006/relationships/image" Target="../media/image195.png"/><Relationship Id="rId4" Type="http://schemas.openxmlformats.org/officeDocument/2006/relationships/image" Target="../media/image194.jpeg"/></Relationships>
</file>

<file path=ppt/slides/_rels/slide2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196.jpg"/><Relationship Id="rId1" Type="http://schemas.openxmlformats.org/officeDocument/2006/relationships/slideLayout" Target="../slideLayouts/slideLayout9.xml"/></Relationships>
</file>

<file path=ppt/slides/_rels/slide27.xml.rels><?xml version="1.0" encoding="UTF-8" standalone="yes"?>
<Relationships xmlns="http://schemas.openxmlformats.org/package/2006/relationships"><Relationship Id="rId8" Type="http://schemas.openxmlformats.org/officeDocument/2006/relationships/image" Target="../media/image203.svg"/><Relationship Id="rId3" Type="http://schemas.openxmlformats.org/officeDocument/2006/relationships/image" Target="../media/image198.svg"/><Relationship Id="rId7" Type="http://schemas.openxmlformats.org/officeDocument/2006/relationships/image" Target="../media/image202.svg"/><Relationship Id="rId2" Type="http://schemas.openxmlformats.org/officeDocument/2006/relationships/image" Target="../media/image197.svg"/><Relationship Id="rId1" Type="http://schemas.openxmlformats.org/officeDocument/2006/relationships/slideLayout" Target="../slideLayouts/slideLayout4.xml"/><Relationship Id="rId6" Type="http://schemas.openxmlformats.org/officeDocument/2006/relationships/image" Target="../media/image201.svg"/><Relationship Id="rId5" Type="http://schemas.openxmlformats.org/officeDocument/2006/relationships/image" Target="../media/image200.svg"/><Relationship Id="rId4" Type="http://schemas.openxmlformats.org/officeDocument/2006/relationships/image" Target="../media/image199.svg"/></Relationships>
</file>

<file path=ppt/slides/_rels/slide28.xml.rels><?xml version="1.0" encoding="UTF-8" standalone="yes"?>
<Relationships xmlns="http://schemas.openxmlformats.org/package/2006/relationships"><Relationship Id="rId3" Type="http://schemas.openxmlformats.org/officeDocument/2006/relationships/image" Target="../media/image204.png"/><Relationship Id="rId2" Type="http://schemas.openxmlformats.org/officeDocument/2006/relationships/notesSlide" Target="../notesSlides/notesSlide13.xml"/><Relationship Id="rId1" Type="http://schemas.openxmlformats.org/officeDocument/2006/relationships/slideLayout" Target="../slideLayouts/slideLayout3.xml"/><Relationship Id="rId5" Type="http://schemas.openxmlformats.org/officeDocument/2006/relationships/image" Target="../media/image205.svg"/><Relationship Id="rId4" Type="http://schemas.microsoft.com/office/2007/relationships/hdphoto" Target="../media/hdphoto5.wdp"/></Relationships>
</file>

<file path=ppt/slides/_rels/slide29.xml.rels><?xml version="1.0" encoding="UTF-8" standalone="yes"?>
<Relationships xmlns="http://schemas.openxmlformats.org/package/2006/relationships"><Relationship Id="rId3" Type="http://schemas.openxmlformats.org/officeDocument/2006/relationships/image" Target="../media/image206.emf"/><Relationship Id="rId2" Type="http://schemas.openxmlformats.org/officeDocument/2006/relationships/notesSlide" Target="../notesSlides/notesSlide14.xml"/><Relationship Id="rId1" Type="http://schemas.openxmlformats.org/officeDocument/2006/relationships/slideLayout" Target="../slideLayouts/slideLayout3.xml"/></Relationships>
</file>

<file path=ppt/slides/_rels/slide30.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207.jpeg"/><Relationship Id="rId1" Type="http://schemas.openxmlformats.org/officeDocument/2006/relationships/slideLayout" Target="../slideLayouts/slideLayout9.xml"/><Relationship Id="rId4" Type="http://schemas.openxmlformats.org/officeDocument/2006/relationships/image" Target="../media/image208.svg"/></Relationships>
</file>

<file path=ppt/slides/_rels/slide31.xml.rels><?xml version="1.0" encoding="UTF-8" standalone="yes"?>
<Relationships xmlns="http://schemas.openxmlformats.org/package/2006/relationships"><Relationship Id="rId3" Type="http://schemas.openxmlformats.org/officeDocument/2006/relationships/image" Target="../media/image209.jpg"/><Relationship Id="rId2" Type="http://schemas.openxmlformats.org/officeDocument/2006/relationships/notesSlide" Target="../notesSlides/notesSlide15.xml"/><Relationship Id="rId1" Type="http://schemas.openxmlformats.org/officeDocument/2006/relationships/slideLayout" Target="../slideLayouts/slideLayout7.xml"/><Relationship Id="rId5" Type="http://schemas.openxmlformats.org/officeDocument/2006/relationships/image" Target="../media/image211.png"/><Relationship Id="rId4" Type="http://schemas.openxmlformats.org/officeDocument/2006/relationships/image" Target="../media/image210.jpeg"/></Relationships>
</file>

<file path=ppt/slides/_rels/slide32.xml.rels><?xml version="1.0" encoding="UTF-8" standalone="yes"?>
<Relationships xmlns="http://schemas.openxmlformats.org/package/2006/relationships"><Relationship Id="rId3" Type="http://schemas.openxmlformats.org/officeDocument/2006/relationships/image" Target="../media/image213.png"/><Relationship Id="rId2" Type="http://schemas.openxmlformats.org/officeDocument/2006/relationships/image" Target="../media/image212.jpg"/><Relationship Id="rId1" Type="http://schemas.openxmlformats.org/officeDocument/2006/relationships/slideLayout" Target="../slideLayouts/slideLayout7.xml"/><Relationship Id="rId5" Type="http://schemas.microsoft.com/office/2007/relationships/hdphoto" Target="../media/hdphoto6.wdp"/><Relationship Id="rId4" Type="http://schemas.openxmlformats.org/officeDocument/2006/relationships/image" Target="../media/image214.png"/></Relationships>
</file>

<file path=ppt/slides/_rels/slide33.xml.rels><?xml version="1.0" encoding="UTF-8" standalone="yes"?>
<Relationships xmlns="http://schemas.openxmlformats.org/package/2006/relationships"><Relationship Id="rId3" Type="http://schemas.openxmlformats.org/officeDocument/2006/relationships/image" Target="../media/image215.jpg"/><Relationship Id="rId2" Type="http://schemas.openxmlformats.org/officeDocument/2006/relationships/notesSlide" Target="../notesSlides/notesSlide16.xml"/><Relationship Id="rId1" Type="http://schemas.openxmlformats.org/officeDocument/2006/relationships/slideLayout" Target="../slideLayouts/slideLayout7.xml"/><Relationship Id="rId4" Type="http://schemas.openxmlformats.org/officeDocument/2006/relationships/image" Target="../media/image216.png"/></Relationships>
</file>

<file path=ppt/slides/_rels/slide34.xml.rels><?xml version="1.0" encoding="UTF-8" standalone="yes"?>
<Relationships xmlns="http://schemas.openxmlformats.org/package/2006/relationships"><Relationship Id="rId3" Type="http://schemas.openxmlformats.org/officeDocument/2006/relationships/image" Target="../media/image217.jpg"/><Relationship Id="rId2" Type="http://schemas.openxmlformats.org/officeDocument/2006/relationships/notesSlide" Target="../notesSlides/notesSlide17.xml"/><Relationship Id="rId1" Type="http://schemas.openxmlformats.org/officeDocument/2006/relationships/slideLayout" Target="../slideLayouts/slideLayout7.xml"/><Relationship Id="rId4" Type="http://schemas.openxmlformats.org/officeDocument/2006/relationships/image" Target="../media/image218.pn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2" name="Picture Placeholder 11" descr="A person and person looking at a tablet&#10;&#10;Description automatically generated">
            <a:extLst>
              <a:ext uri="{FF2B5EF4-FFF2-40B4-BE49-F238E27FC236}">
                <a16:creationId xmlns:a16="http://schemas.microsoft.com/office/drawing/2014/main" id="{556AE309-0FD4-0B54-1C45-67E47584372D}"/>
              </a:ext>
            </a:extLst>
          </p:cNvPr>
          <p:cNvPicPr>
            <a:picLocks noGrp="1" noChangeAspect="1"/>
          </p:cNvPicPr>
          <p:nvPr>
            <p:ph type="pic" sz="quarter" idx="16"/>
          </p:nvPr>
        </p:nvPicPr>
        <p:blipFill>
          <a:blip r:embed="rId3" cstate="screen">
            <a:extLst>
              <a:ext uri="{28A0092B-C50C-407E-A947-70E740481C1C}">
                <a14:useLocalDpi xmlns:a14="http://schemas.microsoft.com/office/drawing/2010/main"/>
              </a:ext>
            </a:extLst>
          </a:blip>
          <a:srcRect/>
          <a:stretch>
            <a:fillRect/>
          </a:stretch>
        </p:blipFill>
        <p:spPr/>
      </p:pic>
      <p:pic>
        <p:nvPicPr>
          <p:cNvPr id="10" name="Picture 9">
            <a:extLst>
              <a:ext uri="{FF2B5EF4-FFF2-40B4-BE49-F238E27FC236}">
                <a16:creationId xmlns:a16="http://schemas.microsoft.com/office/drawing/2014/main" id="{7DDB969C-E849-D9EB-EE79-DB282ED0BDAB}"/>
              </a:ext>
            </a:extLst>
          </p:cNvPr>
          <p:cNvPicPr>
            <a:picLocks noChangeAspect="1"/>
          </p:cNvPicPr>
          <p:nvPr/>
        </p:nvPicPr>
        <p:blipFill>
          <a:blip r:embed="rId4" cstate="screen">
            <a:alphaModFix amt="63000"/>
            <a:extLst>
              <a:ext uri="{28A0092B-C50C-407E-A947-70E740481C1C}">
                <a14:useLocalDpi xmlns:a14="http://schemas.microsoft.com/office/drawing/2010/main"/>
              </a:ext>
            </a:extLst>
          </a:blip>
          <a:srcRect/>
          <a:stretch/>
        </p:blipFill>
        <p:spPr>
          <a:xfrm>
            <a:off x="0" y="2"/>
            <a:ext cx="4160520" cy="5098676"/>
          </a:xfrm>
          <a:prstGeom prst="rect">
            <a:avLst/>
          </a:prstGeom>
        </p:spPr>
      </p:pic>
      <p:pic>
        <p:nvPicPr>
          <p:cNvPr id="5" name="Picture 4">
            <a:extLst>
              <a:ext uri="{FF2B5EF4-FFF2-40B4-BE49-F238E27FC236}">
                <a16:creationId xmlns:a16="http://schemas.microsoft.com/office/drawing/2014/main" id="{429B6B28-C97E-B751-A437-74F38528C99B}"/>
              </a:ext>
            </a:extLst>
          </p:cNvPr>
          <p:cNvPicPr>
            <a:picLocks noChangeAspect="1"/>
          </p:cNvPicPr>
          <p:nvPr/>
        </p:nvPicPr>
        <p:blipFill>
          <a:blip r:embed="rId4">
            <a:alphaModFix amt="63000"/>
            <a:extLst>
              <a:ext uri="{28A0092B-C50C-407E-A947-70E740481C1C}">
                <a14:useLocalDpi xmlns:a14="http://schemas.microsoft.com/office/drawing/2010/main"/>
              </a:ext>
            </a:extLst>
          </a:blip>
          <a:srcRect/>
          <a:stretch/>
        </p:blipFill>
        <p:spPr>
          <a:xfrm>
            <a:off x="0" y="1"/>
            <a:ext cx="7269480" cy="6857999"/>
          </a:xfrm>
          <a:prstGeom prst="rect">
            <a:avLst/>
          </a:prstGeom>
        </p:spPr>
      </p:pic>
      <p:sp>
        <p:nvSpPr>
          <p:cNvPr id="11" name="Title 10">
            <a:extLst>
              <a:ext uri="{FF2B5EF4-FFF2-40B4-BE49-F238E27FC236}">
                <a16:creationId xmlns:a16="http://schemas.microsoft.com/office/drawing/2014/main" id="{BAFA2D44-2AFA-6A6B-C9C6-825D4BED3158}"/>
              </a:ext>
            </a:extLst>
          </p:cNvPr>
          <p:cNvSpPr>
            <a:spLocks noGrp="1"/>
          </p:cNvSpPr>
          <p:nvPr>
            <p:ph type="title"/>
          </p:nvPr>
        </p:nvSpPr>
        <p:spPr>
          <a:xfrm>
            <a:off x="822959" y="2485713"/>
            <a:ext cx="4910021" cy="1869743"/>
          </a:xfrm>
          <a:prstGeom prst="rect">
            <a:avLst/>
          </a:prstGeom>
        </p:spPr>
        <p:txBody>
          <a:bodyPr/>
          <a:lstStyle/>
          <a:p>
            <a:r>
              <a:rPr lang="en-US" dirty="0"/>
              <a:t>Digital &amp; Software</a:t>
            </a:r>
            <a:br>
              <a:rPr lang="en-US" dirty="0"/>
            </a:br>
            <a:r>
              <a:rPr lang="en-US" dirty="0"/>
              <a:t>Commerce Capabilities</a:t>
            </a:r>
          </a:p>
        </p:txBody>
      </p:sp>
      <p:sp>
        <p:nvSpPr>
          <p:cNvPr id="2" name="August 2023">
            <a:extLst>
              <a:ext uri="{FF2B5EF4-FFF2-40B4-BE49-F238E27FC236}">
                <a16:creationId xmlns:a16="http://schemas.microsoft.com/office/drawing/2014/main" id="{64986BE6-D319-9594-F76A-A8917494F93C}"/>
              </a:ext>
            </a:extLst>
          </p:cNvPr>
          <p:cNvSpPr/>
          <p:nvPr/>
        </p:nvSpPr>
        <p:spPr>
          <a:xfrm>
            <a:off x="822960" y="4462097"/>
            <a:ext cx="1382712" cy="393682"/>
          </a:xfrm>
          <a:prstGeom prst="roundRect">
            <a:avLst>
              <a:gd name="adj" fmla="val 50000"/>
            </a:avLst>
          </a:prstGeom>
          <a:noFill/>
          <a:ln w="19050">
            <a:solidFill>
              <a:schemeClr val="bg1"/>
            </a:solidFill>
            <a:miter lim="400000"/>
          </a:ln>
          <a:extLst>
            <a:ext uri="{C572A759-6A51-4108-AA02-DFA0A04FC94B}">
              <ma14:wrappingTextBoxFlag xmlns="" xmlns:ma14="http://schemas.microsoft.com/office/mac/drawingml/2011/main" xmlns:a14="http://schemas.microsoft.com/office/drawing/2010/main" xmlns:m="http://schemas.openxmlformats.org/officeDocument/2006/math" val="1"/>
            </a:ext>
          </a:extLst>
        </p:spPr>
        <p:txBody>
          <a:bodyPr lIns="50800" tIns="50800" rIns="50800" bIns="50800" anchor="ctr"/>
          <a:lstStyle>
            <a:lvl1pPr algn="ctr" defTabSz="2438338">
              <a:spcBef>
                <a:spcPts val="0"/>
              </a:spcBef>
              <a:defRPr sz="2000" spc="39">
                <a:solidFill>
                  <a:srgbClr val="FFFFFF"/>
                </a:solidFill>
                <a:latin typeface="Heebo Regular Light"/>
                <a:ea typeface="Heebo Regular Light"/>
                <a:cs typeface="Heebo Regular Light"/>
                <a:sym typeface="Heebo Regular Light"/>
              </a:defRPr>
            </a:lvl1pPr>
          </a:lstStyle>
          <a:p>
            <a:r>
              <a:rPr lang="en-US" sz="1100" dirty="0">
                <a:solidFill>
                  <a:schemeClr val="bg1"/>
                </a:solidFill>
                <a:latin typeface="+mn-lt"/>
              </a:rPr>
              <a:t>2025</a:t>
            </a:r>
          </a:p>
        </p:txBody>
      </p:sp>
      <p:pic>
        <p:nvPicPr>
          <p:cNvPr id="3" name="Graphic 2">
            <a:extLst>
              <a:ext uri="{FF2B5EF4-FFF2-40B4-BE49-F238E27FC236}">
                <a16:creationId xmlns:a16="http://schemas.microsoft.com/office/drawing/2014/main" id="{C7241648-4C0F-2BB4-442C-4C9A265870D1}"/>
              </a:ext>
            </a:extLst>
          </p:cNvPr>
          <p:cNvPicPr>
            <a:picLocks noChangeAspect="1"/>
          </p:cNvPicPr>
          <p:nvPr/>
        </p:nvPicPr>
        <p:blipFill>
          <a:blip>
            <a:lum bright="100000"/>
            <a:extLst>
              <a:ext uri="{96DAC541-7B7A-43D3-8B79-37D633B846F1}">
                <asvg:svgBlip xmlns:asvg="http://schemas.microsoft.com/office/drawing/2016/SVG/main" r:embed="rId5"/>
              </a:ext>
            </a:extLst>
          </a:blip>
          <a:stretch>
            <a:fillRect/>
          </a:stretch>
        </p:blipFill>
        <p:spPr>
          <a:xfrm>
            <a:off x="822960" y="731098"/>
            <a:ext cx="1554480" cy="208656"/>
          </a:xfrm>
          <a:prstGeom prst="rect">
            <a:avLst/>
          </a:prstGeom>
        </p:spPr>
      </p:pic>
      <p:sp>
        <p:nvSpPr>
          <p:cNvPr id="4" name="TextBox 3">
            <a:extLst>
              <a:ext uri="{FF2B5EF4-FFF2-40B4-BE49-F238E27FC236}">
                <a16:creationId xmlns:a16="http://schemas.microsoft.com/office/drawing/2014/main" id="{DFC92F58-3F1E-9797-99D1-271A1675C574}"/>
              </a:ext>
            </a:extLst>
          </p:cNvPr>
          <p:cNvSpPr txBox="1"/>
          <p:nvPr/>
        </p:nvSpPr>
        <p:spPr>
          <a:xfrm>
            <a:off x="5132595" y="6491784"/>
            <a:ext cx="1926810" cy="215444"/>
          </a:xfrm>
          <a:prstGeom prst="rect">
            <a:avLst/>
          </a:prstGeom>
          <a:noFill/>
        </p:spPr>
        <p:txBody>
          <a:bodyPr wrap="none" lIns="0" tIns="0" rIns="0" bIns="0" rtlCol="0">
            <a:spAutoFit/>
          </a:bodyPr>
          <a:lstStyle/>
          <a:p>
            <a:pPr algn="l"/>
            <a:r>
              <a:rPr lang="en-US" sz="1400" b="1" dirty="0">
                <a:solidFill>
                  <a:schemeClr val="bg1"/>
                </a:solidFill>
              </a:rPr>
              <a:t>Shoppable Commerce</a:t>
            </a:r>
          </a:p>
        </p:txBody>
      </p:sp>
    </p:spTree>
    <p:extLst>
      <p:ext uri="{BB962C8B-B14F-4D97-AF65-F5344CB8AC3E}">
        <p14:creationId xmlns:p14="http://schemas.microsoft.com/office/powerpoint/2010/main" val="74181488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Graphic 3">
            <a:extLst>
              <a:ext uri="{FF2B5EF4-FFF2-40B4-BE49-F238E27FC236}">
                <a16:creationId xmlns:a16="http://schemas.microsoft.com/office/drawing/2014/main" id="{B3E9F086-A757-D965-6575-E04A52C91A30}"/>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0917328" y="345760"/>
            <a:ext cx="914400" cy="122739"/>
          </a:xfrm>
          <a:prstGeom prst="rect">
            <a:avLst/>
          </a:prstGeom>
        </p:spPr>
      </p:pic>
    </p:spTree>
    <p:extLst>
      <p:ext uri="{BB962C8B-B14F-4D97-AF65-F5344CB8AC3E}">
        <p14:creationId xmlns:p14="http://schemas.microsoft.com/office/powerpoint/2010/main" val="3955184257"/>
      </p:ext>
    </p:extLst>
  </p:cSld>
  <p:clrMapOvr>
    <a:masterClrMapping/>
  </p:clrMapOvr>
  <p:transition spd="med"/>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7B401E55-2A95-095E-3D75-59B33CC3CE11}"/>
              </a:ext>
            </a:extLst>
          </p:cNvPr>
          <p:cNvSpPr/>
          <p:nvPr/>
        </p:nvSpPr>
        <p:spPr>
          <a:xfrm>
            <a:off x="1" y="3429000"/>
            <a:ext cx="12192000" cy="3429000"/>
          </a:xfrm>
          <a:prstGeom prst="rect">
            <a:avLst/>
          </a:prstGeom>
          <a:solidFill>
            <a:srgbClr val="3B2DD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o create smiles through great people and technology">
            <a:extLst>
              <a:ext uri="{FF2B5EF4-FFF2-40B4-BE49-F238E27FC236}">
                <a16:creationId xmlns:a16="http://schemas.microsoft.com/office/drawing/2014/main" id="{C6345714-161F-56FD-CB99-C9D6BFF1A13D}"/>
              </a:ext>
            </a:extLst>
          </p:cNvPr>
          <p:cNvSpPr txBox="1"/>
          <p:nvPr/>
        </p:nvSpPr>
        <p:spPr>
          <a:xfrm>
            <a:off x="635000" y="1708637"/>
            <a:ext cx="4186960" cy="1080296"/>
          </a:xfrm>
          <a:prstGeom prst="rect">
            <a:avLst/>
          </a:prstGeom>
          <a:ln w="12700">
            <a:miter lim="400000"/>
          </a:ln>
          <a:extLst>
            <a:ext uri="{C572A759-6A51-4108-AA02-DFA0A04FC94B}">
              <ma14:wrappingTextBoxFlag xmlns="" xmlns:ma14="http://schemas.microsoft.com/office/mac/drawingml/2011/main" xmlns:a14="http://schemas.microsoft.com/office/drawing/2010/main" xmlns:m="http://schemas.openxmlformats.org/officeDocument/2006/math" val="1"/>
            </a:ext>
          </a:extLst>
        </p:spPr>
        <p:txBody>
          <a:bodyPr lIns="0" tIns="0" rIns="0" bIns="0">
            <a:spAutoFit/>
          </a:bodyPr>
          <a:lstStyle>
            <a:lvl1pPr>
              <a:lnSpc>
                <a:spcPct val="90000"/>
              </a:lnSpc>
              <a:defRPr sz="6400">
                <a:solidFill>
                  <a:srgbClr val="3C2DDA"/>
                </a:solidFill>
                <a:latin typeface="Manrope ExtraLight Light"/>
                <a:ea typeface="Manrope ExtraLight Light"/>
                <a:cs typeface="Manrope ExtraLight Light"/>
                <a:sym typeface="Manrope ExtraLight Light"/>
              </a:defRPr>
            </a:lvl1pPr>
          </a:lstStyle>
          <a:p>
            <a:r>
              <a:rPr sz="2600">
                <a:solidFill>
                  <a:schemeClr val="tx1"/>
                </a:solidFill>
                <a:latin typeface="+mj-lt"/>
              </a:rPr>
              <a:t>To create smiles through great people and technology</a:t>
            </a:r>
          </a:p>
        </p:txBody>
      </p:sp>
      <p:sp>
        <p:nvSpPr>
          <p:cNvPr id="5" name="Put People First">
            <a:extLst>
              <a:ext uri="{FF2B5EF4-FFF2-40B4-BE49-F238E27FC236}">
                <a16:creationId xmlns:a16="http://schemas.microsoft.com/office/drawing/2014/main" id="{05CD0958-90B9-517E-D959-95FEFAB50367}"/>
              </a:ext>
            </a:extLst>
          </p:cNvPr>
          <p:cNvSpPr txBox="1"/>
          <p:nvPr/>
        </p:nvSpPr>
        <p:spPr>
          <a:xfrm>
            <a:off x="635000" y="4189245"/>
            <a:ext cx="1613747" cy="215444"/>
          </a:xfrm>
          <a:prstGeom prst="rect">
            <a:avLst/>
          </a:prstGeom>
          <a:ln w="12700">
            <a:miter lim="400000"/>
          </a:ln>
          <a:extLst>
            <a:ext uri="{C572A759-6A51-4108-AA02-DFA0A04FC94B}">
              <ma14:wrappingTextBoxFlag xmlns="" xmlns:ma14="http://schemas.microsoft.com/office/mac/drawingml/2011/main" xmlns:a14="http://schemas.microsoft.com/office/drawing/2010/main" xmlns:m="http://schemas.openxmlformats.org/officeDocument/2006/math" val="1"/>
            </a:ext>
          </a:extLst>
        </p:spPr>
        <p:txBody>
          <a:bodyPr lIns="0" tIns="0" rIns="0" bIns="0">
            <a:spAutoFit/>
          </a:bodyPr>
          <a:lstStyle>
            <a:lvl1pPr>
              <a:defRPr sz="2800">
                <a:solidFill>
                  <a:srgbClr val="061117"/>
                </a:solidFill>
                <a:latin typeface="Heebo Regular Regular"/>
                <a:ea typeface="Heebo Regular Regular"/>
                <a:cs typeface="Heebo Regular Regular"/>
                <a:sym typeface="Heebo Regular Regular"/>
              </a:defRPr>
            </a:lvl1pPr>
          </a:lstStyle>
          <a:p>
            <a:r>
              <a:rPr sz="1400">
                <a:solidFill>
                  <a:schemeClr val="bg1"/>
                </a:solidFill>
                <a:latin typeface="+mn-lt"/>
              </a:rPr>
              <a:t>Put People First</a:t>
            </a:r>
          </a:p>
        </p:txBody>
      </p:sp>
      <p:sp>
        <p:nvSpPr>
          <p:cNvPr id="6" name="Happy, engaged employees are more productive, creative, and collaborative. We put our people first because it’s the right thing to do and it enables them to create better solutions for our customers.">
            <a:extLst>
              <a:ext uri="{FF2B5EF4-FFF2-40B4-BE49-F238E27FC236}">
                <a16:creationId xmlns:a16="http://schemas.microsoft.com/office/drawing/2014/main" id="{A19B74E3-6BB7-1A39-EC3A-30BEBAA5E792}"/>
              </a:ext>
            </a:extLst>
          </p:cNvPr>
          <p:cNvSpPr txBox="1"/>
          <p:nvPr/>
        </p:nvSpPr>
        <p:spPr>
          <a:xfrm>
            <a:off x="635000" y="4538495"/>
            <a:ext cx="1835075" cy="906402"/>
          </a:xfrm>
          <a:prstGeom prst="rect">
            <a:avLst/>
          </a:prstGeom>
          <a:ln w="12700">
            <a:miter lim="400000"/>
          </a:ln>
          <a:extLst>
            <a:ext uri="{C572A759-6A51-4108-AA02-DFA0A04FC94B}">
              <ma14:wrappingTextBoxFlag xmlns="" xmlns:ma14="http://schemas.microsoft.com/office/mac/drawingml/2011/main" xmlns:a14="http://schemas.microsoft.com/office/drawing/2010/main" xmlns:m="http://schemas.openxmlformats.org/officeDocument/2006/math" val="1"/>
            </a:ext>
          </a:extLst>
        </p:spPr>
        <p:txBody>
          <a:bodyPr lIns="0" tIns="0" rIns="0" bIns="0">
            <a:spAutoFit/>
          </a:bodyPr>
          <a:lstStyle>
            <a:lvl1pPr>
              <a:defRPr sz="1800">
                <a:solidFill>
                  <a:srgbClr val="061117"/>
                </a:solidFill>
                <a:latin typeface="Heebo Regular Light"/>
                <a:ea typeface="Heebo Regular Light"/>
                <a:cs typeface="Heebo Regular Light"/>
                <a:sym typeface="Heebo Regular Light"/>
              </a:defRPr>
            </a:lvl1pPr>
          </a:lstStyle>
          <a:p>
            <a:pPr>
              <a:lnSpc>
                <a:spcPct val="110000"/>
              </a:lnSpc>
            </a:pPr>
            <a:r>
              <a:rPr sz="900">
                <a:solidFill>
                  <a:schemeClr val="bg1"/>
                </a:solidFill>
                <a:latin typeface="+mj-lt"/>
                <a:cs typeface="Heebo Light" pitchFamily="2" charset="-79"/>
              </a:rPr>
              <a:t>Happy, engaged employees are more productive, creative, and collaborative. We put our people first because it’s the right thing to do and it enables them to create better solutions for our customers.</a:t>
            </a:r>
          </a:p>
        </p:txBody>
      </p:sp>
      <p:sp>
        <p:nvSpPr>
          <p:cNvPr id="7" name="Our Values">
            <a:extLst>
              <a:ext uri="{FF2B5EF4-FFF2-40B4-BE49-F238E27FC236}">
                <a16:creationId xmlns:a16="http://schemas.microsoft.com/office/drawing/2014/main" id="{F6F2D6DA-5852-FCE8-934C-A30C7D334C86}"/>
              </a:ext>
            </a:extLst>
          </p:cNvPr>
          <p:cNvSpPr txBox="1"/>
          <p:nvPr/>
        </p:nvSpPr>
        <p:spPr>
          <a:xfrm>
            <a:off x="635000" y="3808245"/>
            <a:ext cx="1613747" cy="169277"/>
          </a:xfrm>
          <a:prstGeom prst="rect">
            <a:avLst/>
          </a:prstGeom>
          <a:ln w="12700">
            <a:miter lim="400000"/>
          </a:ln>
          <a:extLst>
            <a:ext uri="{C572A759-6A51-4108-AA02-DFA0A04FC94B}">
              <ma14:wrappingTextBoxFlag xmlns="" xmlns:ma14="http://schemas.microsoft.com/office/mac/drawingml/2011/main" xmlns:a14="http://schemas.microsoft.com/office/drawing/2010/main" xmlns:m="http://schemas.openxmlformats.org/officeDocument/2006/math" val="1"/>
            </a:ext>
          </a:extLst>
        </p:spPr>
        <p:txBody>
          <a:bodyPr lIns="0" tIns="0" rIns="0" bIns="0">
            <a:spAutoFit/>
          </a:bodyPr>
          <a:lstStyle>
            <a:lvl1pPr>
              <a:defRPr sz="2200">
                <a:solidFill>
                  <a:srgbClr val="3C2CDA"/>
                </a:solidFill>
                <a:latin typeface="Heebo Regular Light"/>
                <a:ea typeface="Heebo Regular Light"/>
                <a:cs typeface="Heebo Regular Light"/>
                <a:sym typeface="Heebo Regular Light"/>
              </a:defRPr>
            </a:lvl1pPr>
          </a:lstStyle>
          <a:p>
            <a:r>
              <a:rPr sz="1100">
                <a:solidFill>
                  <a:schemeClr val="bg1"/>
                </a:solidFill>
                <a:latin typeface="+mn-lt"/>
              </a:rPr>
              <a:t>Our Values</a:t>
            </a:r>
          </a:p>
        </p:txBody>
      </p:sp>
      <p:sp>
        <p:nvSpPr>
          <p:cNvPr id="8" name="Create Customer Value">
            <a:extLst>
              <a:ext uri="{FF2B5EF4-FFF2-40B4-BE49-F238E27FC236}">
                <a16:creationId xmlns:a16="http://schemas.microsoft.com/office/drawing/2014/main" id="{678AAA1C-0E98-42A0-558C-A8380E59354F}"/>
              </a:ext>
            </a:extLst>
          </p:cNvPr>
          <p:cNvSpPr txBox="1"/>
          <p:nvPr/>
        </p:nvSpPr>
        <p:spPr>
          <a:xfrm>
            <a:off x="2855864" y="4189245"/>
            <a:ext cx="1962075" cy="215444"/>
          </a:xfrm>
          <a:prstGeom prst="rect">
            <a:avLst/>
          </a:prstGeom>
          <a:ln w="12700">
            <a:miter lim="400000"/>
          </a:ln>
          <a:extLst>
            <a:ext uri="{C572A759-6A51-4108-AA02-DFA0A04FC94B}">
              <ma14:wrappingTextBoxFlag xmlns="" xmlns:ma14="http://schemas.microsoft.com/office/mac/drawingml/2011/main" xmlns:a14="http://schemas.microsoft.com/office/drawing/2010/main" xmlns:m="http://schemas.openxmlformats.org/officeDocument/2006/math" val="1"/>
            </a:ext>
          </a:extLst>
        </p:spPr>
        <p:txBody>
          <a:bodyPr lIns="0" tIns="0" rIns="0" bIns="0">
            <a:spAutoFit/>
          </a:bodyPr>
          <a:lstStyle>
            <a:lvl1pPr>
              <a:defRPr sz="2800">
                <a:solidFill>
                  <a:srgbClr val="061117"/>
                </a:solidFill>
                <a:latin typeface="Heebo Regular Regular"/>
                <a:ea typeface="Heebo Regular Regular"/>
                <a:cs typeface="Heebo Regular Regular"/>
                <a:sym typeface="Heebo Regular Regular"/>
              </a:defRPr>
            </a:lvl1pPr>
          </a:lstStyle>
          <a:p>
            <a:r>
              <a:rPr sz="1400">
                <a:solidFill>
                  <a:schemeClr val="bg1"/>
                </a:solidFill>
                <a:latin typeface="+mn-lt"/>
              </a:rPr>
              <a:t>Create Customer Value</a:t>
            </a:r>
          </a:p>
        </p:txBody>
      </p:sp>
      <p:sp>
        <p:nvSpPr>
          <p:cNvPr id="9" name="As a trusted partner, we consistently surpass expectations and find ways to create more value for our customers to help their businesses grow and thrive.">
            <a:extLst>
              <a:ext uri="{FF2B5EF4-FFF2-40B4-BE49-F238E27FC236}">
                <a16:creationId xmlns:a16="http://schemas.microsoft.com/office/drawing/2014/main" id="{AA8E13EB-89B2-B019-411F-12C3461A052E}"/>
              </a:ext>
            </a:extLst>
          </p:cNvPr>
          <p:cNvSpPr txBox="1"/>
          <p:nvPr/>
        </p:nvSpPr>
        <p:spPr>
          <a:xfrm>
            <a:off x="2862214" y="4538495"/>
            <a:ext cx="1790701" cy="915251"/>
          </a:xfrm>
          <a:prstGeom prst="rect">
            <a:avLst/>
          </a:prstGeom>
          <a:ln w="12700">
            <a:miter lim="400000"/>
          </a:ln>
          <a:extLst>
            <a:ext uri="{C572A759-6A51-4108-AA02-DFA0A04FC94B}">
              <ma14:wrappingTextBoxFlag xmlns="" xmlns:ma14="http://schemas.microsoft.com/office/mac/drawingml/2011/main" xmlns:a14="http://schemas.microsoft.com/office/drawing/2010/main" xmlns:m="http://schemas.openxmlformats.org/officeDocument/2006/math" val="1"/>
            </a:ext>
          </a:extLst>
        </p:spPr>
        <p:txBody>
          <a:bodyPr lIns="0" tIns="0" rIns="0" bIns="0">
            <a:spAutoFit/>
          </a:bodyPr>
          <a:lstStyle>
            <a:lvl1pPr>
              <a:defRPr sz="1800">
                <a:solidFill>
                  <a:srgbClr val="061117"/>
                </a:solidFill>
                <a:latin typeface="Heebo Regular Light"/>
                <a:ea typeface="Heebo Regular Light"/>
                <a:cs typeface="Heebo Regular Light"/>
                <a:sym typeface="Heebo Regular Light"/>
              </a:defRPr>
            </a:lvl1pPr>
          </a:lstStyle>
          <a:p>
            <a:pPr>
              <a:lnSpc>
                <a:spcPct val="110000"/>
              </a:lnSpc>
            </a:pPr>
            <a:r>
              <a:rPr sz="900">
                <a:solidFill>
                  <a:schemeClr val="bg1"/>
                </a:solidFill>
                <a:latin typeface="+mj-lt"/>
                <a:cs typeface="Heebo Light" pitchFamily="2" charset="-79"/>
              </a:rPr>
              <a:t>As a trusted partner, we consistently surpass expectations and find ways to create more value for our customers to help their businesses grow and thrive. </a:t>
            </a:r>
          </a:p>
        </p:txBody>
      </p:sp>
      <p:sp>
        <p:nvSpPr>
          <p:cNvPr id="10" name="Innovate Relentlessly">
            <a:extLst>
              <a:ext uri="{FF2B5EF4-FFF2-40B4-BE49-F238E27FC236}">
                <a16:creationId xmlns:a16="http://schemas.microsoft.com/office/drawing/2014/main" id="{A89599BD-5653-8E00-3912-FB34860BABC4}"/>
              </a:ext>
            </a:extLst>
          </p:cNvPr>
          <p:cNvSpPr txBox="1"/>
          <p:nvPr/>
        </p:nvSpPr>
        <p:spPr>
          <a:xfrm>
            <a:off x="5175456" y="4189245"/>
            <a:ext cx="1790701" cy="215444"/>
          </a:xfrm>
          <a:prstGeom prst="rect">
            <a:avLst/>
          </a:prstGeom>
          <a:ln w="12700">
            <a:miter lim="400000"/>
          </a:ln>
          <a:extLst>
            <a:ext uri="{C572A759-6A51-4108-AA02-DFA0A04FC94B}">
              <ma14:wrappingTextBoxFlag xmlns="" xmlns:ma14="http://schemas.microsoft.com/office/mac/drawingml/2011/main" xmlns:a14="http://schemas.microsoft.com/office/drawing/2010/main" xmlns:m="http://schemas.openxmlformats.org/officeDocument/2006/math" val="1"/>
            </a:ext>
          </a:extLst>
        </p:spPr>
        <p:txBody>
          <a:bodyPr lIns="0" tIns="0" rIns="0" bIns="0">
            <a:spAutoFit/>
          </a:bodyPr>
          <a:lstStyle>
            <a:lvl1pPr>
              <a:defRPr sz="2800">
                <a:solidFill>
                  <a:srgbClr val="061117"/>
                </a:solidFill>
                <a:latin typeface="Heebo Regular Regular"/>
                <a:ea typeface="Heebo Regular Regular"/>
                <a:cs typeface="Heebo Regular Regular"/>
                <a:sym typeface="Heebo Regular Regular"/>
              </a:defRPr>
            </a:lvl1pPr>
          </a:lstStyle>
          <a:p>
            <a:r>
              <a:rPr sz="1400">
                <a:solidFill>
                  <a:schemeClr val="bg1"/>
                </a:solidFill>
                <a:latin typeface="+mn-lt"/>
              </a:rPr>
              <a:t>Innovate Relentlessly</a:t>
            </a:r>
          </a:p>
        </p:txBody>
      </p:sp>
      <p:sp>
        <p:nvSpPr>
          <p:cNvPr id="11" name="We’re technology-loving people who push boundaries and seek change to bring the future into the present. We stay curious and continually find new ways to solve problems for our customers.">
            <a:extLst>
              <a:ext uri="{FF2B5EF4-FFF2-40B4-BE49-F238E27FC236}">
                <a16:creationId xmlns:a16="http://schemas.microsoft.com/office/drawing/2014/main" id="{82EFCB20-F57F-4B19-007D-4E6D4B4BD999}"/>
              </a:ext>
            </a:extLst>
          </p:cNvPr>
          <p:cNvSpPr txBox="1"/>
          <p:nvPr/>
        </p:nvSpPr>
        <p:spPr>
          <a:xfrm>
            <a:off x="5181806" y="4538495"/>
            <a:ext cx="1790701" cy="906402"/>
          </a:xfrm>
          <a:prstGeom prst="rect">
            <a:avLst/>
          </a:prstGeom>
          <a:ln w="12700">
            <a:miter lim="400000"/>
          </a:ln>
          <a:extLst>
            <a:ext uri="{C572A759-6A51-4108-AA02-DFA0A04FC94B}">
              <ma14:wrappingTextBoxFlag xmlns="" xmlns:ma14="http://schemas.microsoft.com/office/mac/drawingml/2011/main" xmlns:a14="http://schemas.microsoft.com/office/drawing/2010/main" xmlns:m="http://schemas.openxmlformats.org/officeDocument/2006/math" val="1"/>
            </a:ext>
          </a:extLst>
        </p:spPr>
        <p:txBody>
          <a:bodyPr lIns="0" tIns="0" rIns="0" bIns="0">
            <a:spAutoFit/>
          </a:bodyPr>
          <a:lstStyle>
            <a:lvl1pPr>
              <a:defRPr sz="1800">
                <a:solidFill>
                  <a:srgbClr val="061117"/>
                </a:solidFill>
                <a:latin typeface="Heebo Regular Light"/>
                <a:ea typeface="Heebo Regular Light"/>
                <a:cs typeface="Heebo Regular Light"/>
                <a:sym typeface="Heebo Regular Light"/>
              </a:defRPr>
            </a:lvl1pPr>
          </a:lstStyle>
          <a:p>
            <a:pPr>
              <a:lnSpc>
                <a:spcPct val="110000"/>
              </a:lnSpc>
            </a:pPr>
            <a:r>
              <a:rPr sz="900">
                <a:solidFill>
                  <a:schemeClr val="bg1"/>
                </a:solidFill>
                <a:latin typeface="+mj-lt"/>
                <a:cs typeface="Heebo Light" pitchFamily="2" charset="-79"/>
              </a:rPr>
              <a:t>We’re technology-loving people who push boundaries and seek change to bring the future into the present. We stay curious and continually find new ways to solve problems for our customers. </a:t>
            </a:r>
          </a:p>
        </p:txBody>
      </p:sp>
      <p:sp>
        <p:nvSpPr>
          <p:cNvPr id="12" name="Be Sustainable">
            <a:extLst>
              <a:ext uri="{FF2B5EF4-FFF2-40B4-BE49-F238E27FC236}">
                <a16:creationId xmlns:a16="http://schemas.microsoft.com/office/drawing/2014/main" id="{07137B17-2DBD-C37F-5CE4-533C46571CC4}"/>
              </a:ext>
            </a:extLst>
          </p:cNvPr>
          <p:cNvSpPr txBox="1"/>
          <p:nvPr/>
        </p:nvSpPr>
        <p:spPr>
          <a:xfrm>
            <a:off x="7480300" y="4189245"/>
            <a:ext cx="1613746" cy="215444"/>
          </a:xfrm>
          <a:prstGeom prst="rect">
            <a:avLst/>
          </a:prstGeom>
          <a:ln w="12700">
            <a:miter lim="400000"/>
          </a:ln>
          <a:extLst>
            <a:ext uri="{C572A759-6A51-4108-AA02-DFA0A04FC94B}">
              <ma14:wrappingTextBoxFlag xmlns="" xmlns:ma14="http://schemas.microsoft.com/office/mac/drawingml/2011/main" xmlns:a14="http://schemas.microsoft.com/office/drawing/2010/main" xmlns:m="http://schemas.openxmlformats.org/officeDocument/2006/math" val="1"/>
            </a:ext>
          </a:extLst>
        </p:spPr>
        <p:txBody>
          <a:bodyPr lIns="0" tIns="0" rIns="0" bIns="0">
            <a:spAutoFit/>
          </a:bodyPr>
          <a:lstStyle>
            <a:lvl1pPr>
              <a:defRPr sz="2800">
                <a:solidFill>
                  <a:srgbClr val="061117"/>
                </a:solidFill>
                <a:latin typeface="Heebo Regular Regular"/>
                <a:ea typeface="Heebo Regular Regular"/>
                <a:cs typeface="Heebo Regular Regular"/>
                <a:sym typeface="Heebo Regular Regular"/>
              </a:defRPr>
            </a:lvl1pPr>
          </a:lstStyle>
          <a:p>
            <a:r>
              <a:rPr sz="1400">
                <a:solidFill>
                  <a:schemeClr val="bg1"/>
                </a:solidFill>
                <a:latin typeface="+mn-lt"/>
              </a:rPr>
              <a:t>Be Sustainable</a:t>
            </a:r>
          </a:p>
        </p:txBody>
      </p:sp>
      <p:sp>
        <p:nvSpPr>
          <p:cNvPr id="13" name="We integrate sustainability into everything we do and collaborate with our stakeholders to build a better tomorrow.">
            <a:extLst>
              <a:ext uri="{FF2B5EF4-FFF2-40B4-BE49-F238E27FC236}">
                <a16:creationId xmlns:a16="http://schemas.microsoft.com/office/drawing/2014/main" id="{99681790-55CF-DB63-E883-8999A3CA42E9}"/>
              </a:ext>
            </a:extLst>
          </p:cNvPr>
          <p:cNvSpPr txBox="1"/>
          <p:nvPr/>
        </p:nvSpPr>
        <p:spPr>
          <a:xfrm>
            <a:off x="7486650" y="4538495"/>
            <a:ext cx="1835074" cy="607474"/>
          </a:xfrm>
          <a:prstGeom prst="rect">
            <a:avLst/>
          </a:prstGeom>
          <a:ln w="12700">
            <a:miter lim="400000"/>
          </a:ln>
          <a:extLst>
            <a:ext uri="{C572A759-6A51-4108-AA02-DFA0A04FC94B}">
              <ma14:wrappingTextBoxFlag xmlns="" xmlns:ma14="http://schemas.microsoft.com/office/mac/drawingml/2011/main" xmlns:a14="http://schemas.microsoft.com/office/drawing/2010/main" xmlns:m="http://schemas.openxmlformats.org/officeDocument/2006/math" val="1"/>
            </a:ext>
          </a:extLst>
        </p:spPr>
        <p:txBody>
          <a:bodyPr lIns="0" tIns="0" rIns="0" bIns="0">
            <a:spAutoFit/>
          </a:bodyPr>
          <a:lstStyle>
            <a:lvl1pPr>
              <a:defRPr sz="1800">
                <a:solidFill>
                  <a:srgbClr val="061117"/>
                </a:solidFill>
                <a:latin typeface="Heebo Regular Light"/>
                <a:ea typeface="Heebo Regular Light"/>
                <a:cs typeface="Heebo Regular Light"/>
                <a:sym typeface="Heebo Regular Light"/>
              </a:defRPr>
            </a:lvl1pPr>
          </a:lstStyle>
          <a:p>
            <a:pPr>
              <a:lnSpc>
                <a:spcPct val="110000"/>
              </a:lnSpc>
            </a:pPr>
            <a:r>
              <a:rPr sz="900">
                <a:solidFill>
                  <a:schemeClr val="bg1"/>
                </a:solidFill>
                <a:latin typeface="+mj-lt"/>
                <a:cs typeface="Heebo Light" pitchFamily="2" charset="-79"/>
              </a:rPr>
              <a:t>We integrate sustainability into everything we do and collaborate with our stakeholders to build a better tomorrow.</a:t>
            </a:r>
          </a:p>
        </p:txBody>
      </p:sp>
      <p:sp>
        <p:nvSpPr>
          <p:cNvPr id="14" name="Come On In!">
            <a:extLst>
              <a:ext uri="{FF2B5EF4-FFF2-40B4-BE49-F238E27FC236}">
                <a16:creationId xmlns:a16="http://schemas.microsoft.com/office/drawing/2014/main" id="{8DE5577B-C4AF-A3A7-10F3-401CAFFEC27D}"/>
              </a:ext>
            </a:extLst>
          </p:cNvPr>
          <p:cNvSpPr txBox="1"/>
          <p:nvPr/>
        </p:nvSpPr>
        <p:spPr>
          <a:xfrm>
            <a:off x="9613900" y="4189245"/>
            <a:ext cx="1613746" cy="215444"/>
          </a:xfrm>
          <a:prstGeom prst="rect">
            <a:avLst/>
          </a:prstGeom>
          <a:ln w="12700">
            <a:miter lim="400000"/>
          </a:ln>
          <a:extLst>
            <a:ext uri="{C572A759-6A51-4108-AA02-DFA0A04FC94B}">
              <ma14:wrappingTextBoxFlag xmlns="" xmlns:ma14="http://schemas.microsoft.com/office/mac/drawingml/2011/main" xmlns:a14="http://schemas.microsoft.com/office/drawing/2010/main" xmlns:m="http://schemas.openxmlformats.org/officeDocument/2006/math" val="1"/>
            </a:ext>
          </a:extLst>
        </p:spPr>
        <p:txBody>
          <a:bodyPr lIns="0" tIns="0" rIns="0" bIns="0">
            <a:spAutoFit/>
          </a:bodyPr>
          <a:lstStyle>
            <a:lvl1pPr>
              <a:defRPr sz="2800">
                <a:solidFill>
                  <a:srgbClr val="061117"/>
                </a:solidFill>
                <a:latin typeface="Heebo Regular Regular"/>
                <a:ea typeface="Heebo Regular Regular"/>
                <a:cs typeface="Heebo Regular Regular"/>
                <a:sym typeface="Heebo Regular Regular"/>
              </a:defRPr>
            </a:lvl1pPr>
          </a:lstStyle>
          <a:p>
            <a:r>
              <a:rPr sz="1400">
                <a:solidFill>
                  <a:schemeClr val="bg1"/>
                </a:solidFill>
                <a:latin typeface="+mn-lt"/>
              </a:rPr>
              <a:t>Come On In!</a:t>
            </a:r>
          </a:p>
        </p:txBody>
      </p:sp>
      <p:sp>
        <p:nvSpPr>
          <p:cNvPr id="15" name="We ensure that everyone we interact with feels welcome, safe, and informed. In everything we do, we respect and value people – including our employees, customers, partners, and members of the communities we serve.">
            <a:extLst>
              <a:ext uri="{FF2B5EF4-FFF2-40B4-BE49-F238E27FC236}">
                <a16:creationId xmlns:a16="http://schemas.microsoft.com/office/drawing/2014/main" id="{A9D648C3-78FE-8EAE-9D29-E028C5947DB5}"/>
              </a:ext>
            </a:extLst>
          </p:cNvPr>
          <p:cNvSpPr txBox="1"/>
          <p:nvPr/>
        </p:nvSpPr>
        <p:spPr>
          <a:xfrm>
            <a:off x="9620250" y="4538495"/>
            <a:ext cx="2008965" cy="1069139"/>
          </a:xfrm>
          <a:prstGeom prst="rect">
            <a:avLst/>
          </a:prstGeom>
          <a:ln w="12700">
            <a:miter lim="400000"/>
          </a:ln>
          <a:extLst>
            <a:ext uri="{C572A759-6A51-4108-AA02-DFA0A04FC94B}">
              <ma14:wrappingTextBoxFlag xmlns="" xmlns:ma14="http://schemas.microsoft.com/office/mac/drawingml/2011/main" xmlns:a14="http://schemas.microsoft.com/office/drawing/2010/main" xmlns:m="http://schemas.openxmlformats.org/officeDocument/2006/math" val="1"/>
            </a:ext>
          </a:extLst>
        </p:spPr>
        <p:txBody>
          <a:bodyPr lIns="0" tIns="0" rIns="0" bIns="0">
            <a:spAutoFit/>
          </a:bodyPr>
          <a:lstStyle>
            <a:lvl1pPr>
              <a:defRPr sz="1800">
                <a:solidFill>
                  <a:srgbClr val="061117"/>
                </a:solidFill>
                <a:latin typeface="Heebo Regular Light"/>
                <a:ea typeface="Heebo Regular Light"/>
                <a:cs typeface="Heebo Regular Light"/>
                <a:sym typeface="Heebo Regular Light"/>
              </a:defRPr>
            </a:lvl1pPr>
          </a:lstStyle>
          <a:p>
            <a:pPr>
              <a:lnSpc>
                <a:spcPct val="110000"/>
              </a:lnSpc>
            </a:pPr>
            <a:r>
              <a:rPr sz="900">
                <a:solidFill>
                  <a:schemeClr val="bg1"/>
                </a:solidFill>
                <a:latin typeface="+mj-lt"/>
                <a:cs typeface="Heebo Light" pitchFamily="2" charset="-79"/>
              </a:rPr>
              <a:t>We ensure that everyone we interact with feels welcome, safe, and informed. In everything we do, we respect and value people</a:t>
            </a:r>
            <a:r>
              <a:rPr lang="en-US" sz="900">
                <a:solidFill>
                  <a:schemeClr val="bg1"/>
                </a:solidFill>
                <a:latin typeface="+mj-lt"/>
                <a:cs typeface="Heebo Light" pitchFamily="2" charset="-79"/>
              </a:rPr>
              <a:t>—</a:t>
            </a:r>
            <a:r>
              <a:rPr sz="900">
                <a:solidFill>
                  <a:schemeClr val="bg1"/>
                </a:solidFill>
                <a:latin typeface="+mj-lt"/>
                <a:cs typeface="Heebo Light" pitchFamily="2" charset="-79"/>
              </a:rPr>
              <a:t>including our employees, customers, partners, and members of the communities we serve.</a:t>
            </a:r>
          </a:p>
        </p:txBody>
      </p:sp>
      <p:sp>
        <p:nvSpPr>
          <p:cNvPr id="16" name="Our ultimate purpose">
            <a:extLst>
              <a:ext uri="{FF2B5EF4-FFF2-40B4-BE49-F238E27FC236}">
                <a16:creationId xmlns:a16="http://schemas.microsoft.com/office/drawing/2014/main" id="{C8F4BA55-3A4F-F024-6441-386DBFA2F694}"/>
              </a:ext>
            </a:extLst>
          </p:cNvPr>
          <p:cNvSpPr/>
          <p:nvPr/>
        </p:nvSpPr>
        <p:spPr>
          <a:xfrm>
            <a:off x="634999" y="1362289"/>
            <a:ext cx="1055771" cy="166199"/>
          </a:xfrm>
          <a:prstGeom prst="rect">
            <a:avLst/>
          </a:prstGeom>
          <a:ln w="12700">
            <a:miter lim="400000"/>
          </a:ln>
          <a:extLst>
            <a:ext uri="{C572A759-6A51-4108-AA02-DFA0A04FC94B}">
              <ma14:wrappingTextBoxFlag xmlns="" xmlns:ma14="http://schemas.microsoft.com/office/mac/drawingml/2011/main" xmlns:a14="http://schemas.microsoft.com/office/drawing/2010/main" xmlns:m="http://schemas.openxmlformats.org/officeDocument/2006/math" val="1"/>
            </a:ext>
          </a:extLst>
        </p:spPr>
        <p:txBody>
          <a:bodyPr wrap="square" lIns="0" tIns="0" rIns="0" bIns="0">
            <a:spAutoFit/>
          </a:bodyPr>
          <a:lstStyle>
            <a:lvl1pPr>
              <a:lnSpc>
                <a:spcPct val="90000"/>
              </a:lnSpc>
              <a:spcBef>
                <a:spcPts val="2000"/>
              </a:spcBef>
              <a:defRPr sz="2400" spc="24">
                <a:solidFill>
                  <a:srgbClr val="3A2BD7"/>
                </a:solidFill>
                <a:latin typeface="Manrope ExtraLight SemiBold"/>
                <a:ea typeface="Manrope ExtraLight SemiBold"/>
                <a:cs typeface="Manrope ExtraLight SemiBold"/>
                <a:sym typeface="Manrope ExtraLight SemiBold"/>
              </a:defRPr>
            </a:lvl1pPr>
          </a:lstStyle>
          <a:p>
            <a:r>
              <a:rPr sz="1200">
                <a:latin typeface="+mn-lt"/>
              </a:rPr>
              <a:t>Our purpose</a:t>
            </a:r>
          </a:p>
        </p:txBody>
      </p:sp>
      <p:sp>
        <p:nvSpPr>
          <p:cNvPr id="17" name="To create smiles through great people and technology">
            <a:extLst>
              <a:ext uri="{FF2B5EF4-FFF2-40B4-BE49-F238E27FC236}">
                <a16:creationId xmlns:a16="http://schemas.microsoft.com/office/drawing/2014/main" id="{05EA2440-205C-8646-F7E5-3E947610D3F2}"/>
              </a:ext>
            </a:extLst>
          </p:cNvPr>
          <p:cNvSpPr txBox="1"/>
          <p:nvPr/>
        </p:nvSpPr>
        <p:spPr>
          <a:xfrm>
            <a:off x="6095999" y="1708637"/>
            <a:ext cx="3524251" cy="1080296"/>
          </a:xfrm>
          <a:prstGeom prst="rect">
            <a:avLst/>
          </a:prstGeom>
          <a:ln w="12700">
            <a:miter lim="400000"/>
          </a:ln>
          <a:extLst>
            <a:ext uri="{C572A759-6A51-4108-AA02-DFA0A04FC94B}">
              <ma14:wrappingTextBoxFlag xmlns="" xmlns:ma14="http://schemas.microsoft.com/office/mac/drawingml/2011/main" xmlns:a14="http://schemas.microsoft.com/office/drawing/2010/main" xmlns:m="http://schemas.openxmlformats.org/officeDocument/2006/math" val="1"/>
            </a:ext>
          </a:extLst>
        </p:spPr>
        <p:txBody>
          <a:bodyPr wrap="square" lIns="0" tIns="0" rIns="0" bIns="0">
            <a:spAutoFit/>
          </a:bodyPr>
          <a:lstStyle>
            <a:lvl1pPr>
              <a:lnSpc>
                <a:spcPct val="90000"/>
              </a:lnSpc>
              <a:defRPr sz="6400">
                <a:solidFill>
                  <a:srgbClr val="3C2DDA"/>
                </a:solidFill>
                <a:latin typeface="Manrope ExtraLight Light"/>
                <a:ea typeface="Manrope ExtraLight Light"/>
                <a:cs typeface="Manrope ExtraLight Light"/>
                <a:sym typeface="Manrope ExtraLight Light"/>
              </a:defRPr>
            </a:lvl1pPr>
          </a:lstStyle>
          <a:p>
            <a:r>
              <a:rPr sz="2600">
                <a:solidFill>
                  <a:schemeClr val="tx1"/>
                </a:solidFill>
                <a:latin typeface="+mj-lt"/>
              </a:rPr>
              <a:t>To </a:t>
            </a:r>
            <a:r>
              <a:rPr lang="en-US" sz="2600">
                <a:solidFill>
                  <a:schemeClr val="tx1"/>
                </a:solidFill>
                <a:latin typeface="+mj-lt"/>
              </a:rPr>
              <a:t>be the world’s most loved digital transformation partner</a:t>
            </a:r>
            <a:endParaRPr sz="2600">
              <a:solidFill>
                <a:schemeClr val="tx1"/>
              </a:solidFill>
              <a:latin typeface="+mj-lt"/>
            </a:endParaRPr>
          </a:p>
        </p:txBody>
      </p:sp>
      <p:sp>
        <p:nvSpPr>
          <p:cNvPr id="18" name="Our ultimate purpose">
            <a:extLst>
              <a:ext uri="{FF2B5EF4-FFF2-40B4-BE49-F238E27FC236}">
                <a16:creationId xmlns:a16="http://schemas.microsoft.com/office/drawing/2014/main" id="{3295E31A-AAA2-36AD-EE71-3A991F6146E8}"/>
              </a:ext>
            </a:extLst>
          </p:cNvPr>
          <p:cNvSpPr/>
          <p:nvPr/>
        </p:nvSpPr>
        <p:spPr>
          <a:xfrm>
            <a:off x="6096000" y="1362289"/>
            <a:ext cx="857250" cy="166199"/>
          </a:xfrm>
          <a:prstGeom prst="rect">
            <a:avLst/>
          </a:prstGeom>
          <a:ln w="12700">
            <a:miter lim="400000"/>
          </a:ln>
          <a:extLst>
            <a:ext uri="{C572A759-6A51-4108-AA02-DFA0A04FC94B}">
              <ma14:wrappingTextBoxFlag xmlns="" xmlns:ma14="http://schemas.microsoft.com/office/mac/drawingml/2011/main" xmlns:a14="http://schemas.microsoft.com/office/drawing/2010/main" xmlns:m="http://schemas.openxmlformats.org/officeDocument/2006/math" val="1"/>
            </a:ext>
          </a:extLst>
        </p:spPr>
        <p:txBody>
          <a:bodyPr wrap="square" lIns="0" tIns="0" rIns="0" bIns="0">
            <a:spAutoFit/>
          </a:bodyPr>
          <a:lstStyle>
            <a:lvl1pPr>
              <a:lnSpc>
                <a:spcPct val="90000"/>
              </a:lnSpc>
              <a:spcBef>
                <a:spcPts val="2000"/>
              </a:spcBef>
              <a:defRPr sz="2400" spc="24">
                <a:solidFill>
                  <a:srgbClr val="3A2BD7"/>
                </a:solidFill>
                <a:latin typeface="Manrope ExtraLight SemiBold"/>
                <a:ea typeface="Manrope ExtraLight SemiBold"/>
                <a:cs typeface="Manrope ExtraLight SemiBold"/>
                <a:sym typeface="Manrope ExtraLight SemiBold"/>
              </a:defRPr>
            </a:lvl1pPr>
          </a:lstStyle>
          <a:p>
            <a:r>
              <a:rPr sz="1200">
                <a:latin typeface="+mn-lt"/>
              </a:rPr>
              <a:t>Our </a:t>
            </a:r>
            <a:r>
              <a:rPr lang="en-US" sz="1200">
                <a:latin typeface="+mn-lt"/>
              </a:rPr>
              <a:t>vision</a:t>
            </a:r>
            <a:endParaRPr sz="1200">
              <a:latin typeface="+mn-lt"/>
            </a:endParaRPr>
          </a:p>
        </p:txBody>
      </p:sp>
      <p:sp>
        <p:nvSpPr>
          <p:cNvPr id="19" name="Our ultimate purpose">
            <a:extLst>
              <a:ext uri="{FF2B5EF4-FFF2-40B4-BE49-F238E27FC236}">
                <a16:creationId xmlns:a16="http://schemas.microsoft.com/office/drawing/2014/main" id="{2C5E6423-8003-815A-9C20-A09E25D0193C}"/>
              </a:ext>
            </a:extLst>
          </p:cNvPr>
          <p:cNvSpPr/>
          <p:nvPr/>
        </p:nvSpPr>
        <p:spPr>
          <a:xfrm>
            <a:off x="8796338" y="6446339"/>
            <a:ext cx="2303304" cy="215444"/>
          </a:xfrm>
          <a:prstGeom prst="rect">
            <a:avLst/>
          </a:prstGeom>
          <a:ln w="12700">
            <a:miter lim="400000"/>
          </a:ln>
          <a:extLst>
            <a:ext uri="{C572A759-6A51-4108-AA02-DFA0A04FC94B}">
              <ma14:wrappingTextBoxFlag xmlns="" xmlns:ma14="http://schemas.microsoft.com/office/mac/drawingml/2011/main" xmlns:a14="http://schemas.microsoft.com/office/drawing/2010/main" xmlns:m="http://schemas.openxmlformats.org/officeDocument/2006/math" val="1"/>
            </a:ext>
          </a:extLst>
        </p:spPr>
        <p:txBody>
          <a:bodyPr lIns="0" tIns="0" rIns="0" bIns="0"/>
          <a:lstStyle>
            <a:lvl1pPr>
              <a:lnSpc>
                <a:spcPct val="90000"/>
              </a:lnSpc>
              <a:spcBef>
                <a:spcPts val="2000"/>
              </a:spcBef>
              <a:defRPr sz="2400" spc="24">
                <a:solidFill>
                  <a:srgbClr val="3A2BD7"/>
                </a:solidFill>
                <a:latin typeface="Manrope ExtraLight SemiBold"/>
                <a:ea typeface="Manrope ExtraLight SemiBold"/>
                <a:cs typeface="Manrope ExtraLight SemiBold"/>
                <a:sym typeface="Manrope ExtraLight SemiBold"/>
              </a:defRPr>
            </a:lvl1pPr>
          </a:lstStyle>
          <a:p>
            <a:r>
              <a:rPr lang="en-US" sz="1200">
                <a:solidFill>
                  <a:schemeClr val="bg1"/>
                </a:solidFill>
                <a:latin typeface="+mn-lt"/>
              </a:rPr>
              <a:t>Learn more: </a:t>
            </a:r>
            <a:r>
              <a:rPr lang="en-US" sz="1200">
                <a:solidFill>
                  <a:schemeClr val="bg1"/>
                </a:solidFill>
                <a:latin typeface="+mn-lt"/>
                <a:hlinkClick r:id="rId3">
                  <a:extLst>
                    <a:ext uri="{A12FA001-AC4F-418D-AE19-62706E023703}">
                      <ahyp:hlinkClr xmlns:ahyp="http://schemas.microsoft.com/office/drawing/2018/hyperlinkcolor" val="tx"/>
                    </a:ext>
                  </a:extLst>
                </a:hlinkClick>
              </a:rPr>
              <a:t>Watch the video</a:t>
            </a:r>
            <a:endParaRPr sz="1200">
              <a:solidFill>
                <a:schemeClr val="bg1"/>
              </a:solidFill>
              <a:latin typeface="+mn-lt"/>
            </a:endParaRPr>
          </a:p>
        </p:txBody>
      </p:sp>
      <p:sp>
        <p:nvSpPr>
          <p:cNvPr id="2" name="Text Placeholder 1">
            <a:extLst>
              <a:ext uri="{FF2B5EF4-FFF2-40B4-BE49-F238E27FC236}">
                <a16:creationId xmlns:a16="http://schemas.microsoft.com/office/drawing/2014/main" id="{70F7EC32-8E33-2BAC-10D0-C49B1991B46F}"/>
              </a:ext>
            </a:extLst>
          </p:cNvPr>
          <p:cNvSpPr>
            <a:spLocks noGrp="1"/>
          </p:cNvSpPr>
          <p:nvPr>
            <p:ph type="body" sz="quarter" idx="15"/>
          </p:nvPr>
        </p:nvSpPr>
        <p:spPr/>
        <p:txBody>
          <a:bodyPr/>
          <a:lstStyle/>
          <a:p>
            <a:r>
              <a:rPr lang="en-US"/>
              <a:t>About Us</a:t>
            </a:r>
          </a:p>
        </p:txBody>
      </p:sp>
      <p:sp>
        <p:nvSpPr>
          <p:cNvPr id="20" name="Slide Number Placeholder 5">
            <a:extLst>
              <a:ext uri="{FF2B5EF4-FFF2-40B4-BE49-F238E27FC236}">
                <a16:creationId xmlns:a16="http://schemas.microsoft.com/office/drawing/2014/main" id="{52FF68A5-F914-080E-20B2-2EC353F6EFF1}"/>
              </a:ext>
            </a:extLst>
          </p:cNvPr>
          <p:cNvSpPr txBox="1">
            <a:spLocks/>
          </p:cNvSpPr>
          <p:nvPr/>
        </p:nvSpPr>
        <p:spPr>
          <a:xfrm>
            <a:off x="11568055" y="6453188"/>
            <a:ext cx="270570" cy="138499"/>
          </a:xfrm>
          <a:prstGeom prst="rect">
            <a:avLst/>
          </a:prstGeom>
          <a:noFill/>
          <a:ln w="9525">
            <a:noFill/>
            <a:miter lim="800000"/>
            <a:headEnd/>
            <a:tailEnd/>
          </a:ln>
          <a:effectLst/>
        </p:spPr>
        <p:txBody>
          <a:bodyPr wrap="square" lIns="0" tIns="0" rIns="0" bIns="0">
            <a:spAutoFit/>
          </a:bodyPr>
          <a:lstStyle>
            <a:defPPr>
              <a:defRPr lang="en-US"/>
            </a:defPPr>
            <a:lvl1pPr marR="0" indent="0" fontAlgn="auto">
              <a:lnSpc>
                <a:spcPct val="100000"/>
              </a:lnSpc>
              <a:spcBef>
                <a:spcPts val="0"/>
              </a:spcBef>
              <a:spcAft>
                <a:spcPts val="0"/>
              </a:spcAft>
              <a:buClrTx/>
              <a:buSzTx/>
              <a:buFontTx/>
              <a:buNone/>
              <a:tabLst/>
              <a:defRPr sz="800">
                <a:solidFill>
                  <a:schemeClr val="tx1">
                    <a:lumMod val="65000"/>
                    <a:lumOff val="35000"/>
                  </a:schemeClr>
                </a:solidFill>
              </a:defRPr>
            </a:lvl1pPr>
            <a:lvl2pPr marL="342946" algn="l" defTabSz="685891" rtl="0" eaLnBrk="1" latinLnBrk="0" hangingPunct="1">
              <a:defRPr sz="1400" kern="1200">
                <a:solidFill>
                  <a:schemeClr val="tx1"/>
                </a:solidFill>
                <a:latin typeface="+mn-lt"/>
                <a:ea typeface="+mn-ea"/>
                <a:cs typeface="+mn-cs"/>
              </a:defRPr>
            </a:lvl2pPr>
            <a:lvl3pPr marL="685891" algn="l" defTabSz="685891" rtl="0" eaLnBrk="1" latinLnBrk="0" hangingPunct="1">
              <a:defRPr sz="1400" kern="1200">
                <a:solidFill>
                  <a:schemeClr val="tx1"/>
                </a:solidFill>
                <a:latin typeface="+mn-lt"/>
                <a:ea typeface="+mn-ea"/>
                <a:cs typeface="+mn-cs"/>
              </a:defRPr>
            </a:lvl3pPr>
            <a:lvl4pPr marL="1028837" algn="l" defTabSz="685891" rtl="0" eaLnBrk="1" latinLnBrk="0" hangingPunct="1">
              <a:defRPr sz="1400" kern="1200">
                <a:solidFill>
                  <a:schemeClr val="tx1"/>
                </a:solidFill>
                <a:latin typeface="+mn-lt"/>
                <a:ea typeface="+mn-ea"/>
                <a:cs typeface="+mn-cs"/>
              </a:defRPr>
            </a:lvl4pPr>
            <a:lvl5pPr marL="1371783" algn="l" defTabSz="685891" rtl="0" eaLnBrk="1" latinLnBrk="0" hangingPunct="1">
              <a:defRPr sz="1400" kern="1200">
                <a:solidFill>
                  <a:schemeClr val="tx1"/>
                </a:solidFill>
                <a:latin typeface="+mn-lt"/>
                <a:ea typeface="+mn-ea"/>
                <a:cs typeface="+mn-cs"/>
              </a:defRPr>
            </a:lvl5pPr>
            <a:lvl6pPr marL="1714729" algn="l" defTabSz="685891" rtl="0" eaLnBrk="1" latinLnBrk="0" hangingPunct="1">
              <a:defRPr sz="1400" kern="1200">
                <a:solidFill>
                  <a:schemeClr val="tx1"/>
                </a:solidFill>
                <a:latin typeface="+mn-lt"/>
                <a:ea typeface="+mn-ea"/>
                <a:cs typeface="+mn-cs"/>
              </a:defRPr>
            </a:lvl6pPr>
            <a:lvl7pPr marL="2057674" algn="l" defTabSz="685891" rtl="0" eaLnBrk="1" latinLnBrk="0" hangingPunct="1">
              <a:defRPr sz="1400" kern="1200">
                <a:solidFill>
                  <a:schemeClr val="tx1"/>
                </a:solidFill>
                <a:latin typeface="+mn-lt"/>
                <a:ea typeface="+mn-ea"/>
                <a:cs typeface="+mn-cs"/>
              </a:defRPr>
            </a:lvl7pPr>
            <a:lvl8pPr marL="2400620" algn="l" defTabSz="685891" rtl="0" eaLnBrk="1" latinLnBrk="0" hangingPunct="1">
              <a:defRPr sz="1400" kern="1200">
                <a:solidFill>
                  <a:schemeClr val="tx1"/>
                </a:solidFill>
                <a:latin typeface="+mn-lt"/>
                <a:ea typeface="+mn-ea"/>
                <a:cs typeface="+mn-cs"/>
              </a:defRPr>
            </a:lvl8pPr>
            <a:lvl9pPr marL="2743566" algn="l" defTabSz="685891" rtl="0" eaLnBrk="1" latinLnBrk="0" hangingPunct="1">
              <a:defRPr sz="1400" kern="1200">
                <a:solidFill>
                  <a:schemeClr val="tx1"/>
                </a:solidFill>
                <a:latin typeface="+mn-lt"/>
                <a:ea typeface="+mn-ea"/>
                <a:cs typeface="+mn-cs"/>
              </a:defRPr>
            </a:lvl9pPr>
          </a:lstStyle>
          <a:p>
            <a:pPr lvl="0" algn="r"/>
            <a:fld id="{39601925-951F-4EA8-91E5-A517312BFAAA}" type="slidenum">
              <a:rPr lang="en-US" sz="900" smtClean="0">
                <a:solidFill>
                  <a:schemeClr val="bg1"/>
                </a:solidFill>
                <a:latin typeface="+mn-lt"/>
              </a:rPr>
              <a:pPr lvl="0" algn="r"/>
              <a:t>3</a:t>
            </a:fld>
            <a:endParaRPr lang="en-US" sz="900">
              <a:solidFill>
                <a:schemeClr val="bg1"/>
              </a:solidFill>
              <a:latin typeface="+mn-lt"/>
            </a:endParaRPr>
          </a:p>
        </p:txBody>
      </p:sp>
      <p:sp>
        <p:nvSpPr>
          <p:cNvPr id="21" name="TextBox 20">
            <a:extLst>
              <a:ext uri="{FF2B5EF4-FFF2-40B4-BE49-F238E27FC236}">
                <a16:creationId xmlns:a16="http://schemas.microsoft.com/office/drawing/2014/main" id="{C4F4BB0D-536C-C564-B31A-B6B75D7D6EBA}"/>
              </a:ext>
            </a:extLst>
          </p:cNvPr>
          <p:cNvSpPr txBox="1"/>
          <p:nvPr/>
        </p:nvSpPr>
        <p:spPr>
          <a:xfrm>
            <a:off x="623888" y="6453188"/>
            <a:ext cx="2781211" cy="107722"/>
          </a:xfrm>
          <a:prstGeom prst="rect">
            <a:avLst/>
          </a:prstGeom>
          <a:noFill/>
        </p:spPr>
        <p:txBody>
          <a:bodyPr wrap="square" lIns="0" tIns="0" rIns="0" bIns="0"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IN" sz="700" kern="0" spc="50" baseline="0" dirty="0">
                <a:solidFill>
                  <a:srgbClr val="CBD0E5"/>
                </a:solidFill>
                <a:latin typeface="+mn-lt"/>
                <a:ea typeface="+mn-ea"/>
                <a:cs typeface="Heebo" pitchFamily="2" charset="-79"/>
              </a:rPr>
              <a:t>© Hexaware Technologies. Confidential briefing. </a:t>
            </a:r>
            <a:endParaRPr lang="en-US" sz="700" kern="0" spc="50" baseline="0" dirty="0">
              <a:solidFill>
                <a:srgbClr val="CBD0E5"/>
              </a:solidFill>
              <a:latin typeface="+mn-lt"/>
              <a:ea typeface="+mn-ea"/>
              <a:cs typeface="Heebo" pitchFamily="2" charset="-79"/>
            </a:endParaRPr>
          </a:p>
        </p:txBody>
      </p:sp>
      <p:grpSp>
        <p:nvGrpSpPr>
          <p:cNvPr id="22" name="Group 21">
            <a:extLst>
              <a:ext uri="{FF2B5EF4-FFF2-40B4-BE49-F238E27FC236}">
                <a16:creationId xmlns:a16="http://schemas.microsoft.com/office/drawing/2014/main" id="{7106FE5B-0598-D23A-5D18-6990F10E2DEE}"/>
              </a:ext>
            </a:extLst>
          </p:cNvPr>
          <p:cNvGrpSpPr>
            <a:grpSpLocks noChangeAspect="1"/>
          </p:cNvGrpSpPr>
          <p:nvPr/>
        </p:nvGrpSpPr>
        <p:grpSpPr>
          <a:xfrm>
            <a:off x="8535026" y="6431223"/>
            <a:ext cx="182880" cy="182880"/>
            <a:chOff x="7480774" y="7080717"/>
            <a:chExt cx="287982" cy="287982"/>
          </a:xfrm>
        </p:grpSpPr>
        <p:sp>
          <p:nvSpPr>
            <p:cNvPr id="23" name="Freeform: Shape 35">
              <a:extLst>
                <a:ext uri="{FF2B5EF4-FFF2-40B4-BE49-F238E27FC236}">
                  <a16:creationId xmlns:a16="http://schemas.microsoft.com/office/drawing/2014/main" id="{381E8154-C8F3-F9B6-BC91-D1CF5C2AC329}"/>
                </a:ext>
              </a:extLst>
            </p:cNvPr>
            <p:cNvSpPr/>
            <p:nvPr/>
          </p:nvSpPr>
          <p:spPr>
            <a:xfrm>
              <a:off x="7480774" y="7080717"/>
              <a:ext cx="287982" cy="287982"/>
            </a:xfrm>
            <a:custGeom>
              <a:avLst/>
              <a:gdLst>
                <a:gd name="connsiteX0" fmla="*/ 287982 w 287982"/>
                <a:gd name="connsiteY0" fmla="*/ 143991 h 287982"/>
                <a:gd name="connsiteX1" fmla="*/ 143991 w 287982"/>
                <a:gd name="connsiteY1" fmla="*/ 287982 h 287982"/>
                <a:gd name="connsiteX2" fmla="*/ 0 w 287982"/>
                <a:gd name="connsiteY2" fmla="*/ 143991 h 287982"/>
                <a:gd name="connsiteX3" fmla="*/ 143991 w 287982"/>
                <a:gd name="connsiteY3" fmla="*/ 0 h 287982"/>
                <a:gd name="connsiteX4" fmla="*/ 287982 w 287982"/>
                <a:gd name="connsiteY4" fmla="*/ 143991 h 28798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87982" h="287982">
                  <a:moveTo>
                    <a:pt x="287982" y="143991"/>
                  </a:moveTo>
                  <a:cubicBezTo>
                    <a:pt x="287982" y="223515"/>
                    <a:pt x="223515" y="287982"/>
                    <a:pt x="143991" y="287982"/>
                  </a:cubicBezTo>
                  <a:cubicBezTo>
                    <a:pt x="64467" y="287982"/>
                    <a:pt x="0" y="223515"/>
                    <a:pt x="0" y="143991"/>
                  </a:cubicBezTo>
                  <a:cubicBezTo>
                    <a:pt x="0" y="64467"/>
                    <a:pt x="64467" y="0"/>
                    <a:pt x="143991" y="0"/>
                  </a:cubicBezTo>
                  <a:cubicBezTo>
                    <a:pt x="223515" y="0"/>
                    <a:pt x="287982" y="64467"/>
                    <a:pt x="287982" y="143991"/>
                  </a:cubicBezTo>
                  <a:close/>
                </a:path>
              </a:pathLst>
            </a:custGeom>
            <a:solidFill>
              <a:schemeClr val="bg2"/>
            </a:solidFill>
            <a:ln w="3200" cap="flat">
              <a:noFill/>
              <a:prstDash val="solid"/>
              <a:miter/>
            </a:ln>
          </p:spPr>
          <p:txBody>
            <a:bodyPr rtlCol="0" anchor="ctr"/>
            <a:lstStyle/>
            <a:p>
              <a:endParaRPr lang="en-US">
                <a:solidFill>
                  <a:schemeClr val="bg1"/>
                </a:solidFill>
              </a:endParaRPr>
            </a:p>
          </p:txBody>
        </p:sp>
        <p:sp>
          <p:nvSpPr>
            <p:cNvPr id="24" name="Freeform: Shape 36">
              <a:extLst>
                <a:ext uri="{FF2B5EF4-FFF2-40B4-BE49-F238E27FC236}">
                  <a16:creationId xmlns:a16="http://schemas.microsoft.com/office/drawing/2014/main" id="{2C160FD7-E4B8-CD3F-8DEA-22F394902A5E}"/>
                </a:ext>
              </a:extLst>
            </p:cNvPr>
            <p:cNvSpPr/>
            <p:nvPr/>
          </p:nvSpPr>
          <p:spPr>
            <a:xfrm>
              <a:off x="7569236" y="7158967"/>
              <a:ext cx="115760" cy="131478"/>
            </a:xfrm>
            <a:custGeom>
              <a:avLst/>
              <a:gdLst>
                <a:gd name="connsiteX0" fmla="*/ 10537 w 115760"/>
                <a:gd name="connsiteY0" fmla="*/ 130549 h 131479"/>
                <a:gd name="connsiteX1" fmla="*/ 112252 w 115760"/>
                <a:gd name="connsiteY1" fmla="*/ 71823 h 131479"/>
                <a:gd name="connsiteX2" fmla="*/ 114815 w 115760"/>
                <a:gd name="connsiteY2" fmla="*/ 62227 h 131479"/>
                <a:gd name="connsiteX3" fmla="*/ 112252 w 115760"/>
                <a:gd name="connsiteY3" fmla="*/ 59664 h 131479"/>
                <a:gd name="connsiteX4" fmla="*/ 10537 w 115760"/>
                <a:gd name="connsiteY4" fmla="*/ 931 h 131479"/>
                <a:gd name="connsiteX5" fmla="*/ 930 w 115760"/>
                <a:gd name="connsiteY5" fmla="*/ 3543 h 131479"/>
                <a:gd name="connsiteX6" fmla="*/ 0 w 115760"/>
                <a:gd name="connsiteY6" fmla="*/ 7011 h 131479"/>
                <a:gd name="connsiteX7" fmla="*/ 0 w 115760"/>
                <a:gd name="connsiteY7" fmla="*/ 124466 h 131479"/>
                <a:gd name="connsiteX8" fmla="*/ 7066 w 115760"/>
                <a:gd name="connsiteY8" fmla="*/ 131479 h 131479"/>
                <a:gd name="connsiteX9" fmla="*/ 10537 w 115760"/>
                <a:gd name="connsiteY9" fmla="*/ 130549 h 1314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15760" h="131479">
                  <a:moveTo>
                    <a:pt x="10537" y="130549"/>
                  </a:moveTo>
                  <a:lnTo>
                    <a:pt x="112252" y="71823"/>
                  </a:lnTo>
                  <a:cubicBezTo>
                    <a:pt x="115610" y="69881"/>
                    <a:pt x="116757" y="65584"/>
                    <a:pt x="114815" y="62227"/>
                  </a:cubicBezTo>
                  <a:cubicBezTo>
                    <a:pt x="114200" y="61163"/>
                    <a:pt x="113316" y="60279"/>
                    <a:pt x="112252" y="59664"/>
                  </a:cubicBezTo>
                  <a:lnTo>
                    <a:pt x="10537" y="931"/>
                  </a:lnTo>
                  <a:cubicBezTo>
                    <a:pt x="7163" y="-1000"/>
                    <a:pt x="2862" y="169"/>
                    <a:pt x="930" y="3543"/>
                  </a:cubicBezTo>
                  <a:cubicBezTo>
                    <a:pt x="326" y="4599"/>
                    <a:pt x="5" y="5794"/>
                    <a:pt x="0" y="7011"/>
                  </a:cubicBezTo>
                  <a:lnTo>
                    <a:pt x="0" y="124466"/>
                  </a:lnTo>
                  <a:cubicBezTo>
                    <a:pt x="15" y="128354"/>
                    <a:pt x="3178" y="131494"/>
                    <a:pt x="7066" y="131479"/>
                  </a:cubicBezTo>
                  <a:cubicBezTo>
                    <a:pt x="8284" y="131475"/>
                    <a:pt x="9480" y="131154"/>
                    <a:pt x="10537" y="130549"/>
                  </a:cubicBezTo>
                  <a:close/>
                </a:path>
              </a:pathLst>
            </a:custGeom>
            <a:solidFill>
              <a:schemeClr val="accent1"/>
            </a:solidFill>
            <a:ln w="3200" cap="flat">
              <a:noFill/>
              <a:prstDash val="solid"/>
              <a:miter/>
            </a:ln>
          </p:spPr>
          <p:txBody>
            <a:bodyPr rtlCol="0" anchor="ctr"/>
            <a:lstStyle/>
            <a:p>
              <a:endParaRPr lang="en-US">
                <a:solidFill>
                  <a:schemeClr val="bg1"/>
                </a:solidFill>
              </a:endParaRPr>
            </a:p>
          </p:txBody>
        </p:sp>
      </p:grpSp>
    </p:spTree>
    <p:extLst>
      <p:ext uri="{BB962C8B-B14F-4D97-AF65-F5344CB8AC3E}">
        <p14:creationId xmlns:p14="http://schemas.microsoft.com/office/powerpoint/2010/main" val="403288002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Rectangle 18">
            <a:extLst>
              <a:ext uri="{FF2B5EF4-FFF2-40B4-BE49-F238E27FC236}">
                <a16:creationId xmlns:a16="http://schemas.microsoft.com/office/drawing/2014/main" id="{450E8E82-29B3-3922-E8C7-8FD0BD9DDF8B}"/>
              </a:ext>
            </a:extLst>
          </p:cNvPr>
          <p:cNvSpPr/>
          <p:nvPr/>
        </p:nvSpPr>
        <p:spPr>
          <a:xfrm>
            <a:off x="0" y="3428999"/>
            <a:ext cx="12192000" cy="3429001"/>
          </a:xfrm>
          <a:prstGeom prst="rect">
            <a:avLst/>
          </a:prstGeom>
          <a:solidFill>
            <a:srgbClr val="EEEFF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ext Placeholder 1">
            <a:extLst>
              <a:ext uri="{FF2B5EF4-FFF2-40B4-BE49-F238E27FC236}">
                <a16:creationId xmlns:a16="http://schemas.microsoft.com/office/drawing/2014/main" id="{84B72707-694F-51F8-D896-A5D7A4864101}"/>
              </a:ext>
            </a:extLst>
          </p:cNvPr>
          <p:cNvSpPr>
            <a:spLocks noGrp="1"/>
          </p:cNvSpPr>
          <p:nvPr>
            <p:ph type="body" sz="quarter" idx="15"/>
          </p:nvPr>
        </p:nvSpPr>
        <p:spPr/>
        <p:txBody>
          <a:bodyPr/>
          <a:lstStyle/>
          <a:p>
            <a:r>
              <a:rPr lang="en-US"/>
              <a:t>Creating smiles through innovation</a:t>
            </a:r>
          </a:p>
        </p:txBody>
      </p:sp>
      <p:sp>
        <p:nvSpPr>
          <p:cNvPr id="3" name="Hexaware Named Winner of 2022 ISG Star of Excellence™ Award for the Global Region and Universal Industry Categories…">
            <a:extLst>
              <a:ext uri="{FF2B5EF4-FFF2-40B4-BE49-F238E27FC236}">
                <a16:creationId xmlns:a16="http://schemas.microsoft.com/office/drawing/2014/main" id="{AF4CC26B-1963-9CB2-3913-CD1A5765EC9E}"/>
              </a:ext>
            </a:extLst>
          </p:cNvPr>
          <p:cNvSpPr txBox="1"/>
          <p:nvPr/>
        </p:nvSpPr>
        <p:spPr>
          <a:xfrm>
            <a:off x="623888" y="1450010"/>
            <a:ext cx="8011293" cy="1163395"/>
          </a:xfrm>
          <a:prstGeom prst="rect">
            <a:avLst/>
          </a:prstGeom>
          <a:ln w="12700">
            <a:miter lim="400000"/>
          </a:ln>
          <a:extLst>
            <a:ext uri="{C572A759-6A51-4108-AA02-DFA0A04FC94B}">
              <ma14:wrappingTextBoxFlag xmlns:m="http://schemas.openxmlformats.org/officeDocument/2006/math" xmlns:a14="http://schemas.microsoft.com/office/drawing/2010/main" xmlns:ma14="http://schemas.microsoft.com/office/mac/drawingml/2011/main" xmlns="" val="1"/>
            </a:ext>
          </a:extLst>
        </p:spPr>
        <p:txBody>
          <a:bodyPr wrap="square" lIns="0" tIns="0" rIns="0" bIns="0" anchor="t">
            <a:spAutoFit/>
          </a:bodyPr>
          <a:lstStyle>
            <a:defPPr>
              <a:defRPr lang="en-US"/>
            </a:defPPr>
            <a:lvl1pPr>
              <a:lnSpc>
                <a:spcPct val="90000"/>
              </a:lnSpc>
              <a:defRPr sz="3200">
                <a:latin typeface="Manrope ExtraLight Light"/>
                <a:ea typeface="Manrope ExtraLight Light"/>
                <a:cs typeface="Manrope ExtraLight Light"/>
              </a:defRPr>
            </a:lvl1pPr>
          </a:lstStyle>
          <a:p>
            <a:r>
              <a:rPr lang="en-US" sz="2800">
                <a:latin typeface="+mj-lt"/>
              </a:rPr>
              <a:t>Our Brainbox program incentivizes </a:t>
            </a:r>
            <a:br>
              <a:rPr lang="en-US" sz="2800">
                <a:latin typeface="+mj-lt"/>
              </a:rPr>
            </a:br>
            <a:r>
              <a:rPr lang="en-US" sz="2800" err="1">
                <a:latin typeface="+mj-lt"/>
              </a:rPr>
              <a:t>Hexawarians</a:t>
            </a:r>
            <a:r>
              <a:rPr lang="en-US" sz="2800">
                <a:latin typeface="+mj-lt"/>
              </a:rPr>
              <a:t> to contribute ideas to </a:t>
            </a:r>
            <a:br>
              <a:rPr lang="en-US" sz="2800">
                <a:latin typeface="+mj-lt"/>
              </a:rPr>
            </a:br>
            <a:r>
              <a:rPr lang="en-US" sz="2800">
                <a:solidFill>
                  <a:schemeClr val="accent1"/>
                </a:solidFill>
                <a:latin typeface="+mj-lt"/>
              </a:rPr>
              <a:t>add value to our customers’ IT landscape</a:t>
            </a:r>
          </a:p>
        </p:txBody>
      </p:sp>
      <p:grpSp>
        <p:nvGrpSpPr>
          <p:cNvPr id="4" name="Group 3">
            <a:extLst>
              <a:ext uri="{FF2B5EF4-FFF2-40B4-BE49-F238E27FC236}">
                <a16:creationId xmlns:a16="http://schemas.microsoft.com/office/drawing/2014/main" id="{DCF8FD08-198C-72F3-A74F-08F074FC8F45}"/>
              </a:ext>
            </a:extLst>
          </p:cNvPr>
          <p:cNvGrpSpPr/>
          <p:nvPr/>
        </p:nvGrpSpPr>
        <p:grpSpPr>
          <a:xfrm>
            <a:off x="2997046" y="4435704"/>
            <a:ext cx="1389804" cy="1231106"/>
            <a:chOff x="2662877" y="4435704"/>
            <a:chExt cx="1194627" cy="1231106"/>
          </a:xfrm>
        </p:grpSpPr>
        <p:sp>
          <p:nvSpPr>
            <p:cNvPr id="5" name="320+">
              <a:extLst>
                <a:ext uri="{FF2B5EF4-FFF2-40B4-BE49-F238E27FC236}">
                  <a16:creationId xmlns:a16="http://schemas.microsoft.com/office/drawing/2014/main" id="{CDB84FFD-07B7-76B3-9C7E-C9EEED2D5BDB}"/>
                </a:ext>
              </a:extLst>
            </p:cNvPr>
            <p:cNvSpPr txBox="1"/>
            <p:nvPr/>
          </p:nvSpPr>
          <p:spPr>
            <a:xfrm>
              <a:off x="2662877" y="4435704"/>
              <a:ext cx="1194627" cy="1231106"/>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0" tIns="0" rIns="0" bIns="0">
              <a:spAutoFit/>
            </a:bodyPr>
            <a:lstStyle>
              <a:lvl1pPr algn="ctr">
                <a:defRPr sz="8000">
                  <a:solidFill>
                    <a:srgbClr val="3C2CDA"/>
                  </a:solidFill>
                  <a:latin typeface="Manrope ExtraLight SemiBold"/>
                  <a:ea typeface="Manrope ExtraLight SemiBold"/>
                  <a:cs typeface="Manrope ExtraLight SemiBold"/>
                  <a:sym typeface="Manrope ExtraLight SemiBold"/>
                </a:defRPr>
              </a:lvl1pPr>
            </a:lstStyle>
            <a:p>
              <a:pPr algn="l"/>
              <a:r>
                <a:rPr lang="en-US" sz="4000">
                  <a:solidFill>
                    <a:schemeClr val="tx1"/>
                  </a:solidFill>
                  <a:latin typeface="+mj-lt"/>
                </a:rPr>
                <a:t>5,775</a:t>
              </a:r>
              <a:endParaRPr sz="4000">
                <a:solidFill>
                  <a:schemeClr val="tx1"/>
                </a:solidFill>
                <a:latin typeface="+mj-lt"/>
              </a:endParaRPr>
            </a:p>
          </p:txBody>
        </p:sp>
        <p:sp>
          <p:nvSpPr>
            <p:cNvPr id="6" name="Customers">
              <a:extLst>
                <a:ext uri="{FF2B5EF4-FFF2-40B4-BE49-F238E27FC236}">
                  <a16:creationId xmlns:a16="http://schemas.microsoft.com/office/drawing/2014/main" id="{4F6F2F10-E6A9-3B5F-CF5E-4796051B2F8F}"/>
                </a:ext>
              </a:extLst>
            </p:cNvPr>
            <p:cNvSpPr txBox="1"/>
            <p:nvPr/>
          </p:nvSpPr>
          <p:spPr>
            <a:xfrm>
              <a:off x="2662877" y="5070704"/>
              <a:ext cx="1170351" cy="369332"/>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0" tIns="0" rIns="0" bIns="0">
              <a:spAutoFit/>
            </a:bodyPr>
            <a:lstStyle>
              <a:lvl1pPr algn="ctr">
                <a:defRPr sz="2800">
                  <a:solidFill>
                    <a:srgbClr val="3C2CDA"/>
                  </a:solidFill>
                  <a:latin typeface="Heebo Regular Light"/>
                  <a:ea typeface="Heebo Regular Light"/>
                  <a:cs typeface="Heebo Regular Light"/>
                  <a:sym typeface="Heebo Regular Light"/>
                </a:defRPr>
              </a:lvl1pPr>
            </a:lstStyle>
            <a:p>
              <a:pPr algn="l"/>
              <a:r>
                <a:rPr lang="en-US" sz="1200">
                  <a:solidFill>
                    <a:schemeClr val="tx1"/>
                  </a:solidFill>
                  <a:latin typeface="+mn-lt"/>
                  <a:cs typeface="Heebo Light" pitchFamily="2" charset="-79"/>
                </a:rPr>
                <a:t>Ideas </a:t>
              </a:r>
              <a:br>
                <a:rPr lang="en-US" sz="1200">
                  <a:solidFill>
                    <a:schemeClr val="tx1"/>
                  </a:solidFill>
                  <a:latin typeface="+mn-lt"/>
                  <a:cs typeface="Heebo Light" pitchFamily="2" charset="-79"/>
                </a:rPr>
              </a:br>
              <a:r>
                <a:rPr lang="en-US" sz="1200">
                  <a:solidFill>
                    <a:schemeClr val="tx1"/>
                  </a:solidFill>
                  <a:latin typeface="+mn-lt"/>
                  <a:cs typeface="Heebo Light" pitchFamily="2" charset="-79"/>
                </a:rPr>
                <a:t>implemented</a:t>
              </a:r>
              <a:endParaRPr sz="1200">
                <a:solidFill>
                  <a:schemeClr val="tx1"/>
                </a:solidFill>
                <a:latin typeface="+mn-lt"/>
                <a:cs typeface="Heebo Light" pitchFamily="2" charset="-79"/>
              </a:endParaRPr>
            </a:p>
          </p:txBody>
        </p:sp>
      </p:grpSp>
      <p:grpSp>
        <p:nvGrpSpPr>
          <p:cNvPr id="7" name="Group 6">
            <a:extLst>
              <a:ext uri="{FF2B5EF4-FFF2-40B4-BE49-F238E27FC236}">
                <a16:creationId xmlns:a16="http://schemas.microsoft.com/office/drawing/2014/main" id="{5B902C65-8EDF-48F5-0A70-8CC0A4644930}"/>
              </a:ext>
            </a:extLst>
          </p:cNvPr>
          <p:cNvGrpSpPr/>
          <p:nvPr/>
        </p:nvGrpSpPr>
        <p:grpSpPr>
          <a:xfrm>
            <a:off x="623887" y="4435703"/>
            <a:ext cx="1584000" cy="1231106"/>
            <a:chOff x="623888" y="4435703"/>
            <a:chExt cx="1293812" cy="1231106"/>
          </a:xfrm>
        </p:grpSpPr>
        <p:sp>
          <p:nvSpPr>
            <p:cNvPr id="8" name="Revenue">
              <a:extLst>
                <a:ext uri="{FF2B5EF4-FFF2-40B4-BE49-F238E27FC236}">
                  <a16:creationId xmlns:a16="http://schemas.microsoft.com/office/drawing/2014/main" id="{560D4E02-39E0-B13E-D8DE-C5FFC77F1894}"/>
                </a:ext>
              </a:extLst>
            </p:cNvPr>
            <p:cNvSpPr txBox="1"/>
            <p:nvPr/>
          </p:nvSpPr>
          <p:spPr>
            <a:xfrm>
              <a:off x="623888" y="5070704"/>
              <a:ext cx="1106172" cy="369332"/>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0" tIns="0" rIns="0" bIns="0">
              <a:spAutoFit/>
            </a:bodyPr>
            <a:lstStyle>
              <a:lvl1pPr algn="ctr">
                <a:defRPr sz="2800">
                  <a:solidFill>
                    <a:srgbClr val="3C2CDA"/>
                  </a:solidFill>
                  <a:latin typeface="Heebo Regular Light"/>
                  <a:ea typeface="Heebo Regular Light"/>
                  <a:cs typeface="Heebo Regular Light"/>
                  <a:sym typeface="Heebo Regular Light"/>
                </a:defRPr>
              </a:lvl1pPr>
            </a:lstStyle>
            <a:p>
              <a:pPr algn="l"/>
              <a:r>
                <a:rPr lang="en-US" sz="1200">
                  <a:solidFill>
                    <a:schemeClr val="tx1"/>
                  </a:solidFill>
                  <a:latin typeface="+mn-lt"/>
                  <a:cs typeface="Heebo Light" pitchFamily="2" charset="-79"/>
                </a:rPr>
                <a:t>Ideas </a:t>
              </a:r>
              <a:br>
                <a:rPr lang="en-US" sz="1200">
                  <a:solidFill>
                    <a:schemeClr val="tx1"/>
                  </a:solidFill>
                  <a:latin typeface="+mn-lt"/>
                  <a:cs typeface="Heebo Light" pitchFamily="2" charset="-79"/>
                </a:rPr>
              </a:br>
              <a:r>
                <a:rPr lang="en-US" sz="1200">
                  <a:solidFill>
                    <a:schemeClr val="tx1"/>
                  </a:solidFill>
                  <a:latin typeface="+mn-lt"/>
                  <a:cs typeface="Heebo Light" pitchFamily="2" charset="-79"/>
                </a:rPr>
                <a:t>posted</a:t>
              </a:r>
              <a:endParaRPr sz="1200">
                <a:solidFill>
                  <a:schemeClr val="tx1"/>
                </a:solidFill>
                <a:latin typeface="+mn-lt"/>
                <a:cs typeface="Heebo Light" pitchFamily="2" charset="-79"/>
              </a:endParaRPr>
            </a:p>
          </p:txBody>
        </p:sp>
        <p:sp>
          <p:nvSpPr>
            <p:cNvPr id="9" name="320+">
              <a:extLst>
                <a:ext uri="{FF2B5EF4-FFF2-40B4-BE49-F238E27FC236}">
                  <a16:creationId xmlns:a16="http://schemas.microsoft.com/office/drawing/2014/main" id="{2E7393AB-C834-1283-A339-0E4DA8BE3969}"/>
                </a:ext>
              </a:extLst>
            </p:cNvPr>
            <p:cNvSpPr txBox="1"/>
            <p:nvPr/>
          </p:nvSpPr>
          <p:spPr>
            <a:xfrm>
              <a:off x="623888" y="4435703"/>
              <a:ext cx="1293812" cy="1231106"/>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0" tIns="0" rIns="0" bIns="0">
              <a:spAutoFit/>
            </a:bodyPr>
            <a:lstStyle>
              <a:lvl1pPr algn="ctr">
                <a:defRPr sz="8000">
                  <a:solidFill>
                    <a:srgbClr val="3C2CDA"/>
                  </a:solidFill>
                  <a:latin typeface="Manrope ExtraLight SemiBold"/>
                  <a:ea typeface="Manrope ExtraLight SemiBold"/>
                  <a:cs typeface="Manrope ExtraLight SemiBold"/>
                  <a:sym typeface="Manrope ExtraLight SemiBold"/>
                </a:defRPr>
              </a:lvl1pPr>
            </a:lstStyle>
            <a:p>
              <a:pPr algn="l"/>
              <a:r>
                <a:rPr lang="en-US" sz="4000">
                  <a:solidFill>
                    <a:schemeClr val="tx1"/>
                  </a:solidFill>
                  <a:latin typeface="+mj-lt"/>
                </a:rPr>
                <a:t>8,249</a:t>
              </a:r>
              <a:endParaRPr sz="4000">
                <a:solidFill>
                  <a:schemeClr val="tx1"/>
                </a:solidFill>
                <a:latin typeface="+mj-lt"/>
              </a:endParaRPr>
            </a:p>
          </p:txBody>
        </p:sp>
      </p:grpSp>
      <p:grpSp>
        <p:nvGrpSpPr>
          <p:cNvPr id="10" name="Group 9">
            <a:extLst>
              <a:ext uri="{FF2B5EF4-FFF2-40B4-BE49-F238E27FC236}">
                <a16:creationId xmlns:a16="http://schemas.microsoft.com/office/drawing/2014/main" id="{8407205E-67F7-1363-3905-2603EC096EB2}"/>
              </a:ext>
            </a:extLst>
          </p:cNvPr>
          <p:cNvGrpSpPr/>
          <p:nvPr/>
        </p:nvGrpSpPr>
        <p:grpSpPr>
          <a:xfrm>
            <a:off x="5174773" y="4435704"/>
            <a:ext cx="2029697" cy="819666"/>
            <a:chOff x="4506435" y="4435704"/>
            <a:chExt cx="2029697" cy="819666"/>
          </a:xfrm>
        </p:grpSpPr>
        <p:sp>
          <p:nvSpPr>
            <p:cNvPr id="11" name="30">
              <a:extLst>
                <a:ext uri="{FF2B5EF4-FFF2-40B4-BE49-F238E27FC236}">
                  <a16:creationId xmlns:a16="http://schemas.microsoft.com/office/drawing/2014/main" id="{BF4986FB-B32B-FB13-3952-414CCE99C4A7}"/>
                </a:ext>
              </a:extLst>
            </p:cNvPr>
            <p:cNvSpPr txBox="1"/>
            <p:nvPr/>
          </p:nvSpPr>
          <p:spPr>
            <a:xfrm>
              <a:off x="4506435" y="4435704"/>
              <a:ext cx="2029697" cy="615553"/>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0" tIns="0" rIns="0" bIns="0" anchor="t">
              <a:spAutoFit/>
            </a:bodyPr>
            <a:lstStyle>
              <a:lvl1pPr algn="ctr">
                <a:defRPr sz="8000">
                  <a:solidFill>
                    <a:srgbClr val="3C2CDA"/>
                  </a:solidFill>
                  <a:latin typeface="Manrope ExtraLight SemiBold"/>
                  <a:ea typeface="Manrope ExtraLight SemiBold"/>
                  <a:cs typeface="Manrope ExtraLight SemiBold"/>
                  <a:sym typeface="Manrope ExtraLight SemiBold"/>
                </a:defRPr>
              </a:lvl1pPr>
            </a:lstStyle>
            <a:p>
              <a:pPr algn="l"/>
              <a:r>
                <a:rPr lang="en-US" sz="4000">
                  <a:solidFill>
                    <a:schemeClr val="tx1"/>
                  </a:solidFill>
                  <a:latin typeface="+mj-lt"/>
                </a:rPr>
                <a:t>$184 Mn</a:t>
              </a:r>
              <a:endParaRPr sz="4000">
                <a:solidFill>
                  <a:schemeClr val="tx1"/>
                </a:solidFill>
                <a:latin typeface="+mj-lt"/>
              </a:endParaRPr>
            </a:p>
          </p:txBody>
        </p:sp>
        <p:sp>
          <p:nvSpPr>
            <p:cNvPr id="12" name="Fortune 500 Clients">
              <a:extLst>
                <a:ext uri="{FF2B5EF4-FFF2-40B4-BE49-F238E27FC236}">
                  <a16:creationId xmlns:a16="http://schemas.microsoft.com/office/drawing/2014/main" id="{F0D4558E-83CD-C51C-BAC5-5972DBD34F67}"/>
                </a:ext>
              </a:extLst>
            </p:cNvPr>
            <p:cNvSpPr txBox="1"/>
            <p:nvPr/>
          </p:nvSpPr>
          <p:spPr>
            <a:xfrm>
              <a:off x="4520812" y="5070704"/>
              <a:ext cx="1389804" cy="184666"/>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0" tIns="0" rIns="0" bIns="0">
              <a:spAutoFit/>
            </a:bodyPr>
            <a:lstStyle>
              <a:lvl1pPr algn="ctr">
                <a:defRPr sz="2800">
                  <a:solidFill>
                    <a:srgbClr val="3C2CDA"/>
                  </a:solidFill>
                  <a:latin typeface="Heebo Regular Light"/>
                  <a:ea typeface="Heebo Regular Light"/>
                  <a:cs typeface="Heebo Regular Light"/>
                  <a:sym typeface="Heebo Regular Light"/>
                </a:defRPr>
              </a:lvl1pPr>
            </a:lstStyle>
            <a:p>
              <a:pPr algn="l"/>
              <a:r>
                <a:rPr lang="en-US" sz="1200">
                  <a:solidFill>
                    <a:schemeClr val="tx1"/>
                  </a:solidFill>
                  <a:latin typeface="+mn-lt"/>
                  <a:cs typeface="Heebo Light" pitchFamily="2" charset="-79"/>
                </a:rPr>
                <a:t>Total costs saved</a:t>
              </a:r>
              <a:endParaRPr sz="1200">
                <a:solidFill>
                  <a:schemeClr val="tx1"/>
                </a:solidFill>
                <a:latin typeface="+mn-lt"/>
                <a:cs typeface="Heebo Light" pitchFamily="2" charset="-79"/>
              </a:endParaRPr>
            </a:p>
          </p:txBody>
        </p:sp>
      </p:grpSp>
      <p:grpSp>
        <p:nvGrpSpPr>
          <p:cNvPr id="13" name="Group 12">
            <a:extLst>
              <a:ext uri="{FF2B5EF4-FFF2-40B4-BE49-F238E27FC236}">
                <a16:creationId xmlns:a16="http://schemas.microsoft.com/office/drawing/2014/main" id="{8E186E21-5551-A82F-76E5-C64452434F71}"/>
              </a:ext>
            </a:extLst>
          </p:cNvPr>
          <p:cNvGrpSpPr/>
          <p:nvPr/>
        </p:nvGrpSpPr>
        <p:grpSpPr>
          <a:xfrm>
            <a:off x="7852497" y="4435704"/>
            <a:ext cx="1080844" cy="1004332"/>
            <a:chOff x="6849990" y="4435704"/>
            <a:chExt cx="1080844" cy="1004332"/>
          </a:xfrm>
        </p:grpSpPr>
        <p:sp>
          <p:nvSpPr>
            <p:cNvPr id="14" name="28,000">
              <a:extLst>
                <a:ext uri="{FF2B5EF4-FFF2-40B4-BE49-F238E27FC236}">
                  <a16:creationId xmlns:a16="http://schemas.microsoft.com/office/drawing/2014/main" id="{F14E22E0-1024-FC96-77A1-B062E6048476}"/>
                </a:ext>
              </a:extLst>
            </p:cNvPr>
            <p:cNvSpPr txBox="1"/>
            <p:nvPr/>
          </p:nvSpPr>
          <p:spPr>
            <a:xfrm>
              <a:off x="6849990" y="4435704"/>
              <a:ext cx="1055444" cy="615553"/>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0" tIns="0" rIns="0" bIns="0">
              <a:spAutoFit/>
            </a:bodyPr>
            <a:lstStyle>
              <a:lvl1pPr algn="ctr">
                <a:defRPr sz="8000">
                  <a:solidFill>
                    <a:srgbClr val="3C2CDA"/>
                  </a:solidFill>
                  <a:latin typeface="Manrope ExtraLight SemiBold"/>
                  <a:ea typeface="Manrope ExtraLight SemiBold"/>
                  <a:cs typeface="Manrope ExtraLight SemiBold"/>
                  <a:sym typeface="Manrope ExtraLight SemiBold"/>
                </a:defRPr>
              </a:lvl1pPr>
            </a:lstStyle>
            <a:p>
              <a:pPr algn="l"/>
              <a:r>
                <a:rPr lang="en-US" sz="4000">
                  <a:solidFill>
                    <a:schemeClr val="tx1"/>
                  </a:solidFill>
                  <a:latin typeface="+mj-lt"/>
                </a:rPr>
                <a:t>74%</a:t>
              </a:r>
              <a:endParaRPr sz="4000">
                <a:solidFill>
                  <a:schemeClr val="tx1"/>
                </a:solidFill>
                <a:latin typeface="+mj-lt"/>
              </a:endParaRPr>
            </a:p>
          </p:txBody>
        </p:sp>
        <p:sp>
          <p:nvSpPr>
            <p:cNvPr id="15" name="Employees Worldwide">
              <a:extLst>
                <a:ext uri="{FF2B5EF4-FFF2-40B4-BE49-F238E27FC236}">
                  <a16:creationId xmlns:a16="http://schemas.microsoft.com/office/drawing/2014/main" id="{B94824E9-3FC4-FE67-28A4-3C5DDF1DDF06}"/>
                </a:ext>
              </a:extLst>
            </p:cNvPr>
            <p:cNvSpPr txBox="1"/>
            <p:nvPr/>
          </p:nvSpPr>
          <p:spPr>
            <a:xfrm>
              <a:off x="6849990" y="5070704"/>
              <a:ext cx="1080844" cy="369332"/>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0" tIns="0" rIns="0" bIns="0">
              <a:spAutoFit/>
            </a:bodyPr>
            <a:lstStyle>
              <a:lvl1pPr algn="ctr">
                <a:defRPr sz="2800">
                  <a:solidFill>
                    <a:srgbClr val="3C2CDA"/>
                  </a:solidFill>
                  <a:latin typeface="Heebo Regular Light"/>
                  <a:ea typeface="Heebo Regular Light"/>
                  <a:cs typeface="Heebo Regular Light"/>
                  <a:sym typeface="Heebo Regular Light"/>
                </a:defRPr>
              </a:lvl1pPr>
            </a:lstStyle>
            <a:p>
              <a:pPr algn="l"/>
              <a:r>
                <a:rPr sz="1200">
                  <a:solidFill>
                    <a:schemeClr val="tx1"/>
                  </a:solidFill>
                  <a:latin typeface="+mn-lt"/>
                  <a:cs typeface="Heebo Light" pitchFamily="2" charset="-79"/>
                </a:rPr>
                <a:t>Employee</a:t>
              </a:r>
              <a:r>
                <a:rPr lang="en-US" sz="1200">
                  <a:solidFill>
                    <a:schemeClr val="tx1"/>
                  </a:solidFill>
                  <a:latin typeface="+mn-lt"/>
                  <a:cs typeface="Heebo Light" pitchFamily="2" charset="-79"/>
                </a:rPr>
                <a:t> participation</a:t>
              </a:r>
              <a:endParaRPr sz="1200">
                <a:solidFill>
                  <a:schemeClr val="tx1"/>
                </a:solidFill>
                <a:latin typeface="+mn-lt"/>
                <a:cs typeface="Heebo Light" pitchFamily="2" charset="-79"/>
              </a:endParaRPr>
            </a:p>
          </p:txBody>
        </p:sp>
      </p:grpSp>
      <p:grpSp>
        <p:nvGrpSpPr>
          <p:cNvPr id="16" name="Group 15">
            <a:extLst>
              <a:ext uri="{FF2B5EF4-FFF2-40B4-BE49-F238E27FC236}">
                <a16:creationId xmlns:a16="http://schemas.microsoft.com/office/drawing/2014/main" id="{94984A24-3986-B9EA-B725-D9B8ACE69547}"/>
              </a:ext>
            </a:extLst>
          </p:cNvPr>
          <p:cNvGrpSpPr/>
          <p:nvPr/>
        </p:nvGrpSpPr>
        <p:grpSpPr>
          <a:xfrm>
            <a:off x="10180963" y="4435704"/>
            <a:ext cx="823587" cy="1004332"/>
            <a:chOff x="8399788" y="4435704"/>
            <a:chExt cx="823587" cy="1004332"/>
          </a:xfrm>
        </p:grpSpPr>
        <p:sp>
          <p:nvSpPr>
            <p:cNvPr id="17" name="33">
              <a:extLst>
                <a:ext uri="{FF2B5EF4-FFF2-40B4-BE49-F238E27FC236}">
                  <a16:creationId xmlns:a16="http://schemas.microsoft.com/office/drawing/2014/main" id="{90B00806-66B7-03E9-20CC-6CCCBA834EE8}"/>
                </a:ext>
              </a:extLst>
            </p:cNvPr>
            <p:cNvSpPr txBox="1"/>
            <p:nvPr/>
          </p:nvSpPr>
          <p:spPr>
            <a:xfrm>
              <a:off x="8399788" y="4435704"/>
              <a:ext cx="607687" cy="615553"/>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0" tIns="0" rIns="0" bIns="0">
              <a:spAutoFit/>
            </a:bodyPr>
            <a:lstStyle>
              <a:lvl1pPr algn="ctr">
                <a:defRPr sz="8000">
                  <a:solidFill>
                    <a:srgbClr val="3C2CDA"/>
                  </a:solidFill>
                  <a:latin typeface="Manrope ExtraLight SemiBold"/>
                  <a:ea typeface="Manrope ExtraLight SemiBold"/>
                  <a:cs typeface="Manrope ExtraLight SemiBold"/>
                  <a:sym typeface="Manrope ExtraLight SemiBold"/>
                </a:defRPr>
              </a:lvl1pPr>
            </a:lstStyle>
            <a:p>
              <a:pPr algn="l"/>
              <a:r>
                <a:rPr sz="4000">
                  <a:solidFill>
                    <a:schemeClr val="tx1"/>
                  </a:solidFill>
                  <a:latin typeface="+mj-lt"/>
                </a:rPr>
                <a:t>3</a:t>
              </a:r>
              <a:r>
                <a:rPr lang="en-US" sz="4000">
                  <a:solidFill>
                    <a:schemeClr val="tx1"/>
                  </a:solidFill>
                  <a:latin typeface="+mj-lt"/>
                </a:rPr>
                <a:t>2</a:t>
              </a:r>
              <a:endParaRPr sz="4000">
                <a:solidFill>
                  <a:schemeClr val="tx1"/>
                </a:solidFill>
                <a:latin typeface="+mj-lt"/>
              </a:endParaRPr>
            </a:p>
          </p:txBody>
        </p:sp>
        <p:sp>
          <p:nvSpPr>
            <p:cNvPr id="18" name="Years of Excellence">
              <a:extLst>
                <a:ext uri="{FF2B5EF4-FFF2-40B4-BE49-F238E27FC236}">
                  <a16:creationId xmlns:a16="http://schemas.microsoft.com/office/drawing/2014/main" id="{9BF3D461-617F-A849-1B30-458F5D5D4465}"/>
                </a:ext>
              </a:extLst>
            </p:cNvPr>
            <p:cNvSpPr txBox="1"/>
            <p:nvPr/>
          </p:nvSpPr>
          <p:spPr>
            <a:xfrm>
              <a:off x="8399788" y="5070704"/>
              <a:ext cx="823587" cy="369332"/>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0" tIns="0" rIns="0" bIns="0">
              <a:spAutoFit/>
            </a:bodyPr>
            <a:lstStyle>
              <a:lvl1pPr algn="ctr">
                <a:defRPr sz="2800">
                  <a:solidFill>
                    <a:srgbClr val="3C2CDA"/>
                  </a:solidFill>
                  <a:latin typeface="Heebo Regular Light"/>
                  <a:ea typeface="Heebo Regular Light"/>
                  <a:cs typeface="Heebo Regular Light"/>
                  <a:sym typeface="Heebo Regular Light"/>
                </a:defRPr>
              </a:lvl1pPr>
            </a:lstStyle>
            <a:p>
              <a:pPr algn="l"/>
              <a:r>
                <a:rPr lang="en-US" sz="1200">
                  <a:solidFill>
                    <a:schemeClr val="tx1"/>
                  </a:solidFill>
                  <a:latin typeface="+mn-lt"/>
                  <a:cs typeface="Heebo Light" pitchFamily="2" charset="-79"/>
                </a:rPr>
                <a:t>Patents managed</a:t>
              </a:r>
              <a:endParaRPr sz="1200">
                <a:solidFill>
                  <a:schemeClr val="tx1"/>
                </a:solidFill>
                <a:latin typeface="+mn-lt"/>
                <a:cs typeface="Heebo Light" pitchFamily="2" charset="-79"/>
              </a:endParaRPr>
            </a:p>
          </p:txBody>
        </p:sp>
      </p:grpSp>
      <p:sp>
        <p:nvSpPr>
          <p:cNvPr id="20" name="TextBox 19">
            <a:extLst>
              <a:ext uri="{FF2B5EF4-FFF2-40B4-BE49-F238E27FC236}">
                <a16:creationId xmlns:a16="http://schemas.microsoft.com/office/drawing/2014/main" id="{63592089-1345-838C-C1EC-09A604BA5206}"/>
              </a:ext>
            </a:extLst>
          </p:cNvPr>
          <p:cNvSpPr txBox="1"/>
          <p:nvPr/>
        </p:nvSpPr>
        <p:spPr>
          <a:xfrm>
            <a:off x="623888" y="6453188"/>
            <a:ext cx="2781211" cy="107722"/>
          </a:xfrm>
          <a:prstGeom prst="rect">
            <a:avLst/>
          </a:prstGeom>
          <a:noFill/>
        </p:spPr>
        <p:txBody>
          <a:bodyPr wrap="square" lIns="0" tIns="0" rIns="0" bIns="0"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IN" sz="700" kern="0" spc="50" baseline="0">
                <a:solidFill>
                  <a:schemeClr val="accent5">
                    <a:lumMod val="75000"/>
                  </a:schemeClr>
                </a:solidFill>
                <a:latin typeface="+mn-lt"/>
                <a:ea typeface="+mn-ea"/>
                <a:cs typeface="Heebo" pitchFamily="2" charset="-79"/>
              </a:rPr>
              <a:t>© Hexaware Technologies. Confidential briefing. </a:t>
            </a:r>
            <a:endParaRPr lang="en-US" sz="700" kern="0" spc="50" baseline="0">
              <a:solidFill>
                <a:schemeClr val="accent5">
                  <a:lumMod val="75000"/>
                </a:schemeClr>
              </a:solidFill>
              <a:latin typeface="+mn-lt"/>
              <a:ea typeface="+mn-ea"/>
              <a:cs typeface="Heebo" pitchFamily="2" charset="-79"/>
            </a:endParaRPr>
          </a:p>
        </p:txBody>
      </p:sp>
      <p:sp>
        <p:nvSpPr>
          <p:cNvPr id="21" name="Slide Number Placeholder 5">
            <a:extLst>
              <a:ext uri="{FF2B5EF4-FFF2-40B4-BE49-F238E27FC236}">
                <a16:creationId xmlns:a16="http://schemas.microsoft.com/office/drawing/2014/main" id="{B47BBA76-0C12-52C5-AC53-E39F7046393E}"/>
              </a:ext>
            </a:extLst>
          </p:cNvPr>
          <p:cNvSpPr txBox="1">
            <a:spLocks/>
          </p:cNvSpPr>
          <p:nvPr/>
        </p:nvSpPr>
        <p:spPr>
          <a:xfrm>
            <a:off x="11568055" y="6453188"/>
            <a:ext cx="270570" cy="138499"/>
          </a:xfrm>
          <a:prstGeom prst="rect">
            <a:avLst/>
          </a:prstGeom>
          <a:noFill/>
          <a:ln w="9525">
            <a:noFill/>
            <a:miter lim="800000"/>
            <a:headEnd/>
            <a:tailEnd/>
          </a:ln>
          <a:effectLst/>
        </p:spPr>
        <p:txBody>
          <a:bodyPr wrap="square" lIns="0" tIns="0" rIns="0" bIns="0">
            <a:spAutoFit/>
          </a:bodyPr>
          <a:lstStyle>
            <a:defPPr>
              <a:defRPr lang="en-US"/>
            </a:defPPr>
            <a:lvl1pPr marR="0" indent="0" fontAlgn="auto">
              <a:lnSpc>
                <a:spcPct val="100000"/>
              </a:lnSpc>
              <a:spcBef>
                <a:spcPts val="0"/>
              </a:spcBef>
              <a:spcAft>
                <a:spcPts val="0"/>
              </a:spcAft>
              <a:buClrTx/>
              <a:buSzTx/>
              <a:buFontTx/>
              <a:buNone/>
              <a:tabLst/>
              <a:defRPr sz="800">
                <a:solidFill>
                  <a:schemeClr val="tx1">
                    <a:lumMod val="65000"/>
                    <a:lumOff val="35000"/>
                  </a:schemeClr>
                </a:solidFill>
              </a:defRPr>
            </a:lvl1pPr>
            <a:lvl2pPr marL="342946" algn="l" defTabSz="685891" rtl="0" eaLnBrk="1" latinLnBrk="0" hangingPunct="1">
              <a:defRPr sz="1400" kern="1200">
                <a:solidFill>
                  <a:schemeClr val="tx1"/>
                </a:solidFill>
                <a:latin typeface="+mn-lt"/>
                <a:ea typeface="+mn-ea"/>
                <a:cs typeface="+mn-cs"/>
              </a:defRPr>
            </a:lvl2pPr>
            <a:lvl3pPr marL="685891" algn="l" defTabSz="685891" rtl="0" eaLnBrk="1" latinLnBrk="0" hangingPunct="1">
              <a:defRPr sz="1400" kern="1200">
                <a:solidFill>
                  <a:schemeClr val="tx1"/>
                </a:solidFill>
                <a:latin typeface="+mn-lt"/>
                <a:ea typeface="+mn-ea"/>
                <a:cs typeface="+mn-cs"/>
              </a:defRPr>
            </a:lvl3pPr>
            <a:lvl4pPr marL="1028837" algn="l" defTabSz="685891" rtl="0" eaLnBrk="1" latinLnBrk="0" hangingPunct="1">
              <a:defRPr sz="1400" kern="1200">
                <a:solidFill>
                  <a:schemeClr val="tx1"/>
                </a:solidFill>
                <a:latin typeface="+mn-lt"/>
                <a:ea typeface="+mn-ea"/>
                <a:cs typeface="+mn-cs"/>
              </a:defRPr>
            </a:lvl4pPr>
            <a:lvl5pPr marL="1371783" algn="l" defTabSz="685891" rtl="0" eaLnBrk="1" latinLnBrk="0" hangingPunct="1">
              <a:defRPr sz="1400" kern="1200">
                <a:solidFill>
                  <a:schemeClr val="tx1"/>
                </a:solidFill>
                <a:latin typeface="+mn-lt"/>
                <a:ea typeface="+mn-ea"/>
                <a:cs typeface="+mn-cs"/>
              </a:defRPr>
            </a:lvl5pPr>
            <a:lvl6pPr marL="1714729" algn="l" defTabSz="685891" rtl="0" eaLnBrk="1" latinLnBrk="0" hangingPunct="1">
              <a:defRPr sz="1400" kern="1200">
                <a:solidFill>
                  <a:schemeClr val="tx1"/>
                </a:solidFill>
                <a:latin typeface="+mn-lt"/>
                <a:ea typeface="+mn-ea"/>
                <a:cs typeface="+mn-cs"/>
              </a:defRPr>
            </a:lvl6pPr>
            <a:lvl7pPr marL="2057674" algn="l" defTabSz="685891" rtl="0" eaLnBrk="1" latinLnBrk="0" hangingPunct="1">
              <a:defRPr sz="1400" kern="1200">
                <a:solidFill>
                  <a:schemeClr val="tx1"/>
                </a:solidFill>
                <a:latin typeface="+mn-lt"/>
                <a:ea typeface="+mn-ea"/>
                <a:cs typeface="+mn-cs"/>
              </a:defRPr>
            </a:lvl7pPr>
            <a:lvl8pPr marL="2400620" algn="l" defTabSz="685891" rtl="0" eaLnBrk="1" latinLnBrk="0" hangingPunct="1">
              <a:defRPr sz="1400" kern="1200">
                <a:solidFill>
                  <a:schemeClr val="tx1"/>
                </a:solidFill>
                <a:latin typeface="+mn-lt"/>
                <a:ea typeface="+mn-ea"/>
                <a:cs typeface="+mn-cs"/>
              </a:defRPr>
            </a:lvl8pPr>
            <a:lvl9pPr marL="2743566" algn="l" defTabSz="685891" rtl="0" eaLnBrk="1" latinLnBrk="0" hangingPunct="1">
              <a:defRPr sz="1400" kern="1200">
                <a:solidFill>
                  <a:schemeClr val="tx1"/>
                </a:solidFill>
                <a:latin typeface="+mn-lt"/>
                <a:ea typeface="+mn-ea"/>
                <a:cs typeface="+mn-cs"/>
              </a:defRPr>
            </a:lvl9pPr>
          </a:lstStyle>
          <a:p>
            <a:pPr lvl="0" algn="r"/>
            <a:fld id="{39601925-951F-4EA8-91E5-A517312BFAAA}" type="slidenum">
              <a:rPr lang="en-US" sz="900" smtClean="0">
                <a:solidFill>
                  <a:schemeClr val="tx1"/>
                </a:solidFill>
                <a:latin typeface="+mn-lt"/>
              </a:rPr>
              <a:pPr lvl="0" algn="r"/>
              <a:t>4</a:t>
            </a:fld>
            <a:endParaRPr lang="en-US" sz="900">
              <a:solidFill>
                <a:schemeClr val="tx1"/>
              </a:solidFill>
              <a:latin typeface="+mn-lt"/>
            </a:endParaRPr>
          </a:p>
        </p:txBody>
      </p:sp>
      <p:pic>
        <p:nvPicPr>
          <p:cNvPr id="22" name="Picture 21">
            <a:extLst>
              <a:ext uri="{FF2B5EF4-FFF2-40B4-BE49-F238E27FC236}">
                <a16:creationId xmlns:a16="http://schemas.microsoft.com/office/drawing/2014/main" id="{A55D9304-3FB4-4D37-EAED-BD7FC89F104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82194" y="3986213"/>
            <a:ext cx="304800" cy="304800"/>
          </a:xfrm>
          <a:prstGeom prst="rect">
            <a:avLst/>
          </a:prstGeom>
        </p:spPr>
      </p:pic>
      <p:pic>
        <p:nvPicPr>
          <p:cNvPr id="24" name="Picture 23">
            <a:extLst>
              <a:ext uri="{FF2B5EF4-FFF2-40B4-BE49-F238E27FC236}">
                <a16:creationId xmlns:a16="http://schemas.microsoft.com/office/drawing/2014/main" id="{B28075AD-290C-5B78-3FF6-45171C0A9532}"/>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169272" y="3986213"/>
            <a:ext cx="304800" cy="304800"/>
          </a:xfrm>
          <a:prstGeom prst="rect">
            <a:avLst/>
          </a:prstGeom>
        </p:spPr>
      </p:pic>
      <p:pic>
        <p:nvPicPr>
          <p:cNvPr id="27" name="Picture 26">
            <a:extLst>
              <a:ext uri="{FF2B5EF4-FFF2-40B4-BE49-F238E27FC236}">
                <a16:creationId xmlns:a16="http://schemas.microsoft.com/office/drawing/2014/main" id="{18CB86E8-888C-FBE7-9C43-1812991D0A36}"/>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0170067" y="3986213"/>
            <a:ext cx="304800" cy="304800"/>
          </a:xfrm>
          <a:prstGeom prst="rect">
            <a:avLst/>
          </a:prstGeom>
        </p:spPr>
      </p:pic>
      <p:pic>
        <p:nvPicPr>
          <p:cNvPr id="28" name="Picture 27">
            <a:extLst>
              <a:ext uri="{FF2B5EF4-FFF2-40B4-BE49-F238E27FC236}">
                <a16:creationId xmlns:a16="http://schemas.microsoft.com/office/drawing/2014/main" id="{B84424BF-CFE5-67CD-C255-172D47611299}"/>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7852497" y="3986213"/>
            <a:ext cx="304800" cy="304800"/>
          </a:xfrm>
          <a:prstGeom prst="rect">
            <a:avLst/>
          </a:prstGeom>
        </p:spPr>
      </p:pic>
      <p:pic>
        <p:nvPicPr>
          <p:cNvPr id="29" name="Picture 28">
            <a:extLst>
              <a:ext uri="{FF2B5EF4-FFF2-40B4-BE49-F238E27FC236}">
                <a16:creationId xmlns:a16="http://schemas.microsoft.com/office/drawing/2014/main" id="{62B2A142-1984-898D-E1C8-70B07B6B64EB}"/>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2987107" y="3986213"/>
            <a:ext cx="304800" cy="304800"/>
          </a:xfrm>
          <a:prstGeom prst="rect">
            <a:avLst/>
          </a:prstGeom>
        </p:spPr>
      </p:pic>
    </p:spTree>
    <p:extLst>
      <p:ext uri="{BB962C8B-B14F-4D97-AF65-F5344CB8AC3E}">
        <p14:creationId xmlns:p14="http://schemas.microsoft.com/office/powerpoint/2010/main" val="34686394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descr="A blue background with triangles&#10;&#10;Description automatically generated">
            <a:extLst>
              <a:ext uri="{FF2B5EF4-FFF2-40B4-BE49-F238E27FC236}">
                <a16:creationId xmlns:a16="http://schemas.microsoft.com/office/drawing/2014/main" id="{CCA9F3EE-864B-0503-C388-5E81EC7ECB25}"/>
              </a:ext>
            </a:extLst>
          </p:cNvPr>
          <p:cNvPicPr>
            <a:picLocks noChangeAspect="1"/>
          </p:cNvPicPr>
          <p:nvPr/>
        </p:nvPicPr>
        <p:blipFill>
          <a:blip r:embed="rId2"/>
          <a:stretch>
            <a:fillRect/>
          </a:stretch>
        </p:blipFill>
        <p:spPr>
          <a:xfrm>
            <a:off x="0" y="3429001"/>
            <a:ext cx="12192000" cy="3448050"/>
          </a:xfrm>
          <a:prstGeom prst="rect">
            <a:avLst/>
          </a:prstGeom>
        </p:spPr>
      </p:pic>
      <p:sp>
        <p:nvSpPr>
          <p:cNvPr id="2" name="Text Placeholder 1">
            <a:extLst>
              <a:ext uri="{FF2B5EF4-FFF2-40B4-BE49-F238E27FC236}">
                <a16:creationId xmlns:a16="http://schemas.microsoft.com/office/drawing/2014/main" id="{84B72707-694F-51F8-D896-A5D7A4864101}"/>
              </a:ext>
            </a:extLst>
          </p:cNvPr>
          <p:cNvSpPr>
            <a:spLocks noGrp="1"/>
          </p:cNvSpPr>
          <p:nvPr>
            <p:ph type="body" sz="quarter" idx="15"/>
          </p:nvPr>
        </p:nvSpPr>
        <p:spPr/>
        <p:txBody>
          <a:bodyPr/>
          <a:lstStyle/>
          <a:p>
            <a:r>
              <a:rPr lang="en-US"/>
              <a:t>Digital &amp; Software Platforms – Our Mission</a:t>
            </a:r>
          </a:p>
        </p:txBody>
      </p:sp>
      <p:sp>
        <p:nvSpPr>
          <p:cNvPr id="3" name="Hexaware Named Winner of 2022 ISG Star of Excellence™ Award for the Global Region and Universal Industry Categories…">
            <a:extLst>
              <a:ext uri="{FF2B5EF4-FFF2-40B4-BE49-F238E27FC236}">
                <a16:creationId xmlns:a16="http://schemas.microsoft.com/office/drawing/2014/main" id="{AF4CC26B-1963-9CB2-3913-CD1A5765EC9E}"/>
              </a:ext>
            </a:extLst>
          </p:cNvPr>
          <p:cNvSpPr txBox="1"/>
          <p:nvPr/>
        </p:nvSpPr>
        <p:spPr>
          <a:xfrm>
            <a:off x="623888" y="1440000"/>
            <a:ext cx="8011293" cy="1551194"/>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0" tIns="0" rIns="0" bIns="0">
            <a:spAutoFit/>
          </a:bodyPr>
          <a:lstStyle>
            <a:defPPr>
              <a:defRPr lang="en-US"/>
            </a:defPPr>
            <a:lvl1pPr>
              <a:lnSpc>
                <a:spcPct val="90000"/>
              </a:lnSpc>
              <a:defRPr sz="3200">
                <a:latin typeface="Manrope ExtraLight Light"/>
                <a:ea typeface="Manrope ExtraLight Light"/>
                <a:cs typeface="Manrope ExtraLight Light"/>
              </a:defRPr>
            </a:lvl1pPr>
          </a:lstStyle>
          <a:p>
            <a:r>
              <a:rPr lang="en-US" sz="2800">
                <a:latin typeface="+mj-lt"/>
              </a:rPr>
              <a:t>We define, design and engineer world-class digital product experiences and software using industry-leading platforms that </a:t>
            </a:r>
            <a:r>
              <a:rPr lang="en-US" sz="2800">
                <a:solidFill>
                  <a:schemeClr val="accent1"/>
                </a:solidFill>
                <a:latin typeface="+mj-lt"/>
              </a:rPr>
              <a:t>help our clients succeed as modern digital businesses.</a:t>
            </a:r>
          </a:p>
        </p:txBody>
      </p:sp>
      <p:sp>
        <p:nvSpPr>
          <p:cNvPr id="20" name="TextBox 19">
            <a:extLst>
              <a:ext uri="{FF2B5EF4-FFF2-40B4-BE49-F238E27FC236}">
                <a16:creationId xmlns:a16="http://schemas.microsoft.com/office/drawing/2014/main" id="{63592089-1345-838C-C1EC-09A604BA5206}"/>
              </a:ext>
            </a:extLst>
          </p:cNvPr>
          <p:cNvSpPr txBox="1"/>
          <p:nvPr/>
        </p:nvSpPr>
        <p:spPr>
          <a:xfrm>
            <a:off x="623888" y="6453188"/>
            <a:ext cx="2781211" cy="107722"/>
          </a:xfrm>
          <a:prstGeom prst="rect">
            <a:avLst/>
          </a:prstGeom>
          <a:noFill/>
        </p:spPr>
        <p:txBody>
          <a:bodyPr wrap="square" lIns="0" tIns="0" rIns="0" bIns="0"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IN" sz="700" kern="0" spc="50" baseline="0">
                <a:solidFill>
                  <a:schemeClr val="accent5">
                    <a:lumMod val="75000"/>
                  </a:schemeClr>
                </a:solidFill>
                <a:latin typeface="+mn-lt"/>
                <a:ea typeface="+mn-ea"/>
                <a:cs typeface="Heebo" pitchFamily="2" charset="-79"/>
              </a:rPr>
              <a:t>© Hexaware Technologies. Confidential briefing. </a:t>
            </a:r>
            <a:endParaRPr lang="en-US" sz="700" kern="0" spc="50" baseline="0">
              <a:solidFill>
                <a:schemeClr val="accent5">
                  <a:lumMod val="75000"/>
                </a:schemeClr>
              </a:solidFill>
              <a:latin typeface="+mn-lt"/>
              <a:ea typeface="+mn-ea"/>
              <a:cs typeface="Heebo" pitchFamily="2" charset="-79"/>
            </a:endParaRPr>
          </a:p>
        </p:txBody>
      </p:sp>
      <p:sp>
        <p:nvSpPr>
          <p:cNvPr id="21" name="Slide Number Placeholder 5">
            <a:extLst>
              <a:ext uri="{FF2B5EF4-FFF2-40B4-BE49-F238E27FC236}">
                <a16:creationId xmlns:a16="http://schemas.microsoft.com/office/drawing/2014/main" id="{B47BBA76-0C12-52C5-AC53-E39F7046393E}"/>
              </a:ext>
            </a:extLst>
          </p:cNvPr>
          <p:cNvSpPr txBox="1">
            <a:spLocks/>
          </p:cNvSpPr>
          <p:nvPr/>
        </p:nvSpPr>
        <p:spPr>
          <a:xfrm>
            <a:off x="11568055" y="6453188"/>
            <a:ext cx="270570" cy="138499"/>
          </a:xfrm>
          <a:prstGeom prst="rect">
            <a:avLst/>
          </a:prstGeom>
          <a:noFill/>
          <a:ln w="9525">
            <a:noFill/>
            <a:miter lim="800000"/>
            <a:headEnd/>
            <a:tailEnd/>
          </a:ln>
          <a:effectLst/>
        </p:spPr>
        <p:txBody>
          <a:bodyPr wrap="square" lIns="0" tIns="0" rIns="0" bIns="0">
            <a:spAutoFit/>
          </a:bodyPr>
          <a:lstStyle>
            <a:defPPr>
              <a:defRPr lang="en-US"/>
            </a:defPPr>
            <a:lvl1pPr marR="0" indent="0" fontAlgn="auto">
              <a:lnSpc>
                <a:spcPct val="100000"/>
              </a:lnSpc>
              <a:spcBef>
                <a:spcPts val="0"/>
              </a:spcBef>
              <a:spcAft>
                <a:spcPts val="0"/>
              </a:spcAft>
              <a:buClrTx/>
              <a:buSzTx/>
              <a:buFontTx/>
              <a:buNone/>
              <a:tabLst/>
              <a:defRPr sz="800">
                <a:solidFill>
                  <a:schemeClr val="tx1">
                    <a:lumMod val="65000"/>
                    <a:lumOff val="35000"/>
                  </a:schemeClr>
                </a:solidFill>
              </a:defRPr>
            </a:lvl1pPr>
            <a:lvl2pPr marL="342946" algn="l" defTabSz="685891" rtl="0" eaLnBrk="1" latinLnBrk="0" hangingPunct="1">
              <a:defRPr sz="1400" kern="1200">
                <a:solidFill>
                  <a:schemeClr val="tx1"/>
                </a:solidFill>
                <a:latin typeface="+mn-lt"/>
                <a:ea typeface="+mn-ea"/>
                <a:cs typeface="+mn-cs"/>
              </a:defRPr>
            </a:lvl2pPr>
            <a:lvl3pPr marL="685891" algn="l" defTabSz="685891" rtl="0" eaLnBrk="1" latinLnBrk="0" hangingPunct="1">
              <a:defRPr sz="1400" kern="1200">
                <a:solidFill>
                  <a:schemeClr val="tx1"/>
                </a:solidFill>
                <a:latin typeface="+mn-lt"/>
                <a:ea typeface="+mn-ea"/>
                <a:cs typeface="+mn-cs"/>
              </a:defRPr>
            </a:lvl3pPr>
            <a:lvl4pPr marL="1028837" algn="l" defTabSz="685891" rtl="0" eaLnBrk="1" latinLnBrk="0" hangingPunct="1">
              <a:defRPr sz="1400" kern="1200">
                <a:solidFill>
                  <a:schemeClr val="tx1"/>
                </a:solidFill>
                <a:latin typeface="+mn-lt"/>
                <a:ea typeface="+mn-ea"/>
                <a:cs typeface="+mn-cs"/>
              </a:defRPr>
            </a:lvl4pPr>
            <a:lvl5pPr marL="1371783" algn="l" defTabSz="685891" rtl="0" eaLnBrk="1" latinLnBrk="0" hangingPunct="1">
              <a:defRPr sz="1400" kern="1200">
                <a:solidFill>
                  <a:schemeClr val="tx1"/>
                </a:solidFill>
                <a:latin typeface="+mn-lt"/>
                <a:ea typeface="+mn-ea"/>
                <a:cs typeface="+mn-cs"/>
              </a:defRPr>
            </a:lvl5pPr>
            <a:lvl6pPr marL="1714729" algn="l" defTabSz="685891" rtl="0" eaLnBrk="1" latinLnBrk="0" hangingPunct="1">
              <a:defRPr sz="1400" kern="1200">
                <a:solidFill>
                  <a:schemeClr val="tx1"/>
                </a:solidFill>
                <a:latin typeface="+mn-lt"/>
                <a:ea typeface="+mn-ea"/>
                <a:cs typeface="+mn-cs"/>
              </a:defRPr>
            </a:lvl6pPr>
            <a:lvl7pPr marL="2057674" algn="l" defTabSz="685891" rtl="0" eaLnBrk="1" latinLnBrk="0" hangingPunct="1">
              <a:defRPr sz="1400" kern="1200">
                <a:solidFill>
                  <a:schemeClr val="tx1"/>
                </a:solidFill>
                <a:latin typeface="+mn-lt"/>
                <a:ea typeface="+mn-ea"/>
                <a:cs typeface="+mn-cs"/>
              </a:defRPr>
            </a:lvl7pPr>
            <a:lvl8pPr marL="2400620" algn="l" defTabSz="685891" rtl="0" eaLnBrk="1" latinLnBrk="0" hangingPunct="1">
              <a:defRPr sz="1400" kern="1200">
                <a:solidFill>
                  <a:schemeClr val="tx1"/>
                </a:solidFill>
                <a:latin typeface="+mn-lt"/>
                <a:ea typeface="+mn-ea"/>
                <a:cs typeface="+mn-cs"/>
              </a:defRPr>
            </a:lvl8pPr>
            <a:lvl9pPr marL="2743566" algn="l" defTabSz="685891" rtl="0" eaLnBrk="1" latinLnBrk="0" hangingPunct="1">
              <a:defRPr sz="1400" kern="1200">
                <a:solidFill>
                  <a:schemeClr val="tx1"/>
                </a:solidFill>
                <a:latin typeface="+mn-lt"/>
                <a:ea typeface="+mn-ea"/>
                <a:cs typeface="+mn-cs"/>
              </a:defRPr>
            </a:lvl9pPr>
          </a:lstStyle>
          <a:p>
            <a:pPr lvl="0" algn="r"/>
            <a:fld id="{39601925-951F-4EA8-91E5-A517312BFAAA}" type="slidenum">
              <a:rPr lang="en-US" sz="900" smtClean="0">
                <a:solidFill>
                  <a:schemeClr val="tx1"/>
                </a:solidFill>
                <a:latin typeface="+mn-lt"/>
              </a:rPr>
              <a:pPr lvl="0" algn="r"/>
              <a:t>5</a:t>
            </a:fld>
            <a:endParaRPr lang="en-US" sz="900">
              <a:solidFill>
                <a:schemeClr val="tx1"/>
              </a:solidFill>
              <a:latin typeface="+mn-lt"/>
            </a:endParaRPr>
          </a:p>
        </p:txBody>
      </p:sp>
      <p:sp>
        <p:nvSpPr>
          <p:cNvPr id="23" name="TextBox 22">
            <a:extLst>
              <a:ext uri="{FF2B5EF4-FFF2-40B4-BE49-F238E27FC236}">
                <a16:creationId xmlns:a16="http://schemas.microsoft.com/office/drawing/2014/main" id="{335FBE56-8476-5B74-C3F9-FF6924BEDAC4}"/>
              </a:ext>
            </a:extLst>
          </p:cNvPr>
          <p:cNvSpPr txBox="1"/>
          <p:nvPr/>
        </p:nvSpPr>
        <p:spPr>
          <a:xfrm>
            <a:off x="101146" y="4358389"/>
            <a:ext cx="11989707" cy="1165412"/>
          </a:xfrm>
          <a:prstGeom prst="rect">
            <a:avLst/>
          </a:prstGeom>
          <a:noFill/>
          <a:ln>
            <a:noFill/>
          </a:ln>
        </p:spPr>
        <p:txBody>
          <a:bodyPr wrap="square" lIns="612000" rIns="612000" rtlCol="0" anchor="ctr">
            <a:noAutofit/>
          </a:bodyPr>
          <a:lstStyle/>
          <a:p>
            <a:pPr algn="just"/>
            <a:r>
              <a:rPr lang="en-US" sz="2000" dirty="0">
                <a:solidFill>
                  <a:schemeClr val="bg1"/>
                </a:solidFill>
                <a:latin typeface="+mj-lt"/>
              </a:rPr>
              <a:t>From strategy and design-to-build to ultra-flexible, cost-efficient run-and-scale software engineering, we transform complex, free-form digital and software ecosystems into strategic, modernized ecosystems, with gravity.</a:t>
            </a:r>
          </a:p>
        </p:txBody>
      </p:sp>
    </p:spTree>
    <p:extLst>
      <p:ext uri="{BB962C8B-B14F-4D97-AF65-F5344CB8AC3E}">
        <p14:creationId xmlns:p14="http://schemas.microsoft.com/office/powerpoint/2010/main" val="266201159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Rectangle: Rounded Corners 13">
            <a:extLst>
              <a:ext uri="{FF2B5EF4-FFF2-40B4-BE49-F238E27FC236}">
                <a16:creationId xmlns:a16="http://schemas.microsoft.com/office/drawing/2014/main" id="{FEC27D49-FCB8-27AF-78D1-6110CD8AEB9E}"/>
              </a:ext>
            </a:extLst>
          </p:cNvPr>
          <p:cNvSpPr/>
          <p:nvPr/>
        </p:nvSpPr>
        <p:spPr>
          <a:xfrm>
            <a:off x="2936630" y="1759433"/>
            <a:ext cx="2798038" cy="3938954"/>
          </a:xfrm>
          <a:prstGeom prst="roundRect">
            <a:avLst>
              <a:gd name="adj" fmla="val 0"/>
            </a:avLst>
          </a:prstGeom>
          <a:solidFill>
            <a:srgbClr val="3B2DDA"/>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rIns="0" rtlCol="0" anchor="ctr"/>
          <a:lstStyle/>
          <a:p>
            <a:pPr marL="171450" indent="-76200" algn="ctr"/>
            <a:endParaRPr lang="en-US" sz="1800" b="1" dirty="0">
              <a:solidFill>
                <a:schemeClr val="bg1"/>
              </a:solidFill>
              <a:latin typeface="Manrope" pitchFamily="2" charset="0"/>
              <a:cs typeface="Poppins" panose="00000500000000000000" pitchFamily="2" charset="0"/>
            </a:endParaRPr>
          </a:p>
          <a:p>
            <a:pPr marL="171450" indent="-76200" algn="ctr"/>
            <a:endParaRPr lang="en-US" b="1" dirty="0">
              <a:solidFill>
                <a:schemeClr val="bg1"/>
              </a:solidFill>
              <a:latin typeface="Manrope" pitchFamily="2" charset="0"/>
              <a:cs typeface="Poppins" panose="00000500000000000000" pitchFamily="2" charset="0"/>
            </a:endParaRPr>
          </a:p>
          <a:p>
            <a:pPr marL="52388" indent="-42863" algn="ctr"/>
            <a:endParaRPr lang="en-US" sz="1800" b="1" dirty="0">
              <a:solidFill>
                <a:schemeClr val="bg1"/>
              </a:solidFill>
              <a:latin typeface="Manrope" pitchFamily="2" charset="0"/>
              <a:cs typeface="Poppins" panose="00000500000000000000" pitchFamily="2" charset="0"/>
            </a:endParaRPr>
          </a:p>
          <a:p>
            <a:pPr marL="52388" indent="-42863" algn="ctr"/>
            <a:r>
              <a:rPr lang="en-US" sz="1800" b="1" dirty="0">
                <a:solidFill>
                  <a:schemeClr val="bg1"/>
                </a:solidFill>
                <a:latin typeface="Manrope" pitchFamily="2" charset="0"/>
                <a:cs typeface="Poppins" panose="00000500000000000000" pitchFamily="2" charset="0"/>
              </a:rPr>
              <a:t>Digital </a:t>
            </a:r>
          </a:p>
          <a:p>
            <a:pPr marL="52388" indent="-42863" algn="ctr"/>
            <a:r>
              <a:rPr lang="en-US" sz="1800" b="1" dirty="0">
                <a:solidFill>
                  <a:schemeClr val="bg1"/>
                </a:solidFill>
                <a:latin typeface="Manrope" pitchFamily="2" charset="0"/>
                <a:cs typeface="Poppins" panose="00000500000000000000" pitchFamily="2" charset="0"/>
              </a:rPr>
              <a:t>Journeys</a:t>
            </a:r>
          </a:p>
          <a:p>
            <a:pPr marL="171450" indent="-76200" algn="ctr"/>
            <a:endParaRPr lang="en-US" b="1" dirty="0">
              <a:solidFill>
                <a:schemeClr val="bg1"/>
              </a:solidFill>
              <a:latin typeface="Manrope" pitchFamily="2" charset="0"/>
              <a:cs typeface="Poppins" panose="00000500000000000000" pitchFamily="2" charset="0"/>
            </a:endParaRPr>
          </a:p>
          <a:p>
            <a:pPr marL="266700" indent="-171450">
              <a:buFont typeface="Arial" panose="020B0604020202020204" pitchFamily="34" charset="0"/>
              <a:buChar char="•"/>
            </a:pPr>
            <a:r>
              <a:rPr lang="en-US" sz="1200" dirty="0">
                <a:latin typeface="Manrope" pitchFamily="2" charset="0"/>
              </a:rPr>
              <a:t>Blueprint transition to SAAS effectively</a:t>
            </a:r>
          </a:p>
          <a:p>
            <a:pPr marL="266700" indent="-171450">
              <a:buFont typeface="Arial" panose="020B0604020202020204" pitchFamily="34" charset="0"/>
              <a:buChar char="•"/>
            </a:pPr>
            <a:r>
              <a:rPr lang="en-US" sz="1200" dirty="0">
                <a:latin typeface="Manrope" pitchFamily="2" charset="0"/>
              </a:rPr>
              <a:t>Unlock value by building digital threads</a:t>
            </a:r>
          </a:p>
          <a:p>
            <a:pPr marL="266700" indent="-171450">
              <a:buFont typeface="Arial" panose="020B0604020202020204" pitchFamily="34" charset="0"/>
              <a:buChar char="•"/>
            </a:pPr>
            <a:r>
              <a:rPr lang="en-US" sz="1200" dirty="0">
                <a:latin typeface="Manrope" pitchFamily="2" charset="0"/>
              </a:rPr>
              <a:t>Leverage data, technology, and secure ways to engage with the ecosystem</a:t>
            </a:r>
          </a:p>
        </p:txBody>
      </p:sp>
      <p:sp>
        <p:nvSpPr>
          <p:cNvPr id="2" name="Rectangle: Rounded Corners 1">
            <a:extLst>
              <a:ext uri="{FF2B5EF4-FFF2-40B4-BE49-F238E27FC236}">
                <a16:creationId xmlns:a16="http://schemas.microsoft.com/office/drawing/2014/main" id="{C6794343-C5C0-5AF2-D707-D6D212390933}"/>
              </a:ext>
            </a:extLst>
          </p:cNvPr>
          <p:cNvSpPr/>
          <p:nvPr/>
        </p:nvSpPr>
        <p:spPr>
          <a:xfrm>
            <a:off x="5978703" y="1759433"/>
            <a:ext cx="2798038" cy="3938954"/>
          </a:xfrm>
          <a:prstGeom prst="roundRect">
            <a:avLst>
              <a:gd name="adj" fmla="val 0"/>
            </a:avLst>
          </a:prstGeom>
          <a:solidFill>
            <a:srgbClr val="3B2DDA"/>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rIns="0" rtlCol="0" anchor="ctr"/>
          <a:lstStyle/>
          <a:p>
            <a:pPr marL="319088" indent="-180975" algn="ctr"/>
            <a:endParaRPr lang="en-US" sz="1800" b="1" dirty="0">
              <a:solidFill>
                <a:schemeClr val="bg1"/>
              </a:solidFill>
              <a:latin typeface="Manrope" pitchFamily="2" charset="0"/>
              <a:cs typeface="Poppins" panose="00000500000000000000" pitchFamily="2" charset="0"/>
            </a:endParaRPr>
          </a:p>
          <a:p>
            <a:pPr marL="319088" indent="-180975" algn="ctr"/>
            <a:endParaRPr lang="en-US" b="1" dirty="0">
              <a:solidFill>
                <a:schemeClr val="bg1"/>
              </a:solidFill>
              <a:latin typeface="Manrope" pitchFamily="2" charset="0"/>
              <a:cs typeface="Poppins" panose="00000500000000000000" pitchFamily="2" charset="0"/>
            </a:endParaRPr>
          </a:p>
          <a:p>
            <a:pPr marL="319088" indent="-180975" algn="ctr"/>
            <a:r>
              <a:rPr lang="en-US" sz="1800" b="1" dirty="0">
                <a:solidFill>
                  <a:schemeClr val="bg1"/>
                </a:solidFill>
                <a:latin typeface="Manrope" pitchFamily="2" charset="0"/>
                <a:cs typeface="Poppins" panose="00000500000000000000" pitchFamily="2" charset="0"/>
              </a:rPr>
              <a:t>Product </a:t>
            </a:r>
          </a:p>
          <a:p>
            <a:pPr marL="319088" indent="-180975" algn="ctr"/>
            <a:r>
              <a:rPr lang="en-US" sz="1800" b="1" dirty="0">
                <a:solidFill>
                  <a:schemeClr val="bg1"/>
                </a:solidFill>
                <a:latin typeface="Manrope" pitchFamily="2" charset="0"/>
                <a:cs typeface="Poppins" panose="00000500000000000000" pitchFamily="2" charset="0"/>
              </a:rPr>
              <a:t>Thinking</a:t>
            </a:r>
          </a:p>
          <a:p>
            <a:pPr marL="319088" indent="-180975" algn="ctr"/>
            <a:endParaRPr lang="en-US" b="1" dirty="0">
              <a:solidFill>
                <a:schemeClr val="bg1"/>
              </a:solidFill>
              <a:latin typeface="Manrope" pitchFamily="2" charset="0"/>
              <a:cs typeface="Poppins" panose="00000500000000000000" pitchFamily="2" charset="0"/>
            </a:endParaRPr>
          </a:p>
          <a:p>
            <a:pPr marL="309563" indent="-171450">
              <a:buFont typeface="Arial" panose="020B0604020202020204" pitchFamily="34" charset="0"/>
              <a:buChar char="•"/>
            </a:pPr>
            <a:r>
              <a:rPr lang="en-US" sz="1200" dirty="0">
                <a:latin typeface="Manrope" pitchFamily="2" charset="0"/>
              </a:rPr>
              <a:t>Focus on customer value &amp; experience</a:t>
            </a:r>
          </a:p>
          <a:p>
            <a:pPr marL="309563" indent="-171450">
              <a:buFont typeface="Arial" panose="020B0604020202020204" pitchFamily="34" charset="0"/>
              <a:buChar char="•"/>
            </a:pPr>
            <a:r>
              <a:rPr lang="en-US" sz="1200" dirty="0">
                <a:latin typeface="Manrope" pitchFamily="2" charset="0"/>
              </a:rPr>
              <a:t>Enhance end-to-end customer journeys</a:t>
            </a:r>
          </a:p>
          <a:p>
            <a:pPr marL="309563" indent="-171450">
              <a:buFont typeface="Arial" panose="020B0604020202020204" pitchFamily="34" charset="0"/>
              <a:buChar char="•"/>
            </a:pPr>
            <a:r>
              <a:rPr lang="en-US" sz="1200" dirty="0">
                <a:latin typeface="Manrope" pitchFamily="2" charset="0"/>
              </a:rPr>
              <a:t>Build data-centric product and service offerings</a:t>
            </a:r>
          </a:p>
        </p:txBody>
      </p:sp>
      <p:sp>
        <p:nvSpPr>
          <p:cNvPr id="3" name="Rectangle: Rounded Corners 2">
            <a:extLst>
              <a:ext uri="{FF2B5EF4-FFF2-40B4-BE49-F238E27FC236}">
                <a16:creationId xmlns:a16="http://schemas.microsoft.com/office/drawing/2014/main" id="{BDD7F1E7-1AE3-EB7F-DF10-F302059BF8A4}"/>
              </a:ext>
            </a:extLst>
          </p:cNvPr>
          <p:cNvSpPr/>
          <p:nvPr/>
        </p:nvSpPr>
        <p:spPr>
          <a:xfrm>
            <a:off x="8995376" y="1759433"/>
            <a:ext cx="2798038" cy="3938954"/>
          </a:xfrm>
          <a:prstGeom prst="roundRect">
            <a:avLst>
              <a:gd name="adj" fmla="val 0"/>
            </a:avLst>
          </a:prstGeom>
          <a:solidFill>
            <a:srgbClr val="3B2DDA"/>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rIns="0" rtlCol="0" anchor="ctr"/>
          <a:lstStyle/>
          <a:p>
            <a:pPr algn="ctr"/>
            <a:endParaRPr lang="en-US" sz="1800" b="1" dirty="0">
              <a:solidFill>
                <a:schemeClr val="bg1"/>
              </a:solidFill>
              <a:latin typeface="Manrope" pitchFamily="2" charset="0"/>
              <a:cs typeface="Poppins" panose="00000500000000000000" pitchFamily="2" charset="0"/>
            </a:endParaRPr>
          </a:p>
          <a:p>
            <a:pPr algn="ctr"/>
            <a:endParaRPr lang="en-US" b="1" dirty="0">
              <a:solidFill>
                <a:schemeClr val="bg1"/>
              </a:solidFill>
              <a:latin typeface="Manrope" pitchFamily="2" charset="0"/>
              <a:cs typeface="Poppins" panose="00000500000000000000" pitchFamily="2" charset="0"/>
            </a:endParaRPr>
          </a:p>
          <a:p>
            <a:pPr algn="ctr"/>
            <a:r>
              <a:rPr lang="en-US" sz="1800" b="1" dirty="0">
                <a:solidFill>
                  <a:schemeClr val="bg1"/>
                </a:solidFill>
                <a:latin typeface="Manrope" pitchFamily="2" charset="0"/>
                <a:cs typeface="Poppins" panose="00000500000000000000" pitchFamily="2" charset="0"/>
              </a:rPr>
              <a:t>Composable Architecture</a:t>
            </a:r>
          </a:p>
          <a:p>
            <a:pPr algn="ctr"/>
            <a:endParaRPr lang="en-US" b="1" dirty="0">
              <a:solidFill>
                <a:schemeClr val="bg1"/>
              </a:solidFill>
              <a:latin typeface="Manrope" pitchFamily="2" charset="0"/>
              <a:cs typeface="Poppins" panose="00000500000000000000" pitchFamily="2" charset="0"/>
            </a:endParaRPr>
          </a:p>
          <a:p>
            <a:pPr marL="309562" indent="-171450">
              <a:buFont typeface="Arial" panose="020B0604020202020204" pitchFamily="34" charset="0"/>
              <a:buChar char="•"/>
            </a:pPr>
            <a:r>
              <a:rPr lang="en-US" sz="1200" dirty="0">
                <a:latin typeface="Manrope" pitchFamily="2" charset="0"/>
              </a:rPr>
              <a:t>Composable architectures</a:t>
            </a:r>
          </a:p>
          <a:p>
            <a:pPr marL="309562" indent="-171450">
              <a:buFont typeface="Arial" panose="020B0604020202020204" pitchFamily="34" charset="0"/>
              <a:buChar char="•"/>
            </a:pPr>
            <a:r>
              <a:rPr lang="en-US" sz="1200" dirty="0">
                <a:latin typeface="Manrope" pitchFamily="2" charset="0"/>
              </a:rPr>
              <a:t>MACH, serverless, cloud-native architectures</a:t>
            </a:r>
          </a:p>
          <a:p>
            <a:pPr marL="309562" indent="-171450">
              <a:buFont typeface="Arial" panose="020B0604020202020204" pitchFamily="34" charset="0"/>
              <a:buChar char="•"/>
            </a:pPr>
            <a:r>
              <a:rPr lang="en-US" sz="1200" dirty="0">
                <a:latin typeface="Manrope" pitchFamily="2" charset="0"/>
              </a:rPr>
              <a:t>At-scale, high-performance computing</a:t>
            </a:r>
          </a:p>
          <a:p>
            <a:pPr marL="309562" indent="-171450">
              <a:buFont typeface="Arial" panose="020B0604020202020204" pitchFamily="34" charset="0"/>
              <a:buChar char="•"/>
            </a:pPr>
            <a:r>
              <a:rPr lang="en-US" sz="1200" dirty="0">
                <a:latin typeface="Manrope" pitchFamily="2" charset="0"/>
              </a:rPr>
              <a:t>High availability architectures</a:t>
            </a:r>
          </a:p>
        </p:txBody>
      </p:sp>
      <p:sp>
        <p:nvSpPr>
          <p:cNvPr id="20" name="TextBox 19">
            <a:extLst>
              <a:ext uri="{FF2B5EF4-FFF2-40B4-BE49-F238E27FC236}">
                <a16:creationId xmlns:a16="http://schemas.microsoft.com/office/drawing/2014/main" id="{06322C9F-2125-DCAC-2CB5-5EF2171B6A6E}"/>
              </a:ext>
            </a:extLst>
          </p:cNvPr>
          <p:cNvSpPr txBox="1"/>
          <p:nvPr/>
        </p:nvSpPr>
        <p:spPr>
          <a:xfrm>
            <a:off x="623888" y="3051402"/>
            <a:ext cx="1960205" cy="1384995"/>
          </a:xfrm>
          <a:prstGeom prst="rect">
            <a:avLst/>
          </a:prstGeom>
          <a:noFill/>
        </p:spPr>
        <p:txBody>
          <a:bodyPr wrap="square" lIns="90000" rtlCol="0">
            <a:spAutoFit/>
          </a:bodyPr>
          <a:lstStyle/>
          <a:p>
            <a:r>
              <a:rPr lang="en-US" sz="2800" dirty="0">
                <a:latin typeface="Manrope" pitchFamily="2" charset="0"/>
                <a:cs typeface="Poppins" panose="00000500000000000000" pitchFamily="2" charset="0"/>
              </a:rPr>
              <a:t>Where Do We Make an Impact</a:t>
            </a:r>
          </a:p>
        </p:txBody>
      </p:sp>
      <p:sp>
        <p:nvSpPr>
          <p:cNvPr id="5" name="Text Placeholder 4">
            <a:extLst>
              <a:ext uri="{FF2B5EF4-FFF2-40B4-BE49-F238E27FC236}">
                <a16:creationId xmlns:a16="http://schemas.microsoft.com/office/drawing/2014/main" id="{AD701F11-C16C-89C0-28BB-E3342D9DD0EC}"/>
              </a:ext>
            </a:extLst>
          </p:cNvPr>
          <p:cNvSpPr>
            <a:spLocks noGrp="1"/>
          </p:cNvSpPr>
          <p:nvPr>
            <p:ph type="body" sz="quarter" idx="15"/>
          </p:nvPr>
        </p:nvSpPr>
        <p:spPr>
          <a:xfrm flipH="1">
            <a:off x="623888" y="438150"/>
            <a:ext cx="8172450" cy="244101"/>
          </a:xfrm>
        </p:spPr>
        <p:txBody>
          <a:bodyPr/>
          <a:lstStyle/>
          <a:p>
            <a:r>
              <a:rPr lang="en-US"/>
              <a:t>Digital &amp; Software</a:t>
            </a:r>
          </a:p>
        </p:txBody>
      </p:sp>
      <p:pic>
        <p:nvPicPr>
          <p:cNvPr id="6" name="Graphic 5">
            <a:extLst>
              <a:ext uri="{FF2B5EF4-FFF2-40B4-BE49-F238E27FC236}">
                <a16:creationId xmlns:a16="http://schemas.microsoft.com/office/drawing/2014/main" id="{A8B2C41A-7E4E-67AB-0F61-CFC00F659225}"/>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4049909" y="2202851"/>
            <a:ext cx="571481" cy="569765"/>
          </a:xfrm>
          <a:prstGeom prst="rect">
            <a:avLst/>
          </a:prstGeom>
        </p:spPr>
      </p:pic>
      <p:pic>
        <p:nvPicPr>
          <p:cNvPr id="8" name="Graphic 7">
            <a:extLst>
              <a:ext uri="{FF2B5EF4-FFF2-40B4-BE49-F238E27FC236}">
                <a16:creationId xmlns:a16="http://schemas.microsoft.com/office/drawing/2014/main" id="{BC0073CB-675F-0201-142E-9CA98CA65DC1}"/>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7109328" y="2121617"/>
            <a:ext cx="536789" cy="650999"/>
          </a:xfrm>
          <a:prstGeom prst="rect">
            <a:avLst/>
          </a:prstGeom>
        </p:spPr>
      </p:pic>
      <p:pic>
        <p:nvPicPr>
          <p:cNvPr id="10" name="Graphic 9">
            <a:extLst>
              <a:ext uri="{FF2B5EF4-FFF2-40B4-BE49-F238E27FC236}">
                <a16:creationId xmlns:a16="http://schemas.microsoft.com/office/drawing/2014/main" id="{4E2F1EB5-1B94-8467-3E55-239F623340BE}"/>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10139545" y="2262917"/>
            <a:ext cx="509699" cy="509699"/>
          </a:xfrm>
          <a:prstGeom prst="rect">
            <a:avLst/>
          </a:prstGeom>
        </p:spPr>
      </p:pic>
    </p:spTree>
    <p:extLst>
      <p:ext uri="{BB962C8B-B14F-4D97-AF65-F5344CB8AC3E}">
        <p14:creationId xmlns:p14="http://schemas.microsoft.com/office/powerpoint/2010/main" val="260492711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0D9803D4-A3B8-D571-8553-67A52DB43279}"/>
              </a:ext>
            </a:extLst>
          </p:cNvPr>
          <p:cNvSpPr>
            <a:spLocks noGrp="1"/>
          </p:cNvSpPr>
          <p:nvPr>
            <p:ph type="body" sz="quarter" idx="15"/>
          </p:nvPr>
        </p:nvSpPr>
        <p:spPr>
          <a:xfrm flipH="1">
            <a:off x="623888" y="457200"/>
            <a:ext cx="8172450" cy="244101"/>
          </a:xfrm>
        </p:spPr>
        <p:txBody>
          <a:bodyPr/>
          <a:lstStyle/>
          <a:p>
            <a:r>
              <a:rPr lang="en-US"/>
              <a:t>Creating smiles with our partners</a:t>
            </a:r>
          </a:p>
        </p:txBody>
      </p:sp>
      <p:sp>
        <p:nvSpPr>
          <p:cNvPr id="4" name="Strategic Partners…">
            <a:extLst>
              <a:ext uri="{FF2B5EF4-FFF2-40B4-BE49-F238E27FC236}">
                <a16:creationId xmlns:a16="http://schemas.microsoft.com/office/drawing/2014/main" id="{BF4B667E-ED8A-A979-08D8-EA80A5B91FC4}"/>
              </a:ext>
            </a:extLst>
          </p:cNvPr>
          <p:cNvSpPr txBox="1"/>
          <p:nvPr/>
        </p:nvSpPr>
        <p:spPr>
          <a:xfrm>
            <a:off x="602988" y="1460853"/>
            <a:ext cx="2617981" cy="748923"/>
          </a:xfrm>
          <a:prstGeom prst="rect">
            <a:avLst/>
          </a:prstGeom>
          <a:ln w="12700">
            <a:miter lim="400000"/>
          </a:ln>
          <a:extLst>
            <a:ext uri="{C572A759-6A51-4108-AA02-DFA0A04FC94B}">
              <ma14:wrappingTextBoxFlag xmlns="" xmlns:ma14="http://schemas.microsoft.com/office/mac/drawingml/2011/main" xmlns:a14="http://schemas.microsoft.com/office/drawing/2010/main" xmlns:m="http://schemas.openxmlformats.org/officeDocument/2006/math" val="1"/>
            </a:ext>
          </a:extLst>
        </p:spPr>
        <p:txBody>
          <a:bodyPr wrap="square" lIns="0" tIns="0" rIns="0" bIns="0">
            <a:spAutoFit/>
          </a:bodyPr>
          <a:lstStyle/>
          <a:p>
            <a:pPr>
              <a:spcAft>
                <a:spcPts val="800"/>
              </a:spcAft>
              <a:defRPr>
                <a:solidFill>
                  <a:srgbClr val="3C2DDA"/>
                </a:solidFill>
                <a:latin typeface="Manrope ExtraLight Light"/>
                <a:ea typeface="Manrope ExtraLight Light"/>
                <a:cs typeface="Manrope ExtraLight Light"/>
                <a:sym typeface="Manrope ExtraLight Light"/>
              </a:defRPr>
            </a:pPr>
            <a:r>
              <a:rPr dirty="0"/>
              <a:t>Strategic Partners</a:t>
            </a:r>
          </a:p>
          <a:p>
            <a:pPr>
              <a:spcBef>
                <a:spcPts val="0"/>
              </a:spcBef>
              <a:spcAft>
                <a:spcPts val="800"/>
              </a:spcAft>
              <a:defRPr sz="2000">
                <a:latin typeface="Heebo Regular Regular"/>
                <a:ea typeface="Heebo Regular Regular"/>
                <a:cs typeface="Heebo Regular Regular"/>
                <a:sym typeface="Heebo Regular Regular"/>
              </a:defRPr>
            </a:pPr>
            <a:r>
              <a:rPr lang="en-US" sz="1200" dirty="0">
                <a:latin typeface="+mj-lt"/>
                <a:cs typeface="Heebo Light" pitchFamily="2" charset="-79"/>
              </a:rPr>
              <a:t>Significant investment, focused on sales and marketing</a:t>
            </a:r>
            <a:endParaRPr sz="1200" dirty="0">
              <a:latin typeface="+mj-lt"/>
              <a:cs typeface="Heebo Light" pitchFamily="2" charset="-79"/>
            </a:endParaRPr>
          </a:p>
        </p:txBody>
      </p:sp>
      <p:sp>
        <p:nvSpPr>
          <p:cNvPr id="14" name="Vertical-Focused Partners…">
            <a:extLst>
              <a:ext uri="{FF2B5EF4-FFF2-40B4-BE49-F238E27FC236}">
                <a16:creationId xmlns:a16="http://schemas.microsoft.com/office/drawing/2014/main" id="{B6545031-5D53-CB98-9BC0-01AFE51497BB}"/>
              </a:ext>
            </a:extLst>
          </p:cNvPr>
          <p:cNvSpPr txBox="1"/>
          <p:nvPr/>
        </p:nvSpPr>
        <p:spPr>
          <a:xfrm>
            <a:off x="4125348" y="1460853"/>
            <a:ext cx="2776384" cy="748923"/>
          </a:xfrm>
          <a:prstGeom prst="rect">
            <a:avLst/>
          </a:prstGeom>
          <a:ln w="12700">
            <a:miter lim="400000"/>
          </a:ln>
          <a:extLst>
            <a:ext uri="{C572A759-6A51-4108-AA02-DFA0A04FC94B}">
              <ma14:wrappingTextBoxFlag xmlns="" xmlns:ma14="http://schemas.microsoft.com/office/mac/drawingml/2011/main" xmlns:a14="http://schemas.microsoft.com/office/drawing/2010/main" xmlns:m="http://schemas.openxmlformats.org/officeDocument/2006/math" val="1"/>
            </a:ext>
          </a:extLst>
        </p:spPr>
        <p:txBody>
          <a:bodyPr wrap="square" lIns="0" tIns="0" rIns="0" bIns="0">
            <a:spAutoFit/>
          </a:bodyPr>
          <a:lstStyle/>
          <a:p>
            <a:pPr>
              <a:spcAft>
                <a:spcPts val="800"/>
              </a:spcAft>
              <a:defRPr>
                <a:solidFill>
                  <a:srgbClr val="3C2DDA"/>
                </a:solidFill>
                <a:latin typeface="Manrope ExtraLight Light"/>
                <a:ea typeface="Manrope ExtraLight Light"/>
                <a:cs typeface="Manrope ExtraLight Light"/>
                <a:sym typeface="Manrope ExtraLight Light"/>
              </a:defRPr>
            </a:pPr>
            <a:r>
              <a:rPr dirty="0"/>
              <a:t>Vertical-Focused Partners</a:t>
            </a:r>
          </a:p>
          <a:p>
            <a:pPr>
              <a:spcBef>
                <a:spcPts val="0"/>
              </a:spcBef>
              <a:spcAft>
                <a:spcPts val="800"/>
              </a:spcAft>
              <a:defRPr sz="2000">
                <a:latin typeface="Heebo Regular Regular"/>
                <a:ea typeface="Heebo Regular Regular"/>
                <a:cs typeface="Heebo Regular Regular"/>
                <a:sym typeface="Heebo Regular Regular"/>
              </a:defRPr>
            </a:pPr>
            <a:r>
              <a:rPr sz="1200" dirty="0">
                <a:latin typeface="+mj-lt"/>
                <a:cs typeface="Heebo Light" pitchFamily="2" charset="-79"/>
              </a:rPr>
              <a:t>Deep domain expertise with</a:t>
            </a:r>
            <a:r>
              <a:rPr lang="en-US" sz="1200" dirty="0">
                <a:latin typeface="+mj-lt"/>
                <a:cs typeface="Heebo Light" pitchFamily="2" charset="-79"/>
              </a:rPr>
              <a:t> </a:t>
            </a:r>
            <a:r>
              <a:rPr sz="1200" dirty="0">
                <a:latin typeface="+mj-lt"/>
                <a:cs typeface="Heebo Light" pitchFamily="2" charset="-79"/>
              </a:rPr>
              <a:t>sector-specific technologies </a:t>
            </a:r>
          </a:p>
        </p:txBody>
      </p:sp>
      <p:sp>
        <p:nvSpPr>
          <p:cNvPr id="23" name="Next Level Partners…">
            <a:extLst>
              <a:ext uri="{FF2B5EF4-FFF2-40B4-BE49-F238E27FC236}">
                <a16:creationId xmlns:a16="http://schemas.microsoft.com/office/drawing/2014/main" id="{8332A563-726D-82A6-0946-D6C8BD34FBFC}"/>
              </a:ext>
            </a:extLst>
          </p:cNvPr>
          <p:cNvSpPr txBox="1"/>
          <p:nvPr/>
        </p:nvSpPr>
        <p:spPr>
          <a:xfrm>
            <a:off x="7639673" y="1460853"/>
            <a:ext cx="3966405" cy="564257"/>
          </a:xfrm>
          <a:prstGeom prst="rect">
            <a:avLst/>
          </a:prstGeom>
          <a:ln w="12700">
            <a:miter lim="400000"/>
          </a:ln>
          <a:extLst>
            <a:ext uri="{C572A759-6A51-4108-AA02-DFA0A04FC94B}">
              <ma14:wrappingTextBoxFlag xmlns="" xmlns:ma14="http://schemas.microsoft.com/office/mac/drawingml/2011/main" xmlns:a14="http://schemas.microsoft.com/office/drawing/2010/main" xmlns:m="http://schemas.openxmlformats.org/officeDocument/2006/math" val="1"/>
            </a:ext>
          </a:extLst>
        </p:spPr>
        <p:txBody>
          <a:bodyPr wrap="square" lIns="0" tIns="0" rIns="0" bIns="0">
            <a:spAutoFit/>
          </a:bodyPr>
          <a:lstStyle/>
          <a:p>
            <a:pPr>
              <a:spcAft>
                <a:spcPts val="800"/>
              </a:spcAft>
              <a:defRPr>
                <a:solidFill>
                  <a:srgbClr val="3C2DDA"/>
                </a:solidFill>
                <a:latin typeface="Manrope ExtraLight Light"/>
                <a:ea typeface="Manrope ExtraLight Light"/>
                <a:cs typeface="Manrope ExtraLight Light"/>
                <a:sym typeface="Manrope ExtraLight Light"/>
              </a:defRPr>
            </a:pPr>
            <a:r>
              <a:rPr dirty="0"/>
              <a:t>Next</a:t>
            </a:r>
            <a:r>
              <a:rPr lang="en-US" dirty="0"/>
              <a:t>-</a:t>
            </a:r>
            <a:r>
              <a:rPr dirty="0"/>
              <a:t>Level Partners</a:t>
            </a:r>
          </a:p>
          <a:p>
            <a:pPr>
              <a:spcBef>
                <a:spcPts val="0"/>
              </a:spcBef>
              <a:spcAft>
                <a:spcPts val="800"/>
              </a:spcAft>
              <a:defRPr sz="2000">
                <a:latin typeface="Heebo Regular Regular"/>
                <a:ea typeface="Heebo Regular Regular"/>
                <a:cs typeface="Heebo Regular Regular"/>
                <a:sym typeface="Heebo Regular Regular"/>
              </a:defRPr>
            </a:pPr>
            <a:r>
              <a:rPr sz="1200" dirty="0">
                <a:latin typeface="+mj-lt"/>
                <a:cs typeface="Heebo Light" pitchFamily="2" charset="-79"/>
              </a:rPr>
              <a:t>Strong suite of industry-leading</a:t>
            </a:r>
            <a:r>
              <a:rPr lang="en-US" sz="1200" dirty="0">
                <a:latin typeface="+mj-lt"/>
                <a:cs typeface="Heebo Light" pitchFamily="2" charset="-79"/>
              </a:rPr>
              <a:t> </a:t>
            </a:r>
            <a:r>
              <a:rPr sz="1200" dirty="0">
                <a:latin typeface="+mj-lt"/>
                <a:cs typeface="Heebo Light" pitchFamily="2" charset="-79"/>
              </a:rPr>
              <a:t>enterprise solutions</a:t>
            </a:r>
          </a:p>
        </p:txBody>
      </p:sp>
      <p:pic>
        <p:nvPicPr>
          <p:cNvPr id="59" name="Picture 58" descr="A close up of a logo&#10;&#10;Description automatically generated">
            <a:extLst>
              <a:ext uri="{FF2B5EF4-FFF2-40B4-BE49-F238E27FC236}">
                <a16:creationId xmlns:a16="http://schemas.microsoft.com/office/drawing/2014/main" id="{7032AFAA-F19A-59AF-87C1-892F36317EC5}"/>
              </a:ext>
            </a:extLst>
          </p:cNvPr>
          <p:cNvPicPr>
            <a:picLocks noChangeAspect="1"/>
          </p:cNvPicPr>
          <p:nvPr/>
        </p:nvPicPr>
        <p:blipFill>
          <a:blip r:embed="rId2" cstate="screen">
            <a:extLst>
              <a:ext uri="{28A0092B-C50C-407E-A947-70E740481C1C}">
                <a14:useLocalDpi xmlns:a14="http://schemas.microsoft.com/office/drawing/2010/main"/>
              </a:ext>
            </a:extLst>
          </a:blip>
          <a:stretch>
            <a:fillRect/>
          </a:stretch>
        </p:blipFill>
        <p:spPr>
          <a:xfrm>
            <a:off x="634769" y="2523664"/>
            <a:ext cx="1219199" cy="914400"/>
          </a:xfrm>
          <a:prstGeom prst="rect">
            <a:avLst/>
          </a:prstGeom>
        </p:spPr>
      </p:pic>
      <p:pic>
        <p:nvPicPr>
          <p:cNvPr id="60" name="Picture 59" descr="A colorful background with text&#10;&#10;Description automatically generated">
            <a:extLst>
              <a:ext uri="{FF2B5EF4-FFF2-40B4-BE49-F238E27FC236}">
                <a16:creationId xmlns:a16="http://schemas.microsoft.com/office/drawing/2014/main" id="{B5111BF1-F832-0113-E193-9CADEA4A75C3}"/>
              </a:ext>
            </a:extLst>
          </p:cNvPr>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1984818" y="2523664"/>
            <a:ext cx="1213369" cy="910027"/>
          </a:xfrm>
          <a:prstGeom prst="rect">
            <a:avLst/>
          </a:prstGeom>
        </p:spPr>
      </p:pic>
      <p:pic>
        <p:nvPicPr>
          <p:cNvPr id="61" name="Picture 60" descr="A close up of a logo&#10;&#10;Description automatically generated">
            <a:extLst>
              <a:ext uri="{FF2B5EF4-FFF2-40B4-BE49-F238E27FC236}">
                <a16:creationId xmlns:a16="http://schemas.microsoft.com/office/drawing/2014/main" id="{C6C63D5B-9321-670E-C1EA-F0E55CDCFCE3}"/>
              </a:ext>
            </a:extLst>
          </p:cNvPr>
          <p:cNvPicPr>
            <a:picLocks noChangeAspect="1"/>
          </p:cNvPicPr>
          <p:nvPr/>
        </p:nvPicPr>
        <p:blipFill>
          <a:blip r:embed="rId4" cstate="screen">
            <a:extLst>
              <a:ext uri="{28A0092B-C50C-407E-A947-70E740481C1C}">
                <a14:useLocalDpi xmlns:a14="http://schemas.microsoft.com/office/drawing/2010/main"/>
              </a:ext>
            </a:extLst>
          </a:blip>
          <a:stretch>
            <a:fillRect/>
          </a:stretch>
        </p:blipFill>
        <p:spPr>
          <a:xfrm>
            <a:off x="634769" y="3551981"/>
            <a:ext cx="1223565" cy="917674"/>
          </a:xfrm>
          <a:prstGeom prst="rect">
            <a:avLst/>
          </a:prstGeom>
        </p:spPr>
      </p:pic>
      <p:pic>
        <p:nvPicPr>
          <p:cNvPr id="62" name="Picture 61" descr="A blue and white logo&#10;&#10;Description automatically generated">
            <a:extLst>
              <a:ext uri="{FF2B5EF4-FFF2-40B4-BE49-F238E27FC236}">
                <a16:creationId xmlns:a16="http://schemas.microsoft.com/office/drawing/2014/main" id="{743B6FE2-7DF5-5E9C-1A76-3003C38FA2F3}"/>
              </a:ext>
            </a:extLst>
          </p:cNvPr>
          <p:cNvPicPr>
            <a:picLocks noChangeAspect="1"/>
          </p:cNvPicPr>
          <p:nvPr/>
        </p:nvPicPr>
        <p:blipFill>
          <a:blip r:embed="rId5" cstate="screen">
            <a:extLst>
              <a:ext uri="{28A0092B-C50C-407E-A947-70E740481C1C}">
                <a14:useLocalDpi xmlns:a14="http://schemas.microsoft.com/office/drawing/2010/main"/>
              </a:ext>
            </a:extLst>
          </a:blip>
          <a:stretch>
            <a:fillRect/>
          </a:stretch>
        </p:blipFill>
        <p:spPr>
          <a:xfrm>
            <a:off x="1984818" y="3551981"/>
            <a:ext cx="1213369" cy="910027"/>
          </a:xfrm>
          <a:prstGeom prst="rect">
            <a:avLst/>
          </a:prstGeom>
        </p:spPr>
      </p:pic>
      <p:pic>
        <p:nvPicPr>
          <p:cNvPr id="63" name="Picture 62" descr="A blue background with white text&#10;&#10;Description automatically generated">
            <a:extLst>
              <a:ext uri="{FF2B5EF4-FFF2-40B4-BE49-F238E27FC236}">
                <a16:creationId xmlns:a16="http://schemas.microsoft.com/office/drawing/2014/main" id="{1CA6BF9A-6398-D2B7-8437-843E5C9C3DF4}"/>
              </a:ext>
            </a:extLst>
          </p:cNvPr>
          <p:cNvPicPr>
            <a:picLocks noChangeAspect="1"/>
          </p:cNvPicPr>
          <p:nvPr/>
        </p:nvPicPr>
        <p:blipFill>
          <a:blip r:embed="rId6" cstate="screen">
            <a:extLst>
              <a:ext uri="{28A0092B-C50C-407E-A947-70E740481C1C}">
                <a14:useLocalDpi xmlns:a14="http://schemas.microsoft.com/office/drawing/2010/main"/>
              </a:ext>
            </a:extLst>
          </a:blip>
          <a:stretch>
            <a:fillRect/>
          </a:stretch>
        </p:blipFill>
        <p:spPr>
          <a:xfrm>
            <a:off x="634769" y="4586368"/>
            <a:ext cx="1219201" cy="914401"/>
          </a:xfrm>
          <a:prstGeom prst="rect">
            <a:avLst/>
          </a:prstGeom>
        </p:spPr>
      </p:pic>
      <p:pic>
        <p:nvPicPr>
          <p:cNvPr id="64" name="Picture 63" descr="A green wavy background&#10;&#10;Description automatically generated">
            <a:extLst>
              <a:ext uri="{FF2B5EF4-FFF2-40B4-BE49-F238E27FC236}">
                <a16:creationId xmlns:a16="http://schemas.microsoft.com/office/drawing/2014/main" id="{2901683E-6FEC-4AF3-5932-AD47E3FA7C58}"/>
              </a:ext>
            </a:extLst>
          </p:cNvPr>
          <p:cNvPicPr>
            <a:picLocks noChangeAspect="1"/>
          </p:cNvPicPr>
          <p:nvPr/>
        </p:nvPicPr>
        <p:blipFill rotWithShape="1">
          <a:blip r:embed="rId7" cstate="screen">
            <a:extLst>
              <a:ext uri="{28A0092B-C50C-407E-A947-70E740481C1C}">
                <a14:useLocalDpi xmlns:a14="http://schemas.microsoft.com/office/drawing/2010/main"/>
              </a:ext>
            </a:extLst>
          </a:blip>
          <a:srcRect/>
          <a:stretch/>
        </p:blipFill>
        <p:spPr>
          <a:xfrm>
            <a:off x="5478479" y="3551981"/>
            <a:ext cx="1213369" cy="914399"/>
          </a:xfrm>
          <a:prstGeom prst="rect">
            <a:avLst/>
          </a:prstGeom>
        </p:spPr>
      </p:pic>
      <p:pic>
        <p:nvPicPr>
          <p:cNvPr id="65" name="Picture 64" descr="A blue and purple background with a white logo&#10;&#10;Description automatically generated">
            <a:extLst>
              <a:ext uri="{FF2B5EF4-FFF2-40B4-BE49-F238E27FC236}">
                <a16:creationId xmlns:a16="http://schemas.microsoft.com/office/drawing/2014/main" id="{BA83A5FB-EA3A-8474-4E9C-0B06BDC8398F}"/>
              </a:ext>
            </a:extLst>
          </p:cNvPr>
          <p:cNvPicPr>
            <a:picLocks noChangeAspect="1"/>
          </p:cNvPicPr>
          <p:nvPr/>
        </p:nvPicPr>
        <p:blipFill>
          <a:blip r:embed="rId8" cstate="screen">
            <a:extLst>
              <a:ext uri="{28A0092B-C50C-407E-A947-70E740481C1C}">
                <a14:useLocalDpi xmlns:a14="http://schemas.microsoft.com/office/drawing/2010/main"/>
              </a:ext>
            </a:extLst>
          </a:blip>
          <a:stretch>
            <a:fillRect/>
          </a:stretch>
        </p:blipFill>
        <p:spPr>
          <a:xfrm>
            <a:off x="5478479" y="2523664"/>
            <a:ext cx="1219200" cy="914400"/>
          </a:xfrm>
          <a:prstGeom prst="rect">
            <a:avLst/>
          </a:prstGeom>
        </p:spPr>
      </p:pic>
      <p:pic>
        <p:nvPicPr>
          <p:cNvPr id="66" name="Picture 65" descr="A blue and orange background with white text&#10;&#10;Description automatically generated">
            <a:extLst>
              <a:ext uri="{FF2B5EF4-FFF2-40B4-BE49-F238E27FC236}">
                <a16:creationId xmlns:a16="http://schemas.microsoft.com/office/drawing/2014/main" id="{50D953EF-59D6-E6F2-8CCA-40BAC05C1EDC}"/>
              </a:ext>
            </a:extLst>
          </p:cNvPr>
          <p:cNvPicPr>
            <a:picLocks noChangeAspect="1"/>
          </p:cNvPicPr>
          <p:nvPr/>
        </p:nvPicPr>
        <p:blipFill>
          <a:blip r:embed="rId9" cstate="screen">
            <a:extLst>
              <a:ext uri="{28A0092B-C50C-407E-A947-70E740481C1C}">
                <a14:useLocalDpi xmlns:a14="http://schemas.microsoft.com/office/drawing/2010/main"/>
              </a:ext>
            </a:extLst>
          </a:blip>
          <a:stretch>
            <a:fillRect/>
          </a:stretch>
        </p:blipFill>
        <p:spPr>
          <a:xfrm>
            <a:off x="4129518" y="3551981"/>
            <a:ext cx="1222477" cy="916859"/>
          </a:xfrm>
          <a:prstGeom prst="rect">
            <a:avLst/>
          </a:prstGeom>
        </p:spPr>
      </p:pic>
      <p:pic>
        <p:nvPicPr>
          <p:cNvPr id="67" name="Picture 66" descr="A black and white swirly tunnel&#10;&#10;Description automatically generated">
            <a:extLst>
              <a:ext uri="{FF2B5EF4-FFF2-40B4-BE49-F238E27FC236}">
                <a16:creationId xmlns:a16="http://schemas.microsoft.com/office/drawing/2014/main" id="{0C247F9D-F8B5-5D1C-F073-7D9E5D8EEDF6}"/>
              </a:ext>
            </a:extLst>
          </p:cNvPr>
          <p:cNvPicPr>
            <a:picLocks/>
          </p:cNvPicPr>
          <p:nvPr/>
        </p:nvPicPr>
        <p:blipFill>
          <a:blip r:embed="rId10" cstate="screen">
            <a:extLst>
              <a:ext uri="{28A0092B-C50C-407E-A947-70E740481C1C}">
                <a14:useLocalDpi xmlns:a14="http://schemas.microsoft.com/office/drawing/2010/main"/>
              </a:ext>
            </a:extLst>
          </a:blip>
          <a:stretch>
            <a:fillRect/>
          </a:stretch>
        </p:blipFill>
        <p:spPr>
          <a:xfrm>
            <a:off x="4133088" y="4586368"/>
            <a:ext cx="1216152" cy="918972"/>
          </a:xfrm>
          <a:prstGeom prst="rect">
            <a:avLst/>
          </a:prstGeom>
        </p:spPr>
      </p:pic>
      <p:pic>
        <p:nvPicPr>
          <p:cNvPr id="71" name="Picture 4" descr="Leading Vietnamese bank MSB selects Mambu to underpin digital  transformation | Financial IT">
            <a:extLst>
              <a:ext uri="{FF2B5EF4-FFF2-40B4-BE49-F238E27FC236}">
                <a16:creationId xmlns:a16="http://schemas.microsoft.com/office/drawing/2014/main" id="{4C90050C-0E0C-F951-9BAD-EAEC8913916B}"/>
              </a:ext>
            </a:extLst>
          </p:cNvPr>
          <p:cNvPicPr>
            <a:picLocks noChangeAspect="1" noChangeArrowheads="1"/>
          </p:cNvPicPr>
          <p:nvPr/>
        </p:nvPicPr>
        <p:blipFill rotWithShape="1">
          <a:blip r:embed="rId11" cstate="screen">
            <a:clrChange>
              <a:clrFrom>
                <a:srgbClr val="FFFFFF"/>
              </a:clrFrom>
              <a:clrTo>
                <a:srgbClr val="FFFFFF">
                  <a:alpha val="0"/>
                </a:srgbClr>
              </a:clrTo>
            </a:clrChange>
            <a:lum bright="70000" contrast="-70000"/>
            <a:extLst>
              <a:ext uri="{28A0092B-C50C-407E-A947-70E740481C1C}">
                <a14:useLocalDpi xmlns:a14="http://schemas.microsoft.com/office/drawing/2010/main"/>
              </a:ext>
            </a:extLst>
          </a:blip>
          <a:srcRect l="15969" t="25645" r="11236" b="28508"/>
          <a:stretch/>
        </p:blipFill>
        <p:spPr bwMode="auto">
          <a:xfrm>
            <a:off x="5613277" y="3850374"/>
            <a:ext cx="954825" cy="300684"/>
          </a:xfrm>
          <a:prstGeom prst="rect">
            <a:avLst/>
          </a:prstGeom>
          <a:noFill/>
          <a:extLst>
            <a:ext uri="{909E8E84-426E-40DD-AFC4-6F175D3DCCD1}">
              <a14:hiddenFill xmlns:a14="http://schemas.microsoft.com/office/drawing/2010/main">
                <a:solidFill>
                  <a:srgbClr val="FFFFFF"/>
                </a:solidFill>
              </a14:hiddenFill>
            </a:ext>
          </a:extLst>
        </p:spPr>
      </p:pic>
      <p:pic>
        <p:nvPicPr>
          <p:cNvPr id="72" name="Picture 71" descr="A blue and black background&#10;&#10;Description automatically generated">
            <a:extLst>
              <a:ext uri="{FF2B5EF4-FFF2-40B4-BE49-F238E27FC236}">
                <a16:creationId xmlns:a16="http://schemas.microsoft.com/office/drawing/2014/main" id="{00FA3124-F044-85FD-D87C-C1936BB25760}"/>
              </a:ext>
            </a:extLst>
          </p:cNvPr>
          <p:cNvPicPr>
            <a:picLocks/>
          </p:cNvPicPr>
          <p:nvPr/>
        </p:nvPicPr>
        <p:blipFill rotWithShape="1">
          <a:blip r:embed="rId12" cstate="screen">
            <a:extLst>
              <a:ext uri="{28A0092B-C50C-407E-A947-70E740481C1C}">
                <a14:useLocalDpi xmlns:a14="http://schemas.microsoft.com/office/drawing/2010/main"/>
              </a:ext>
            </a:extLst>
          </a:blip>
          <a:srcRect/>
          <a:stretch/>
        </p:blipFill>
        <p:spPr>
          <a:xfrm>
            <a:off x="7639675" y="2523664"/>
            <a:ext cx="1216152" cy="914400"/>
          </a:xfrm>
          <a:prstGeom prst="rect">
            <a:avLst/>
          </a:prstGeom>
        </p:spPr>
      </p:pic>
      <p:pic>
        <p:nvPicPr>
          <p:cNvPr id="73" name="Picture 4" descr="Image result for adobe logo">
            <a:extLst>
              <a:ext uri="{FF2B5EF4-FFF2-40B4-BE49-F238E27FC236}">
                <a16:creationId xmlns:a16="http://schemas.microsoft.com/office/drawing/2014/main" id="{9DB2593A-8C1D-6867-E5C6-6FF680D79D99}"/>
              </a:ext>
            </a:extLst>
          </p:cNvPr>
          <p:cNvPicPr>
            <a:picLocks noChangeAspect="1" noChangeArrowheads="1"/>
          </p:cNvPicPr>
          <p:nvPr/>
        </p:nvPicPr>
        <p:blipFill>
          <a:blip r:embed="rId13" cstate="screen">
            <a:clrChange>
              <a:clrFrom>
                <a:srgbClr val="FFFFFF"/>
              </a:clrFrom>
              <a:clrTo>
                <a:srgbClr val="FFFFFF">
                  <a:alpha val="0"/>
                </a:srgbClr>
              </a:clrTo>
            </a:clrChange>
            <a:duotone>
              <a:schemeClr val="bg2">
                <a:shade val="45000"/>
                <a:satMod val="135000"/>
              </a:schemeClr>
              <a:prstClr val="white"/>
            </a:duotone>
            <a:extLst>
              <a:ext uri="{BEBA8EAE-BF5A-486C-A8C5-ECC9F3942E4B}">
                <a14:imgProps xmlns:a14="http://schemas.microsoft.com/office/drawing/2010/main">
                  <a14:imgLayer r:embed="rId14">
                    <a14:imgEffect>
                      <a14:brightnessContrast bright="83000"/>
                    </a14:imgEffect>
                  </a14:imgLayer>
                </a14:imgProps>
              </a:ext>
              <a:ext uri="{28A0092B-C50C-407E-A947-70E740481C1C}">
                <a14:useLocalDpi xmlns:a14="http://schemas.microsoft.com/office/drawing/2010/main"/>
              </a:ext>
            </a:extLst>
          </a:blip>
          <a:srcRect/>
          <a:stretch>
            <a:fillRect/>
          </a:stretch>
        </p:blipFill>
        <p:spPr bwMode="auto">
          <a:xfrm>
            <a:off x="7864366" y="2894355"/>
            <a:ext cx="836852" cy="251057"/>
          </a:xfrm>
          <a:prstGeom prst="rect">
            <a:avLst/>
          </a:prstGeom>
          <a:noFill/>
          <a:extLst>
            <a:ext uri="{909E8E84-426E-40DD-AFC4-6F175D3DCCD1}">
              <a14:hiddenFill xmlns:a14="http://schemas.microsoft.com/office/drawing/2010/main">
                <a:solidFill>
                  <a:srgbClr val="FFFFFF"/>
                </a:solidFill>
              </a14:hiddenFill>
            </a:ext>
          </a:extLst>
        </p:spPr>
      </p:pic>
      <p:pic>
        <p:nvPicPr>
          <p:cNvPr id="74" name="Picture 73" descr="A colorful background with a logo&#10;&#10;Description automatically generated">
            <a:extLst>
              <a:ext uri="{FF2B5EF4-FFF2-40B4-BE49-F238E27FC236}">
                <a16:creationId xmlns:a16="http://schemas.microsoft.com/office/drawing/2014/main" id="{E64FBE48-5DE3-78AF-4F8E-80338C76E977}"/>
              </a:ext>
            </a:extLst>
          </p:cNvPr>
          <p:cNvPicPr>
            <a:picLocks noChangeAspect="1"/>
          </p:cNvPicPr>
          <p:nvPr/>
        </p:nvPicPr>
        <p:blipFill>
          <a:blip r:embed="rId15" cstate="screen">
            <a:extLst>
              <a:ext uri="{28A0092B-C50C-407E-A947-70E740481C1C}">
                <a14:useLocalDpi xmlns:a14="http://schemas.microsoft.com/office/drawing/2010/main"/>
              </a:ext>
            </a:extLst>
          </a:blip>
          <a:stretch>
            <a:fillRect/>
          </a:stretch>
        </p:blipFill>
        <p:spPr>
          <a:xfrm>
            <a:off x="7639674" y="3551981"/>
            <a:ext cx="1219200" cy="914400"/>
          </a:xfrm>
          <a:prstGeom prst="rect">
            <a:avLst/>
          </a:prstGeom>
        </p:spPr>
      </p:pic>
      <p:pic>
        <p:nvPicPr>
          <p:cNvPr id="75" name="Picture 74" descr="A colorful background with a white cloud&#10;&#10;Description automatically generated">
            <a:extLst>
              <a:ext uri="{FF2B5EF4-FFF2-40B4-BE49-F238E27FC236}">
                <a16:creationId xmlns:a16="http://schemas.microsoft.com/office/drawing/2014/main" id="{D2335C02-5813-1F0D-9C74-74F3AFC5D308}"/>
              </a:ext>
            </a:extLst>
          </p:cNvPr>
          <p:cNvPicPr>
            <a:picLocks noChangeAspect="1"/>
          </p:cNvPicPr>
          <p:nvPr/>
        </p:nvPicPr>
        <p:blipFill>
          <a:blip r:embed="rId16" cstate="screen">
            <a:extLst>
              <a:ext uri="{28A0092B-C50C-407E-A947-70E740481C1C}">
                <a14:useLocalDpi xmlns:a14="http://schemas.microsoft.com/office/drawing/2010/main"/>
              </a:ext>
            </a:extLst>
          </a:blip>
          <a:stretch>
            <a:fillRect/>
          </a:stretch>
        </p:blipFill>
        <p:spPr>
          <a:xfrm>
            <a:off x="1984818" y="4586368"/>
            <a:ext cx="1219200" cy="914400"/>
          </a:xfrm>
          <a:prstGeom prst="rect">
            <a:avLst/>
          </a:prstGeom>
        </p:spPr>
      </p:pic>
      <p:pic>
        <p:nvPicPr>
          <p:cNvPr id="76" name="Picture 75" descr="A logo on a blue background&#10;&#10;Description automatically generated">
            <a:extLst>
              <a:ext uri="{FF2B5EF4-FFF2-40B4-BE49-F238E27FC236}">
                <a16:creationId xmlns:a16="http://schemas.microsoft.com/office/drawing/2014/main" id="{548DC3F0-9FFB-09B9-8AC8-957B98A7AF4C}"/>
              </a:ext>
            </a:extLst>
          </p:cNvPr>
          <p:cNvPicPr>
            <a:picLocks/>
          </p:cNvPicPr>
          <p:nvPr/>
        </p:nvPicPr>
        <p:blipFill>
          <a:blip r:embed="rId17" cstate="screen">
            <a:extLst>
              <a:ext uri="{28A0092B-C50C-407E-A947-70E740481C1C}">
                <a14:useLocalDpi xmlns:a14="http://schemas.microsoft.com/office/drawing/2010/main"/>
              </a:ext>
            </a:extLst>
          </a:blip>
          <a:stretch>
            <a:fillRect/>
          </a:stretch>
        </p:blipFill>
        <p:spPr>
          <a:xfrm>
            <a:off x="8999708" y="4586368"/>
            <a:ext cx="1213370" cy="910028"/>
          </a:xfrm>
          <a:prstGeom prst="rect">
            <a:avLst/>
          </a:prstGeom>
        </p:spPr>
      </p:pic>
      <p:pic>
        <p:nvPicPr>
          <p:cNvPr id="77" name="Picture 76" descr="A colorful background with white text&#10;&#10;Description automatically generated">
            <a:extLst>
              <a:ext uri="{FF2B5EF4-FFF2-40B4-BE49-F238E27FC236}">
                <a16:creationId xmlns:a16="http://schemas.microsoft.com/office/drawing/2014/main" id="{054978D2-CA21-D4F3-2005-851B0A75141D}"/>
              </a:ext>
            </a:extLst>
          </p:cNvPr>
          <p:cNvPicPr>
            <a:picLocks noChangeAspect="1"/>
          </p:cNvPicPr>
          <p:nvPr/>
        </p:nvPicPr>
        <p:blipFill>
          <a:blip r:embed="rId18" cstate="screen">
            <a:extLst>
              <a:ext uri="{28A0092B-C50C-407E-A947-70E740481C1C}">
                <a14:useLocalDpi xmlns:a14="http://schemas.microsoft.com/office/drawing/2010/main"/>
              </a:ext>
            </a:extLst>
          </a:blip>
          <a:stretch>
            <a:fillRect/>
          </a:stretch>
        </p:blipFill>
        <p:spPr>
          <a:xfrm>
            <a:off x="8996949" y="3551981"/>
            <a:ext cx="1219200" cy="914400"/>
          </a:xfrm>
          <a:prstGeom prst="rect">
            <a:avLst/>
          </a:prstGeom>
        </p:spPr>
      </p:pic>
      <p:pic>
        <p:nvPicPr>
          <p:cNvPr id="78" name="Picture 77" descr="A blue and orange wavy background&#10;&#10;Description automatically generated">
            <a:extLst>
              <a:ext uri="{FF2B5EF4-FFF2-40B4-BE49-F238E27FC236}">
                <a16:creationId xmlns:a16="http://schemas.microsoft.com/office/drawing/2014/main" id="{157ADDF0-E1FB-A8D4-48A1-6188590CA528}"/>
              </a:ext>
            </a:extLst>
          </p:cNvPr>
          <p:cNvPicPr>
            <a:picLocks noChangeAspect="1"/>
          </p:cNvPicPr>
          <p:nvPr/>
        </p:nvPicPr>
        <p:blipFill>
          <a:blip r:embed="rId19" cstate="screen">
            <a:extLst>
              <a:ext uri="{28A0092B-C50C-407E-A947-70E740481C1C}">
                <a14:useLocalDpi xmlns:a14="http://schemas.microsoft.com/office/drawing/2010/main"/>
              </a:ext>
            </a:extLst>
          </a:blip>
          <a:stretch>
            <a:fillRect/>
          </a:stretch>
        </p:blipFill>
        <p:spPr>
          <a:xfrm>
            <a:off x="7639673" y="4586368"/>
            <a:ext cx="1219201" cy="914401"/>
          </a:xfrm>
          <a:prstGeom prst="rect">
            <a:avLst/>
          </a:prstGeom>
        </p:spPr>
      </p:pic>
      <p:pic>
        <p:nvPicPr>
          <p:cNvPr id="79" name="Picture 78" descr="A blue and white logo&#10;&#10;Description automatically generated">
            <a:extLst>
              <a:ext uri="{FF2B5EF4-FFF2-40B4-BE49-F238E27FC236}">
                <a16:creationId xmlns:a16="http://schemas.microsoft.com/office/drawing/2014/main" id="{D91383FF-994E-D2EE-D143-AFEE31555852}"/>
              </a:ext>
            </a:extLst>
          </p:cNvPr>
          <p:cNvPicPr>
            <a:picLocks/>
          </p:cNvPicPr>
          <p:nvPr/>
        </p:nvPicPr>
        <p:blipFill>
          <a:blip r:embed="rId20" cstate="screen">
            <a:extLst>
              <a:ext uri="{28A0092B-C50C-407E-A947-70E740481C1C}">
                <a14:useLocalDpi xmlns:a14="http://schemas.microsoft.com/office/drawing/2010/main"/>
              </a:ext>
            </a:extLst>
          </a:blip>
          <a:stretch>
            <a:fillRect/>
          </a:stretch>
        </p:blipFill>
        <p:spPr>
          <a:xfrm>
            <a:off x="10338030" y="4586368"/>
            <a:ext cx="1219201" cy="914401"/>
          </a:xfrm>
          <a:prstGeom prst="rect">
            <a:avLst/>
          </a:prstGeom>
        </p:spPr>
      </p:pic>
      <p:pic>
        <p:nvPicPr>
          <p:cNvPr id="80" name="Picture 79" descr="A purple and black geometrical object&#10;&#10;Description automatically generated">
            <a:extLst>
              <a:ext uri="{FF2B5EF4-FFF2-40B4-BE49-F238E27FC236}">
                <a16:creationId xmlns:a16="http://schemas.microsoft.com/office/drawing/2014/main" id="{711B88AB-029E-0A92-36E4-785D43846415}"/>
              </a:ext>
            </a:extLst>
          </p:cNvPr>
          <p:cNvPicPr>
            <a:picLocks/>
          </p:cNvPicPr>
          <p:nvPr/>
        </p:nvPicPr>
        <p:blipFill rotWithShape="1">
          <a:blip r:embed="rId21" cstate="screen">
            <a:extLst>
              <a:ext uri="{28A0092B-C50C-407E-A947-70E740481C1C}">
                <a14:useLocalDpi xmlns:a14="http://schemas.microsoft.com/office/drawing/2010/main"/>
              </a:ext>
            </a:extLst>
          </a:blip>
          <a:srcRect/>
          <a:stretch/>
        </p:blipFill>
        <p:spPr>
          <a:xfrm>
            <a:off x="8996949" y="2523664"/>
            <a:ext cx="1219200" cy="914400"/>
          </a:xfrm>
          <a:prstGeom prst="rect">
            <a:avLst/>
          </a:prstGeom>
        </p:spPr>
      </p:pic>
      <p:pic>
        <p:nvPicPr>
          <p:cNvPr id="81" name="Picture 80" descr="A group of blue jellyfish&#10;&#10;Description automatically generated">
            <a:extLst>
              <a:ext uri="{FF2B5EF4-FFF2-40B4-BE49-F238E27FC236}">
                <a16:creationId xmlns:a16="http://schemas.microsoft.com/office/drawing/2014/main" id="{0904740E-B0E5-BAAF-485F-5B3BCEC587BD}"/>
              </a:ext>
            </a:extLst>
          </p:cNvPr>
          <p:cNvPicPr>
            <a:picLocks noChangeAspect="1"/>
          </p:cNvPicPr>
          <p:nvPr/>
        </p:nvPicPr>
        <p:blipFill rotWithShape="1">
          <a:blip r:embed="rId22" cstate="screen">
            <a:extLst>
              <a:ext uri="{28A0092B-C50C-407E-A947-70E740481C1C}">
                <a14:useLocalDpi xmlns:a14="http://schemas.microsoft.com/office/drawing/2010/main"/>
              </a:ext>
            </a:extLst>
          </a:blip>
          <a:srcRect r="-535"/>
          <a:stretch/>
        </p:blipFill>
        <p:spPr>
          <a:xfrm>
            <a:off x="5478479" y="4586368"/>
            <a:ext cx="1226310" cy="909130"/>
          </a:xfrm>
          <a:prstGeom prst="rect">
            <a:avLst/>
          </a:prstGeom>
        </p:spPr>
      </p:pic>
      <p:pic>
        <p:nvPicPr>
          <p:cNvPr id="82" name="Picture 81">
            <a:extLst>
              <a:ext uri="{FF2B5EF4-FFF2-40B4-BE49-F238E27FC236}">
                <a16:creationId xmlns:a16="http://schemas.microsoft.com/office/drawing/2014/main" id="{1A635A86-EB55-3967-8EB6-0EE28270F69D}"/>
              </a:ext>
            </a:extLst>
          </p:cNvPr>
          <p:cNvPicPr>
            <a:picLocks noChangeAspect="1"/>
          </p:cNvPicPr>
          <p:nvPr/>
        </p:nvPicPr>
        <p:blipFill>
          <a:blip r:embed="rId23" cstate="screen">
            <a:extLst>
              <a:ext uri="{28A0092B-C50C-407E-A947-70E740481C1C}">
                <a14:useLocalDpi xmlns:a14="http://schemas.microsoft.com/office/drawing/2010/main"/>
              </a:ext>
            </a:extLst>
          </a:blip>
          <a:stretch>
            <a:fillRect/>
          </a:stretch>
        </p:blipFill>
        <p:spPr>
          <a:xfrm>
            <a:off x="5768068" y="4993717"/>
            <a:ext cx="655863" cy="170631"/>
          </a:xfrm>
          <a:prstGeom prst="rect">
            <a:avLst/>
          </a:prstGeom>
        </p:spPr>
      </p:pic>
      <p:pic>
        <p:nvPicPr>
          <p:cNvPr id="83" name="Picture 82">
            <a:extLst>
              <a:ext uri="{FF2B5EF4-FFF2-40B4-BE49-F238E27FC236}">
                <a16:creationId xmlns:a16="http://schemas.microsoft.com/office/drawing/2014/main" id="{828AB279-4B87-D9AB-9347-EAC76BA5BFD0}"/>
              </a:ext>
            </a:extLst>
          </p:cNvPr>
          <p:cNvPicPr>
            <a:picLocks noChangeAspect="1"/>
          </p:cNvPicPr>
          <p:nvPr/>
        </p:nvPicPr>
        <p:blipFill>
          <a:blip r:embed="rId24" cstate="screen">
            <a:extLst>
              <a:ext uri="{28A0092B-C50C-407E-A947-70E740481C1C}">
                <a14:useLocalDpi xmlns:a14="http://schemas.microsoft.com/office/drawing/2010/main"/>
              </a:ext>
            </a:extLst>
          </a:blip>
          <a:stretch>
            <a:fillRect/>
          </a:stretch>
        </p:blipFill>
        <p:spPr>
          <a:xfrm>
            <a:off x="9310975" y="2896853"/>
            <a:ext cx="559921" cy="216636"/>
          </a:xfrm>
          <a:prstGeom prst="rect">
            <a:avLst/>
          </a:prstGeom>
        </p:spPr>
      </p:pic>
      <p:pic>
        <p:nvPicPr>
          <p:cNvPr id="84" name="Picture 83">
            <a:extLst>
              <a:ext uri="{FF2B5EF4-FFF2-40B4-BE49-F238E27FC236}">
                <a16:creationId xmlns:a16="http://schemas.microsoft.com/office/drawing/2014/main" id="{2EF92428-730A-260D-582C-9EB63CD7EC7E}"/>
              </a:ext>
            </a:extLst>
          </p:cNvPr>
          <p:cNvPicPr>
            <a:picLocks noChangeAspect="1"/>
          </p:cNvPicPr>
          <p:nvPr/>
        </p:nvPicPr>
        <p:blipFill>
          <a:blip r:embed="rId25" cstate="screen">
            <a:extLst>
              <a:ext uri="{28A0092B-C50C-407E-A947-70E740481C1C}">
                <a14:useLocalDpi xmlns:a14="http://schemas.microsoft.com/office/drawing/2010/main"/>
              </a:ext>
            </a:extLst>
          </a:blip>
          <a:stretch>
            <a:fillRect/>
          </a:stretch>
        </p:blipFill>
        <p:spPr>
          <a:xfrm>
            <a:off x="10538984" y="2925840"/>
            <a:ext cx="819142" cy="166100"/>
          </a:xfrm>
          <a:prstGeom prst="rect">
            <a:avLst/>
          </a:prstGeom>
        </p:spPr>
      </p:pic>
      <p:pic>
        <p:nvPicPr>
          <p:cNvPr id="85" name="Picture 84" descr="A circular pattern of white and blue lights&#10;&#10;Description automatically generated">
            <a:extLst>
              <a:ext uri="{FF2B5EF4-FFF2-40B4-BE49-F238E27FC236}">
                <a16:creationId xmlns:a16="http://schemas.microsoft.com/office/drawing/2014/main" id="{72207B3E-F760-EF79-F932-C1F88C3394E5}"/>
              </a:ext>
            </a:extLst>
          </p:cNvPr>
          <p:cNvPicPr>
            <a:picLocks noChangeAspect="1"/>
          </p:cNvPicPr>
          <p:nvPr/>
        </p:nvPicPr>
        <p:blipFill rotWithShape="1">
          <a:blip r:embed="rId26" cstate="screen">
            <a:extLst>
              <a:ext uri="{28A0092B-C50C-407E-A947-70E740481C1C}">
                <a14:useLocalDpi xmlns:a14="http://schemas.microsoft.com/office/drawing/2010/main"/>
              </a:ext>
            </a:extLst>
          </a:blip>
          <a:srcRect/>
          <a:stretch/>
        </p:blipFill>
        <p:spPr>
          <a:xfrm>
            <a:off x="10336802" y="3551981"/>
            <a:ext cx="1213370" cy="905338"/>
          </a:xfrm>
          <a:prstGeom prst="rect">
            <a:avLst/>
          </a:prstGeom>
        </p:spPr>
      </p:pic>
      <p:pic>
        <p:nvPicPr>
          <p:cNvPr id="86" name="Picture 85">
            <a:extLst>
              <a:ext uri="{FF2B5EF4-FFF2-40B4-BE49-F238E27FC236}">
                <a16:creationId xmlns:a16="http://schemas.microsoft.com/office/drawing/2014/main" id="{34DF8EB7-A8ED-C6D3-1B47-D2CEE01A7DF1}"/>
              </a:ext>
            </a:extLst>
          </p:cNvPr>
          <p:cNvPicPr>
            <a:picLocks noChangeAspect="1"/>
          </p:cNvPicPr>
          <p:nvPr/>
        </p:nvPicPr>
        <p:blipFill>
          <a:blip r:embed="rId27" cstate="screen">
            <a:extLst>
              <a:ext uri="{28A0092B-C50C-407E-A947-70E740481C1C}">
                <a14:useLocalDpi xmlns:a14="http://schemas.microsoft.com/office/drawing/2010/main"/>
              </a:ext>
            </a:extLst>
          </a:blip>
          <a:stretch>
            <a:fillRect/>
          </a:stretch>
        </p:blipFill>
        <p:spPr>
          <a:xfrm>
            <a:off x="10538984" y="3809209"/>
            <a:ext cx="818192" cy="454551"/>
          </a:xfrm>
          <a:prstGeom prst="rect">
            <a:avLst/>
          </a:prstGeom>
        </p:spPr>
      </p:pic>
      <p:pic>
        <p:nvPicPr>
          <p:cNvPr id="88" name="Picture 87" descr="A colorful background with white text&#10;&#10;Description automatically generated">
            <a:extLst>
              <a:ext uri="{FF2B5EF4-FFF2-40B4-BE49-F238E27FC236}">
                <a16:creationId xmlns:a16="http://schemas.microsoft.com/office/drawing/2014/main" id="{D9D1B5E2-685D-1690-854A-21E274675BD4}"/>
              </a:ext>
            </a:extLst>
          </p:cNvPr>
          <p:cNvPicPr>
            <a:picLocks noChangeAspect="1"/>
          </p:cNvPicPr>
          <p:nvPr/>
        </p:nvPicPr>
        <p:blipFill>
          <a:blip r:embed="rId28" cstate="screen">
            <a:extLst>
              <a:ext uri="{28A0092B-C50C-407E-A947-70E740481C1C}">
                <a14:useLocalDpi xmlns:a14="http://schemas.microsoft.com/office/drawing/2010/main"/>
              </a:ext>
            </a:extLst>
          </a:blip>
          <a:stretch>
            <a:fillRect/>
          </a:stretch>
        </p:blipFill>
        <p:spPr>
          <a:xfrm>
            <a:off x="4128898" y="2523664"/>
            <a:ext cx="1223716" cy="914400"/>
          </a:xfrm>
          <a:prstGeom prst="rect">
            <a:avLst/>
          </a:prstGeom>
        </p:spPr>
      </p:pic>
      <p:pic>
        <p:nvPicPr>
          <p:cNvPr id="89" name="Picture 88" descr="A blue light swirls in a circle&#10;&#10;Description automatically generated">
            <a:extLst>
              <a:ext uri="{FF2B5EF4-FFF2-40B4-BE49-F238E27FC236}">
                <a16:creationId xmlns:a16="http://schemas.microsoft.com/office/drawing/2014/main" id="{0B43B80B-1E63-B25F-5201-556FB9E9A67C}"/>
              </a:ext>
            </a:extLst>
          </p:cNvPr>
          <p:cNvPicPr>
            <a:picLocks noChangeAspect="1"/>
          </p:cNvPicPr>
          <p:nvPr/>
        </p:nvPicPr>
        <p:blipFill rotWithShape="1">
          <a:blip r:embed="rId29" cstate="screen">
            <a:extLst>
              <a:ext uri="{28A0092B-C50C-407E-A947-70E740481C1C}">
                <a14:useLocalDpi xmlns:a14="http://schemas.microsoft.com/office/drawing/2010/main"/>
              </a:ext>
            </a:extLst>
          </a:blip>
          <a:srcRect r="-979"/>
          <a:stretch/>
        </p:blipFill>
        <p:spPr>
          <a:xfrm>
            <a:off x="10336985" y="2524951"/>
            <a:ext cx="1231128" cy="912714"/>
          </a:xfrm>
          <a:prstGeom prst="rect">
            <a:avLst/>
          </a:prstGeom>
        </p:spPr>
      </p:pic>
      <p:pic>
        <p:nvPicPr>
          <p:cNvPr id="90" name="Picture 89">
            <a:extLst>
              <a:ext uri="{FF2B5EF4-FFF2-40B4-BE49-F238E27FC236}">
                <a16:creationId xmlns:a16="http://schemas.microsoft.com/office/drawing/2014/main" id="{2DAE3A74-0D1F-4421-6E6C-68C26C5B0624}"/>
              </a:ext>
            </a:extLst>
          </p:cNvPr>
          <p:cNvPicPr>
            <a:picLocks noChangeAspect="1"/>
          </p:cNvPicPr>
          <p:nvPr/>
        </p:nvPicPr>
        <p:blipFill>
          <a:blip r:embed="rId25" cstate="screen">
            <a:extLst>
              <a:ext uri="{28A0092B-C50C-407E-A947-70E740481C1C}">
                <a14:useLocalDpi xmlns:a14="http://schemas.microsoft.com/office/drawing/2010/main"/>
              </a:ext>
            </a:extLst>
          </a:blip>
          <a:stretch>
            <a:fillRect/>
          </a:stretch>
        </p:blipFill>
        <p:spPr>
          <a:xfrm>
            <a:off x="10533336" y="2927127"/>
            <a:ext cx="819142" cy="166100"/>
          </a:xfrm>
          <a:prstGeom prst="rect">
            <a:avLst/>
          </a:prstGeom>
        </p:spPr>
      </p:pic>
      <p:pic>
        <p:nvPicPr>
          <p:cNvPr id="91" name="Picture 90" descr="A colorful background with white text&#10;&#10;Description automatically generated">
            <a:extLst>
              <a:ext uri="{FF2B5EF4-FFF2-40B4-BE49-F238E27FC236}">
                <a16:creationId xmlns:a16="http://schemas.microsoft.com/office/drawing/2014/main" id="{DB56685D-3B7F-8112-611A-BE15B79BB36A}"/>
              </a:ext>
            </a:extLst>
          </p:cNvPr>
          <p:cNvPicPr>
            <a:picLocks noChangeAspect="1"/>
          </p:cNvPicPr>
          <p:nvPr/>
        </p:nvPicPr>
        <p:blipFill>
          <a:blip r:embed="rId28" cstate="screen">
            <a:extLst>
              <a:ext uri="{28A0092B-C50C-407E-A947-70E740481C1C}">
                <a14:useLocalDpi xmlns:a14="http://schemas.microsoft.com/office/drawing/2010/main"/>
              </a:ext>
            </a:extLst>
          </a:blip>
          <a:stretch>
            <a:fillRect/>
          </a:stretch>
        </p:blipFill>
        <p:spPr>
          <a:xfrm>
            <a:off x="4133088" y="2523664"/>
            <a:ext cx="1225296" cy="915581"/>
          </a:xfrm>
          <a:prstGeom prst="rect">
            <a:avLst/>
          </a:prstGeom>
        </p:spPr>
      </p:pic>
    </p:spTree>
    <p:extLst>
      <p:ext uri="{BB962C8B-B14F-4D97-AF65-F5344CB8AC3E}">
        <p14:creationId xmlns:p14="http://schemas.microsoft.com/office/powerpoint/2010/main" val="94937094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3A0AB9B8-2017-A1AB-B2DF-4930AC7E803C}"/>
              </a:ext>
            </a:extLst>
          </p:cNvPr>
          <p:cNvSpPr>
            <a:spLocks noGrp="1"/>
          </p:cNvSpPr>
          <p:nvPr>
            <p:ph type="body" sz="quarter" idx="15"/>
          </p:nvPr>
        </p:nvSpPr>
        <p:spPr>
          <a:xfrm flipH="1">
            <a:off x="623888" y="457200"/>
            <a:ext cx="8172450" cy="244101"/>
          </a:xfrm>
        </p:spPr>
        <p:txBody>
          <a:bodyPr/>
          <a:lstStyle/>
          <a:p>
            <a:r>
              <a:rPr lang="en-US" err="1"/>
              <a:t>RapidX</a:t>
            </a:r>
            <a:r>
              <a:rPr lang="en-US"/>
              <a:t>™: Build Your Digital Core</a:t>
            </a:r>
          </a:p>
        </p:txBody>
      </p:sp>
      <p:grpSp>
        <p:nvGrpSpPr>
          <p:cNvPr id="3" name="Group 2">
            <a:extLst>
              <a:ext uri="{FF2B5EF4-FFF2-40B4-BE49-F238E27FC236}">
                <a16:creationId xmlns:a16="http://schemas.microsoft.com/office/drawing/2014/main" id="{8D2F4024-82C6-69F9-5A57-31D469CFA002}"/>
              </a:ext>
            </a:extLst>
          </p:cNvPr>
          <p:cNvGrpSpPr/>
          <p:nvPr/>
        </p:nvGrpSpPr>
        <p:grpSpPr>
          <a:xfrm>
            <a:off x="4249413" y="3055432"/>
            <a:ext cx="7325354" cy="732055"/>
            <a:chOff x="4419097" y="2944399"/>
            <a:chExt cx="7325354" cy="328751"/>
          </a:xfrm>
        </p:grpSpPr>
        <p:sp>
          <p:nvSpPr>
            <p:cNvPr id="4" name="Rectangle 3">
              <a:extLst>
                <a:ext uri="{FF2B5EF4-FFF2-40B4-BE49-F238E27FC236}">
                  <a16:creationId xmlns:a16="http://schemas.microsoft.com/office/drawing/2014/main" id="{9AB83F92-C36C-233B-BDC0-1858D2B724A5}"/>
                </a:ext>
              </a:extLst>
            </p:cNvPr>
            <p:cNvSpPr/>
            <p:nvPr/>
          </p:nvSpPr>
          <p:spPr>
            <a:xfrm>
              <a:off x="4419097" y="2944399"/>
              <a:ext cx="3662677" cy="328751"/>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800" b="0" i="0" u="none" strike="noStrike" kern="1200" cap="none" spc="0" normalizeH="0" baseline="0" noProof="0">
                <a:ln>
                  <a:noFill/>
                </a:ln>
                <a:solidFill>
                  <a:prstClr val="white"/>
                </a:solidFill>
                <a:effectLst/>
                <a:uLnTx/>
                <a:uFillTx/>
                <a:latin typeface="+mj-lt"/>
                <a:ea typeface="+mn-ea"/>
                <a:cs typeface="+mn-cs"/>
              </a:endParaRPr>
            </a:p>
          </p:txBody>
        </p:sp>
        <p:sp>
          <p:nvSpPr>
            <p:cNvPr id="5" name="Rectangle 4">
              <a:extLst>
                <a:ext uri="{FF2B5EF4-FFF2-40B4-BE49-F238E27FC236}">
                  <a16:creationId xmlns:a16="http://schemas.microsoft.com/office/drawing/2014/main" id="{236099B8-070E-1B59-5B6D-25DE7F4D0B71}"/>
                </a:ext>
              </a:extLst>
            </p:cNvPr>
            <p:cNvSpPr/>
            <p:nvPr/>
          </p:nvSpPr>
          <p:spPr>
            <a:xfrm>
              <a:off x="8081774" y="2944399"/>
              <a:ext cx="3662677" cy="32875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800" b="0" i="0" u="none" strike="noStrike" kern="1200" cap="none" spc="0" normalizeH="0" baseline="0" noProof="0">
                <a:ln>
                  <a:noFill/>
                </a:ln>
                <a:solidFill>
                  <a:prstClr val="white"/>
                </a:solidFill>
                <a:effectLst/>
                <a:uLnTx/>
                <a:uFillTx/>
                <a:latin typeface="+mj-lt"/>
                <a:ea typeface="+mn-ea"/>
                <a:cs typeface="+mn-cs"/>
              </a:endParaRPr>
            </a:p>
          </p:txBody>
        </p:sp>
      </p:grpSp>
      <p:sp>
        <p:nvSpPr>
          <p:cNvPr id="6" name="TextBox 5">
            <a:extLst>
              <a:ext uri="{FF2B5EF4-FFF2-40B4-BE49-F238E27FC236}">
                <a16:creationId xmlns:a16="http://schemas.microsoft.com/office/drawing/2014/main" id="{1A5EB13E-450B-7EB2-E8C2-38694E767046}"/>
              </a:ext>
            </a:extLst>
          </p:cNvPr>
          <p:cNvSpPr txBox="1"/>
          <p:nvPr/>
        </p:nvSpPr>
        <p:spPr>
          <a:xfrm>
            <a:off x="4652838" y="3204776"/>
            <a:ext cx="2855826" cy="380415"/>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prstClr val="white"/>
                </a:solidFill>
                <a:effectLst/>
                <a:uLnTx/>
                <a:uFillTx/>
                <a:latin typeface="+mj-lt"/>
                <a:ea typeface="+mn-ea"/>
                <a:cs typeface="+mn-cs"/>
              </a:rPr>
              <a:t>CIO’s Organization</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0" i="1" u="none" strike="noStrike" kern="1200" cap="none" spc="0" normalizeH="0" baseline="0" noProof="0" dirty="0">
                <a:ln>
                  <a:noFill/>
                </a:ln>
                <a:solidFill>
                  <a:prstClr val="white"/>
                </a:solidFill>
                <a:effectLst/>
                <a:uLnTx/>
                <a:uFillTx/>
                <a:latin typeface="+mj-lt"/>
                <a:ea typeface="+mn-ea"/>
                <a:cs typeface="+mn-cs"/>
              </a:rPr>
              <a:t>Driver: grow horizontally</a:t>
            </a:r>
          </a:p>
        </p:txBody>
      </p:sp>
      <p:sp>
        <p:nvSpPr>
          <p:cNvPr id="7" name="TextBox 6">
            <a:extLst>
              <a:ext uri="{FF2B5EF4-FFF2-40B4-BE49-F238E27FC236}">
                <a16:creationId xmlns:a16="http://schemas.microsoft.com/office/drawing/2014/main" id="{3D97A487-8D08-28C6-AA90-A01CF4406878}"/>
              </a:ext>
            </a:extLst>
          </p:cNvPr>
          <p:cNvSpPr txBox="1"/>
          <p:nvPr/>
        </p:nvSpPr>
        <p:spPr>
          <a:xfrm>
            <a:off x="8315515" y="3204776"/>
            <a:ext cx="2855826" cy="380415"/>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prstClr val="white"/>
                </a:solidFill>
                <a:effectLst/>
                <a:uLnTx/>
                <a:uFillTx/>
                <a:latin typeface="+mj-lt"/>
                <a:ea typeface="+mn-ea"/>
                <a:cs typeface="+mn-cs"/>
              </a:rPr>
              <a:t>CDO’s Organization</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0" i="1" u="none" strike="noStrike" kern="1200" cap="none" spc="0" normalizeH="0" baseline="0" noProof="0" dirty="0">
                <a:ln>
                  <a:noFill/>
                </a:ln>
                <a:solidFill>
                  <a:prstClr val="white"/>
                </a:solidFill>
                <a:effectLst/>
                <a:uLnTx/>
                <a:uFillTx/>
                <a:latin typeface="+mj-lt"/>
                <a:ea typeface="+mn-ea"/>
                <a:cs typeface="+mn-cs"/>
              </a:rPr>
              <a:t>Driver: scale vertically</a:t>
            </a:r>
          </a:p>
        </p:txBody>
      </p:sp>
      <p:cxnSp>
        <p:nvCxnSpPr>
          <p:cNvPr id="8" name="Straight Connector 7">
            <a:extLst>
              <a:ext uri="{FF2B5EF4-FFF2-40B4-BE49-F238E27FC236}">
                <a16:creationId xmlns:a16="http://schemas.microsoft.com/office/drawing/2014/main" id="{0B209750-D9D3-F181-A1F3-1ABFC7CFCF51}"/>
              </a:ext>
            </a:extLst>
          </p:cNvPr>
          <p:cNvCxnSpPr>
            <a:cxnSpLocks/>
          </p:cNvCxnSpPr>
          <p:nvPr/>
        </p:nvCxnSpPr>
        <p:spPr>
          <a:xfrm>
            <a:off x="7912090" y="2385268"/>
            <a:ext cx="0" cy="1392792"/>
          </a:xfrm>
          <a:prstGeom prst="line">
            <a:avLst/>
          </a:prstGeom>
          <a:ln>
            <a:prstDash val="lgDash"/>
          </a:ln>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id="{D64E5D69-9AA7-D909-63C5-E5AFB1CC3E97}"/>
              </a:ext>
            </a:extLst>
          </p:cNvPr>
          <p:cNvCxnSpPr>
            <a:cxnSpLocks/>
          </p:cNvCxnSpPr>
          <p:nvPr/>
        </p:nvCxnSpPr>
        <p:spPr>
          <a:xfrm>
            <a:off x="4249413" y="2401193"/>
            <a:ext cx="3662677" cy="0"/>
          </a:xfrm>
          <a:prstGeom prst="line">
            <a:avLst/>
          </a:prstGeom>
          <a:ln w="28575"/>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8E53E1D9-9B0E-CFD5-649E-B3B58CCC8F64}"/>
              </a:ext>
            </a:extLst>
          </p:cNvPr>
          <p:cNvCxnSpPr>
            <a:cxnSpLocks/>
          </p:cNvCxnSpPr>
          <p:nvPr/>
        </p:nvCxnSpPr>
        <p:spPr>
          <a:xfrm flipV="1">
            <a:off x="4851007" y="2109240"/>
            <a:ext cx="0" cy="286645"/>
          </a:xfrm>
          <a:prstGeom prst="line">
            <a:avLst/>
          </a:prstGeom>
          <a:ln w="12700">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id="{AE104905-C531-B447-557D-F788FA046671}"/>
              </a:ext>
            </a:extLst>
          </p:cNvPr>
          <p:cNvCxnSpPr>
            <a:cxnSpLocks/>
          </p:cNvCxnSpPr>
          <p:nvPr/>
        </p:nvCxnSpPr>
        <p:spPr>
          <a:xfrm flipV="1">
            <a:off x="5375284" y="2109240"/>
            <a:ext cx="0" cy="286645"/>
          </a:xfrm>
          <a:prstGeom prst="line">
            <a:avLst/>
          </a:prstGeom>
          <a:ln w="12700">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7E8C05D6-13E0-1011-CFA6-280FD443D481}"/>
              </a:ext>
            </a:extLst>
          </p:cNvPr>
          <p:cNvCxnSpPr>
            <a:cxnSpLocks/>
          </p:cNvCxnSpPr>
          <p:nvPr/>
        </p:nvCxnSpPr>
        <p:spPr>
          <a:xfrm flipV="1">
            <a:off x="5963258" y="2109240"/>
            <a:ext cx="0" cy="286645"/>
          </a:xfrm>
          <a:prstGeom prst="line">
            <a:avLst/>
          </a:prstGeom>
          <a:ln w="12700">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13" name="Straight Connector 12">
            <a:extLst>
              <a:ext uri="{FF2B5EF4-FFF2-40B4-BE49-F238E27FC236}">
                <a16:creationId xmlns:a16="http://schemas.microsoft.com/office/drawing/2014/main" id="{95F299D8-1905-ADBC-9D52-046D19450F93}"/>
              </a:ext>
            </a:extLst>
          </p:cNvPr>
          <p:cNvCxnSpPr>
            <a:cxnSpLocks/>
          </p:cNvCxnSpPr>
          <p:nvPr/>
        </p:nvCxnSpPr>
        <p:spPr>
          <a:xfrm flipV="1">
            <a:off x="6551233" y="2109240"/>
            <a:ext cx="0" cy="286645"/>
          </a:xfrm>
          <a:prstGeom prst="line">
            <a:avLst/>
          </a:prstGeom>
          <a:ln w="12700">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B5C149F6-021B-8E76-7CB7-EBC4FDA2E855}"/>
              </a:ext>
            </a:extLst>
          </p:cNvPr>
          <p:cNvCxnSpPr>
            <a:cxnSpLocks/>
          </p:cNvCxnSpPr>
          <p:nvPr/>
        </p:nvCxnSpPr>
        <p:spPr>
          <a:xfrm flipV="1">
            <a:off x="7139207" y="2109240"/>
            <a:ext cx="0" cy="286645"/>
          </a:xfrm>
          <a:prstGeom prst="line">
            <a:avLst/>
          </a:prstGeom>
          <a:ln w="12700">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CC9994AB-E8DF-222E-1542-67C8F9ACE75B}"/>
              </a:ext>
            </a:extLst>
          </p:cNvPr>
          <p:cNvCxnSpPr>
            <a:cxnSpLocks/>
          </p:cNvCxnSpPr>
          <p:nvPr/>
        </p:nvCxnSpPr>
        <p:spPr>
          <a:xfrm flipV="1">
            <a:off x="7803382" y="2109239"/>
            <a:ext cx="0" cy="286645"/>
          </a:xfrm>
          <a:prstGeom prst="line">
            <a:avLst/>
          </a:prstGeom>
          <a:ln w="12700">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id="{AF4163E7-F0D6-A902-BCD5-092373CA81C7}"/>
              </a:ext>
            </a:extLst>
          </p:cNvPr>
          <p:cNvCxnSpPr>
            <a:cxnSpLocks/>
          </p:cNvCxnSpPr>
          <p:nvPr/>
        </p:nvCxnSpPr>
        <p:spPr>
          <a:xfrm>
            <a:off x="7912090" y="2402077"/>
            <a:ext cx="3662677" cy="0"/>
          </a:xfrm>
          <a:prstGeom prst="line">
            <a:avLst/>
          </a:prstGeom>
          <a:ln w="28575">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17" name="Straight Connector 16">
            <a:extLst>
              <a:ext uri="{FF2B5EF4-FFF2-40B4-BE49-F238E27FC236}">
                <a16:creationId xmlns:a16="http://schemas.microsoft.com/office/drawing/2014/main" id="{0D34C8C5-F232-A841-8779-9CC6FF74227A}"/>
              </a:ext>
            </a:extLst>
          </p:cNvPr>
          <p:cNvCxnSpPr>
            <a:cxnSpLocks/>
          </p:cNvCxnSpPr>
          <p:nvPr/>
        </p:nvCxnSpPr>
        <p:spPr>
          <a:xfrm>
            <a:off x="5058819" y="2401193"/>
            <a:ext cx="0" cy="286645"/>
          </a:xfrm>
          <a:prstGeom prst="line">
            <a:avLst/>
          </a:prstGeom>
          <a:ln w="12700">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a16="http://schemas.microsoft.com/office/drawing/2014/main" id="{08756EA3-F770-D285-1909-4985C7B643EE}"/>
              </a:ext>
            </a:extLst>
          </p:cNvPr>
          <p:cNvCxnSpPr>
            <a:cxnSpLocks/>
          </p:cNvCxnSpPr>
          <p:nvPr/>
        </p:nvCxnSpPr>
        <p:spPr>
          <a:xfrm>
            <a:off x="6160081" y="2401193"/>
            <a:ext cx="0" cy="286645"/>
          </a:xfrm>
          <a:prstGeom prst="line">
            <a:avLst/>
          </a:prstGeom>
          <a:ln w="12700">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id="{5F0E8408-D096-1AA5-616D-28B23E685ACC}"/>
              </a:ext>
            </a:extLst>
          </p:cNvPr>
          <p:cNvCxnSpPr>
            <a:cxnSpLocks/>
          </p:cNvCxnSpPr>
          <p:nvPr/>
        </p:nvCxnSpPr>
        <p:spPr>
          <a:xfrm>
            <a:off x="7292792" y="2401193"/>
            <a:ext cx="0" cy="286645"/>
          </a:xfrm>
          <a:prstGeom prst="line">
            <a:avLst/>
          </a:prstGeom>
          <a:ln w="12700">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967707CB-30F4-E0E2-4CCA-A0A8A5C57E4B}"/>
              </a:ext>
            </a:extLst>
          </p:cNvPr>
          <p:cNvCxnSpPr>
            <a:cxnSpLocks/>
          </p:cNvCxnSpPr>
          <p:nvPr/>
        </p:nvCxnSpPr>
        <p:spPr>
          <a:xfrm flipV="1">
            <a:off x="8387176" y="2109240"/>
            <a:ext cx="0" cy="286645"/>
          </a:xfrm>
          <a:prstGeom prst="line">
            <a:avLst/>
          </a:prstGeom>
          <a:ln w="12700">
            <a:solidFill>
              <a:schemeClr val="accent2"/>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21" name="Straight Connector 20">
            <a:extLst>
              <a:ext uri="{FF2B5EF4-FFF2-40B4-BE49-F238E27FC236}">
                <a16:creationId xmlns:a16="http://schemas.microsoft.com/office/drawing/2014/main" id="{A800F2EC-1E7F-C987-40C2-A2C6D8E9B266}"/>
              </a:ext>
            </a:extLst>
          </p:cNvPr>
          <p:cNvCxnSpPr>
            <a:cxnSpLocks/>
          </p:cNvCxnSpPr>
          <p:nvPr/>
        </p:nvCxnSpPr>
        <p:spPr>
          <a:xfrm flipV="1">
            <a:off x="9109980" y="2109240"/>
            <a:ext cx="0" cy="286645"/>
          </a:xfrm>
          <a:prstGeom prst="line">
            <a:avLst/>
          </a:prstGeom>
          <a:ln w="12700">
            <a:solidFill>
              <a:schemeClr val="accent2"/>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22" name="Straight Connector 21">
            <a:extLst>
              <a:ext uri="{FF2B5EF4-FFF2-40B4-BE49-F238E27FC236}">
                <a16:creationId xmlns:a16="http://schemas.microsoft.com/office/drawing/2014/main" id="{C9B3ED0B-0D29-7BA9-CE54-7B35A8CD9F63}"/>
              </a:ext>
            </a:extLst>
          </p:cNvPr>
          <p:cNvCxnSpPr>
            <a:cxnSpLocks/>
          </p:cNvCxnSpPr>
          <p:nvPr/>
        </p:nvCxnSpPr>
        <p:spPr>
          <a:xfrm flipV="1">
            <a:off x="9816084" y="2109240"/>
            <a:ext cx="0" cy="286645"/>
          </a:xfrm>
          <a:prstGeom prst="line">
            <a:avLst/>
          </a:prstGeom>
          <a:ln w="12700">
            <a:solidFill>
              <a:schemeClr val="accent2"/>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23" name="Straight Connector 22">
            <a:extLst>
              <a:ext uri="{FF2B5EF4-FFF2-40B4-BE49-F238E27FC236}">
                <a16:creationId xmlns:a16="http://schemas.microsoft.com/office/drawing/2014/main" id="{0D5E422A-F529-E20D-00DD-4C804B7D631D}"/>
              </a:ext>
            </a:extLst>
          </p:cNvPr>
          <p:cNvCxnSpPr>
            <a:cxnSpLocks/>
          </p:cNvCxnSpPr>
          <p:nvPr/>
        </p:nvCxnSpPr>
        <p:spPr>
          <a:xfrm flipV="1">
            <a:off x="10462782" y="2109240"/>
            <a:ext cx="0" cy="286645"/>
          </a:xfrm>
          <a:prstGeom prst="line">
            <a:avLst/>
          </a:prstGeom>
          <a:ln w="12700">
            <a:solidFill>
              <a:schemeClr val="accent2"/>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24" name="Straight Connector 23">
            <a:extLst>
              <a:ext uri="{FF2B5EF4-FFF2-40B4-BE49-F238E27FC236}">
                <a16:creationId xmlns:a16="http://schemas.microsoft.com/office/drawing/2014/main" id="{FA89284D-0F50-1AA6-FFB7-5846D155D820}"/>
              </a:ext>
            </a:extLst>
          </p:cNvPr>
          <p:cNvCxnSpPr>
            <a:cxnSpLocks/>
          </p:cNvCxnSpPr>
          <p:nvPr/>
        </p:nvCxnSpPr>
        <p:spPr>
          <a:xfrm flipV="1">
            <a:off x="11289008" y="2109240"/>
            <a:ext cx="0" cy="286645"/>
          </a:xfrm>
          <a:prstGeom prst="line">
            <a:avLst/>
          </a:prstGeom>
          <a:ln w="12700">
            <a:solidFill>
              <a:schemeClr val="accent2"/>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25" name="Straight Connector 24">
            <a:extLst>
              <a:ext uri="{FF2B5EF4-FFF2-40B4-BE49-F238E27FC236}">
                <a16:creationId xmlns:a16="http://schemas.microsoft.com/office/drawing/2014/main" id="{ADE2D917-BD36-BC21-4528-797B692CE17C}"/>
              </a:ext>
            </a:extLst>
          </p:cNvPr>
          <p:cNvCxnSpPr>
            <a:cxnSpLocks/>
          </p:cNvCxnSpPr>
          <p:nvPr/>
        </p:nvCxnSpPr>
        <p:spPr>
          <a:xfrm>
            <a:off x="8746365" y="2401193"/>
            <a:ext cx="0" cy="286645"/>
          </a:xfrm>
          <a:prstGeom prst="line">
            <a:avLst/>
          </a:prstGeom>
          <a:ln w="12700">
            <a:solidFill>
              <a:schemeClr val="accent2"/>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26" name="Straight Connector 25">
            <a:extLst>
              <a:ext uri="{FF2B5EF4-FFF2-40B4-BE49-F238E27FC236}">
                <a16:creationId xmlns:a16="http://schemas.microsoft.com/office/drawing/2014/main" id="{9C6CBF6B-7B38-8015-95F6-D254A8C5C8D2}"/>
              </a:ext>
            </a:extLst>
          </p:cNvPr>
          <p:cNvCxnSpPr>
            <a:cxnSpLocks/>
          </p:cNvCxnSpPr>
          <p:nvPr/>
        </p:nvCxnSpPr>
        <p:spPr>
          <a:xfrm>
            <a:off x="10016801" y="2401193"/>
            <a:ext cx="0" cy="286645"/>
          </a:xfrm>
          <a:prstGeom prst="line">
            <a:avLst/>
          </a:prstGeom>
          <a:ln w="12700">
            <a:solidFill>
              <a:schemeClr val="accent2"/>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27" name="object 52">
            <a:extLst>
              <a:ext uri="{FF2B5EF4-FFF2-40B4-BE49-F238E27FC236}">
                <a16:creationId xmlns:a16="http://schemas.microsoft.com/office/drawing/2014/main" id="{1A630E15-4056-C927-8670-BF7166AFDDB0}"/>
              </a:ext>
            </a:extLst>
          </p:cNvPr>
          <p:cNvSpPr txBox="1"/>
          <p:nvPr/>
        </p:nvSpPr>
        <p:spPr>
          <a:xfrm>
            <a:off x="6843459" y="1841640"/>
            <a:ext cx="667694" cy="242974"/>
          </a:xfrm>
          <a:prstGeom prst="rect">
            <a:avLst/>
          </a:prstGeom>
        </p:spPr>
        <p:txBody>
          <a:bodyPr vert="horz" wrap="square" lIns="0" tIns="9242" rIns="0" bIns="0" rtlCol="0">
            <a:spAutoFit/>
          </a:bodyPr>
          <a:lstStyle/>
          <a:p>
            <a:pPr marL="7701" marR="3081" lvl="0" indent="0" algn="ctr" defTabSz="914400" rtl="0" eaLnBrk="1" fontAlgn="auto" latinLnBrk="0" hangingPunct="1">
              <a:lnSpc>
                <a:spcPct val="100000"/>
              </a:lnSpc>
              <a:spcBef>
                <a:spcPts val="73"/>
              </a:spcBef>
              <a:spcAft>
                <a:spcPts val="0"/>
              </a:spcAft>
              <a:buClrTx/>
              <a:buSzTx/>
              <a:buFontTx/>
              <a:buNone/>
              <a:tabLst/>
              <a:defRPr/>
            </a:pPr>
            <a:r>
              <a:rPr kumimoji="0" lang="en-US" sz="800" b="0" i="0" u="none" strike="noStrike" kern="1200" cap="none" spc="0" normalizeH="0" baseline="0" noProof="0">
                <a:ln>
                  <a:noFill/>
                </a:ln>
                <a:solidFill>
                  <a:srgbClr val="000000"/>
                </a:solidFill>
                <a:effectLst/>
                <a:uLnTx/>
                <a:uFillTx/>
                <a:latin typeface="+mj-lt"/>
                <a:ea typeface="+mn-ea"/>
                <a:cs typeface="+mn-cs"/>
              </a:rPr>
              <a:t>Federation Of Excellence</a:t>
            </a:r>
          </a:p>
        </p:txBody>
      </p:sp>
      <p:sp>
        <p:nvSpPr>
          <p:cNvPr id="28" name="object 53">
            <a:extLst>
              <a:ext uri="{FF2B5EF4-FFF2-40B4-BE49-F238E27FC236}">
                <a16:creationId xmlns:a16="http://schemas.microsoft.com/office/drawing/2014/main" id="{668787A3-E112-E3EF-E431-F242CDA9A377}"/>
              </a:ext>
            </a:extLst>
          </p:cNvPr>
          <p:cNvSpPr txBox="1"/>
          <p:nvPr/>
        </p:nvSpPr>
        <p:spPr>
          <a:xfrm>
            <a:off x="5653226" y="1841641"/>
            <a:ext cx="613431" cy="242974"/>
          </a:xfrm>
          <a:prstGeom prst="rect">
            <a:avLst/>
          </a:prstGeom>
        </p:spPr>
        <p:txBody>
          <a:bodyPr vert="horz" wrap="square" lIns="0" tIns="9242" rIns="0" bIns="0" rtlCol="0">
            <a:spAutoFit/>
          </a:bodyPr>
          <a:lstStyle/>
          <a:p>
            <a:pPr marL="7701" marR="3081" lvl="0" indent="0" algn="ctr" defTabSz="914400" rtl="0" eaLnBrk="1" fontAlgn="auto" latinLnBrk="0" hangingPunct="1">
              <a:lnSpc>
                <a:spcPct val="100000"/>
              </a:lnSpc>
              <a:spcBef>
                <a:spcPts val="73"/>
              </a:spcBef>
              <a:spcAft>
                <a:spcPts val="0"/>
              </a:spcAft>
              <a:buClrTx/>
              <a:buSzTx/>
              <a:buFontTx/>
              <a:buNone/>
              <a:tabLst/>
              <a:defRPr/>
            </a:pPr>
            <a:r>
              <a:rPr kumimoji="0" lang="en-US" sz="800" b="0" i="0" u="none" strike="noStrike" kern="1200" cap="none" spc="0" normalizeH="0" baseline="0" noProof="0" dirty="0">
                <a:ln>
                  <a:noFill/>
                </a:ln>
                <a:solidFill>
                  <a:srgbClr val="000000"/>
                </a:solidFill>
                <a:effectLst/>
                <a:uLnTx/>
                <a:uFillTx/>
                <a:latin typeface="+mj-lt"/>
                <a:ea typeface="+mn-ea"/>
                <a:cs typeface="+mn-cs"/>
              </a:rPr>
              <a:t>Developer Velocity</a:t>
            </a:r>
          </a:p>
        </p:txBody>
      </p:sp>
      <p:sp>
        <p:nvSpPr>
          <p:cNvPr id="29" name="object 54">
            <a:extLst>
              <a:ext uri="{FF2B5EF4-FFF2-40B4-BE49-F238E27FC236}">
                <a16:creationId xmlns:a16="http://schemas.microsoft.com/office/drawing/2014/main" id="{25ABD263-25F0-3386-46E5-587CD810CDD6}"/>
              </a:ext>
            </a:extLst>
          </p:cNvPr>
          <p:cNvSpPr txBox="1"/>
          <p:nvPr/>
        </p:nvSpPr>
        <p:spPr>
          <a:xfrm>
            <a:off x="4571562" y="1738906"/>
            <a:ext cx="526985" cy="360025"/>
          </a:xfrm>
          <a:prstGeom prst="rect">
            <a:avLst/>
          </a:prstGeom>
        </p:spPr>
        <p:txBody>
          <a:bodyPr vert="horz" wrap="square" lIns="0" tIns="9242" rIns="0" bIns="0" rtlCol="0">
            <a:spAutoFit/>
          </a:bodyPr>
          <a:lstStyle/>
          <a:p>
            <a:pPr marL="6350" marR="3081" lvl="0" indent="-6350" algn="ctr" defTabSz="914400" rtl="0" eaLnBrk="1" fontAlgn="auto" latinLnBrk="0" hangingPunct="1">
              <a:lnSpc>
                <a:spcPct val="100000"/>
              </a:lnSpc>
              <a:spcBef>
                <a:spcPts val="73"/>
              </a:spcBef>
              <a:spcAft>
                <a:spcPts val="0"/>
              </a:spcAft>
              <a:buClrTx/>
              <a:buSzTx/>
              <a:buFontTx/>
              <a:buNone/>
              <a:tabLst/>
              <a:defRPr/>
            </a:pPr>
            <a:r>
              <a:rPr kumimoji="0" lang="en-US" sz="800" b="0" i="0" u="none" strike="noStrike" kern="1200" cap="none" spc="0" normalizeH="0" baseline="0" noProof="0">
                <a:ln>
                  <a:noFill/>
                </a:ln>
                <a:solidFill>
                  <a:srgbClr val="000000"/>
                </a:solidFill>
                <a:effectLst/>
                <a:uLnTx/>
                <a:uFillTx/>
                <a:latin typeface="+mj-lt"/>
                <a:ea typeface="+mn-ea"/>
                <a:cs typeface="+mn-cs"/>
              </a:rPr>
              <a:t>Day 1 Production Grade</a:t>
            </a:r>
          </a:p>
        </p:txBody>
      </p:sp>
      <p:sp>
        <p:nvSpPr>
          <p:cNvPr id="30" name="object 61">
            <a:extLst>
              <a:ext uri="{FF2B5EF4-FFF2-40B4-BE49-F238E27FC236}">
                <a16:creationId xmlns:a16="http://schemas.microsoft.com/office/drawing/2014/main" id="{8D92D522-D1A8-A9F0-C339-46359BF2F269}"/>
              </a:ext>
            </a:extLst>
          </p:cNvPr>
          <p:cNvSpPr txBox="1"/>
          <p:nvPr/>
        </p:nvSpPr>
        <p:spPr>
          <a:xfrm>
            <a:off x="7585132" y="1841640"/>
            <a:ext cx="436498" cy="242974"/>
          </a:xfrm>
          <a:prstGeom prst="rect">
            <a:avLst/>
          </a:prstGeom>
        </p:spPr>
        <p:txBody>
          <a:bodyPr vert="horz" wrap="square" lIns="0" tIns="9242" rIns="0" bIns="0" rtlCol="0">
            <a:spAutoFit/>
          </a:bodyPr>
          <a:lstStyle/>
          <a:p>
            <a:pPr marL="7701" marR="0" lvl="0" indent="0" algn="ctr" defTabSz="914400" rtl="0" eaLnBrk="1" fontAlgn="auto" latinLnBrk="0" hangingPunct="1">
              <a:lnSpc>
                <a:spcPct val="100000"/>
              </a:lnSpc>
              <a:spcBef>
                <a:spcPts val="73"/>
              </a:spcBef>
              <a:spcAft>
                <a:spcPts val="0"/>
              </a:spcAft>
              <a:buClrTx/>
              <a:buSzTx/>
              <a:buFontTx/>
              <a:buNone/>
              <a:tabLst/>
              <a:defRPr/>
            </a:pPr>
            <a:r>
              <a:rPr kumimoji="0" lang="en-US" sz="800" b="0" i="0" u="none" strike="noStrike" kern="1200" cap="none" spc="0" normalizeH="0" baseline="0" noProof="0">
                <a:ln>
                  <a:noFill/>
                </a:ln>
                <a:solidFill>
                  <a:srgbClr val="000000"/>
                </a:solidFill>
                <a:effectLst/>
                <a:uLnTx/>
                <a:uFillTx/>
                <a:latin typeface="+mj-lt"/>
                <a:ea typeface="+mn-ea"/>
                <a:cs typeface="+mn-cs"/>
              </a:rPr>
              <a:t>Oneness of IT</a:t>
            </a:r>
          </a:p>
        </p:txBody>
      </p:sp>
      <p:sp>
        <p:nvSpPr>
          <p:cNvPr id="31" name="object 62">
            <a:extLst>
              <a:ext uri="{FF2B5EF4-FFF2-40B4-BE49-F238E27FC236}">
                <a16:creationId xmlns:a16="http://schemas.microsoft.com/office/drawing/2014/main" id="{743B2B33-06F7-986F-B52D-63838494831A}"/>
              </a:ext>
            </a:extLst>
          </p:cNvPr>
          <p:cNvSpPr txBox="1"/>
          <p:nvPr/>
        </p:nvSpPr>
        <p:spPr>
          <a:xfrm>
            <a:off x="5151781" y="1841641"/>
            <a:ext cx="447006" cy="242974"/>
          </a:xfrm>
          <a:prstGeom prst="rect">
            <a:avLst/>
          </a:prstGeom>
        </p:spPr>
        <p:txBody>
          <a:bodyPr vert="horz" wrap="square" lIns="0" tIns="9242" rIns="0" bIns="0" rtlCol="0">
            <a:spAutoFit/>
          </a:bodyPr>
          <a:lstStyle/>
          <a:p>
            <a:pPr marL="7701" marR="3081" lvl="0" indent="0" algn="ctr" defTabSz="914400" rtl="0" eaLnBrk="1" fontAlgn="auto" latinLnBrk="0" hangingPunct="1">
              <a:lnSpc>
                <a:spcPct val="100000"/>
              </a:lnSpc>
              <a:spcBef>
                <a:spcPts val="73"/>
              </a:spcBef>
              <a:spcAft>
                <a:spcPts val="0"/>
              </a:spcAft>
              <a:buClrTx/>
              <a:buSzTx/>
              <a:buFontTx/>
              <a:buNone/>
              <a:tabLst/>
              <a:defRPr/>
            </a:pPr>
            <a:r>
              <a:rPr kumimoji="0" lang="en-US" sz="800" b="0" i="0" u="none" strike="noStrike" kern="1200" cap="none" spc="0" normalizeH="0" baseline="0" noProof="0">
                <a:ln>
                  <a:noFill/>
                </a:ln>
                <a:solidFill>
                  <a:srgbClr val="000000"/>
                </a:solidFill>
                <a:effectLst/>
                <a:uLnTx/>
                <a:uFillTx/>
                <a:latin typeface="+mj-lt"/>
                <a:ea typeface="+mn-ea"/>
                <a:cs typeface="+mn-cs"/>
              </a:rPr>
              <a:t>Talent Mobility</a:t>
            </a:r>
          </a:p>
        </p:txBody>
      </p:sp>
      <p:sp>
        <p:nvSpPr>
          <p:cNvPr id="32" name="object 64">
            <a:extLst>
              <a:ext uri="{FF2B5EF4-FFF2-40B4-BE49-F238E27FC236}">
                <a16:creationId xmlns:a16="http://schemas.microsoft.com/office/drawing/2014/main" id="{CF793514-A05D-3E77-E4F6-B35CBED6AAB5}"/>
              </a:ext>
            </a:extLst>
          </p:cNvPr>
          <p:cNvSpPr txBox="1"/>
          <p:nvPr/>
        </p:nvSpPr>
        <p:spPr>
          <a:xfrm>
            <a:off x="6217383" y="1841641"/>
            <a:ext cx="667697" cy="242974"/>
          </a:xfrm>
          <a:prstGeom prst="rect">
            <a:avLst/>
          </a:prstGeom>
        </p:spPr>
        <p:txBody>
          <a:bodyPr vert="horz" wrap="square" lIns="0" tIns="9242" rIns="0" bIns="0" rtlCol="0">
            <a:spAutoFit/>
          </a:bodyPr>
          <a:lstStyle/>
          <a:p>
            <a:pPr marL="7701" marR="3081" lvl="0" indent="0" algn="ctr" defTabSz="914400" rtl="0" eaLnBrk="1" fontAlgn="auto" latinLnBrk="0" hangingPunct="1">
              <a:lnSpc>
                <a:spcPct val="100000"/>
              </a:lnSpc>
              <a:spcBef>
                <a:spcPts val="73"/>
              </a:spcBef>
              <a:spcAft>
                <a:spcPts val="0"/>
              </a:spcAft>
              <a:buClrTx/>
              <a:buSzTx/>
              <a:buFontTx/>
              <a:buNone/>
              <a:tabLst/>
              <a:defRPr/>
            </a:pPr>
            <a:r>
              <a:rPr kumimoji="0" lang="en-US" sz="800" b="0" i="0" u="none" strike="noStrike" kern="1200" cap="none" spc="0" normalizeH="0" baseline="0" noProof="0">
                <a:ln>
                  <a:noFill/>
                </a:ln>
                <a:solidFill>
                  <a:srgbClr val="000000"/>
                </a:solidFill>
                <a:effectLst/>
                <a:uLnTx/>
                <a:uFillTx/>
                <a:latin typeface="+mj-lt"/>
                <a:ea typeface="+mn-ea"/>
                <a:cs typeface="+mn-cs"/>
              </a:rPr>
              <a:t>Standards Compliance</a:t>
            </a:r>
          </a:p>
        </p:txBody>
      </p:sp>
      <p:sp>
        <p:nvSpPr>
          <p:cNvPr id="33" name="object 55">
            <a:extLst>
              <a:ext uri="{FF2B5EF4-FFF2-40B4-BE49-F238E27FC236}">
                <a16:creationId xmlns:a16="http://schemas.microsoft.com/office/drawing/2014/main" id="{6DF377C4-65E7-E57D-1E17-249D76204721}"/>
              </a:ext>
            </a:extLst>
          </p:cNvPr>
          <p:cNvSpPr txBox="1"/>
          <p:nvPr/>
        </p:nvSpPr>
        <p:spPr>
          <a:xfrm>
            <a:off x="4808971" y="2717120"/>
            <a:ext cx="499696" cy="255554"/>
          </a:xfrm>
          <a:prstGeom prst="rect">
            <a:avLst/>
          </a:prstGeom>
        </p:spPr>
        <p:txBody>
          <a:bodyPr vert="horz" wrap="square" lIns="0" tIns="9242" rIns="0" bIns="0" rtlCol="0">
            <a:spAutoFit/>
          </a:bodyPr>
          <a:lstStyle>
            <a:defPPr>
              <a:defRPr lang="en-US"/>
            </a:defPPr>
            <a:lvl1pPr marL="7701" marR="3081" algn="ctr">
              <a:spcBef>
                <a:spcPts val="73"/>
              </a:spcBef>
              <a:defRPr sz="1000"/>
            </a:lvl1pPr>
          </a:lstStyle>
          <a:p>
            <a:pPr marL="7701" marR="3081" lvl="0" indent="0" algn="ctr" defTabSz="914400" rtl="0" eaLnBrk="1" fontAlgn="auto" latinLnBrk="0" hangingPunct="1">
              <a:lnSpc>
                <a:spcPct val="100000"/>
              </a:lnSpc>
              <a:spcBef>
                <a:spcPts val="73"/>
              </a:spcBef>
              <a:spcAft>
                <a:spcPts val="0"/>
              </a:spcAft>
              <a:buClrTx/>
              <a:buSzTx/>
              <a:buFontTx/>
              <a:buNone/>
              <a:tabLst/>
              <a:defRPr/>
            </a:pPr>
            <a:r>
              <a:rPr kumimoji="0" lang="en-US" sz="800" b="0" i="0" u="none" strike="noStrike" kern="1200" cap="none" spc="0" normalizeH="0" baseline="0" noProof="0">
                <a:ln>
                  <a:noFill/>
                </a:ln>
                <a:solidFill>
                  <a:srgbClr val="000000"/>
                </a:solidFill>
                <a:effectLst/>
                <a:uLnTx/>
                <a:uFillTx/>
                <a:latin typeface="+mj-lt"/>
                <a:ea typeface="+mn-ea"/>
                <a:cs typeface="+mn-cs"/>
              </a:rPr>
              <a:t>Technical Debt</a:t>
            </a:r>
          </a:p>
        </p:txBody>
      </p:sp>
      <p:sp>
        <p:nvSpPr>
          <p:cNvPr id="34" name="object 57">
            <a:extLst>
              <a:ext uri="{FF2B5EF4-FFF2-40B4-BE49-F238E27FC236}">
                <a16:creationId xmlns:a16="http://schemas.microsoft.com/office/drawing/2014/main" id="{5B0CE5B1-B20E-5396-4439-9A94E15DE93D}"/>
              </a:ext>
            </a:extLst>
          </p:cNvPr>
          <p:cNvSpPr txBox="1"/>
          <p:nvPr/>
        </p:nvSpPr>
        <p:spPr>
          <a:xfrm>
            <a:off x="5683128" y="2717120"/>
            <a:ext cx="953904" cy="255554"/>
          </a:xfrm>
          <a:prstGeom prst="rect">
            <a:avLst/>
          </a:prstGeom>
        </p:spPr>
        <p:txBody>
          <a:bodyPr vert="horz" wrap="square" lIns="0" tIns="9242" rIns="0" bIns="0" rtlCol="0">
            <a:spAutoFit/>
          </a:bodyPr>
          <a:lstStyle>
            <a:defPPr>
              <a:defRPr lang="en-US"/>
            </a:defPPr>
            <a:lvl1pPr marL="7701" marR="3081" algn="ctr">
              <a:spcBef>
                <a:spcPts val="73"/>
              </a:spcBef>
              <a:defRPr sz="1000"/>
            </a:lvl1pPr>
          </a:lstStyle>
          <a:p>
            <a:pPr marL="7701" marR="3081" lvl="0" indent="0" algn="ctr" defTabSz="914400" rtl="0" eaLnBrk="1" fontAlgn="auto" latinLnBrk="0" hangingPunct="1">
              <a:lnSpc>
                <a:spcPct val="100000"/>
              </a:lnSpc>
              <a:spcBef>
                <a:spcPts val="73"/>
              </a:spcBef>
              <a:spcAft>
                <a:spcPts val="0"/>
              </a:spcAft>
              <a:buClrTx/>
              <a:buSzTx/>
              <a:buFontTx/>
              <a:buNone/>
              <a:tabLst/>
              <a:defRPr/>
            </a:pPr>
            <a:r>
              <a:rPr kumimoji="0" lang="en-US" sz="800" b="0" i="0" u="none" strike="noStrike" kern="1200" cap="none" spc="0" normalizeH="0" baseline="0" noProof="0">
                <a:ln>
                  <a:noFill/>
                </a:ln>
                <a:solidFill>
                  <a:srgbClr val="000000"/>
                </a:solidFill>
                <a:effectLst/>
                <a:uLnTx/>
                <a:uFillTx/>
                <a:latin typeface="+mj-lt"/>
                <a:ea typeface="+mn-ea"/>
                <a:cs typeface="+mn-cs"/>
              </a:rPr>
              <a:t>Exposure to Technology Risks</a:t>
            </a:r>
          </a:p>
        </p:txBody>
      </p:sp>
      <p:sp>
        <p:nvSpPr>
          <p:cNvPr id="35" name="object 58">
            <a:extLst>
              <a:ext uri="{FF2B5EF4-FFF2-40B4-BE49-F238E27FC236}">
                <a16:creationId xmlns:a16="http://schemas.microsoft.com/office/drawing/2014/main" id="{4486D723-2739-908B-AA63-CFB5BF3B5D0B}"/>
              </a:ext>
            </a:extLst>
          </p:cNvPr>
          <p:cNvSpPr txBox="1"/>
          <p:nvPr/>
        </p:nvSpPr>
        <p:spPr>
          <a:xfrm>
            <a:off x="6940005" y="2717120"/>
            <a:ext cx="705574" cy="242974"/>
          </a:xfrm>
          <a:prstGeom prst="rect">
            <a:avLst/>
          </a:prstGeom>
        </p:spPr>
        <p:txBody>
          <a:bodyPr vert="horz" wrap="square" lIns="0" tIns="9242" rIns="0" bIns="0" rtlCol="0">
            <a:spAutoFit/>
          </a:bodyPr>
          <a:lstStyle>
            <a:defPPr>
              <a:defRPr lang="en-US"/>
            </a:defPPr>
            <a:lvl1pPr marL="7701" marR="3081" algn="ctr">
              <a:spcBef>
                <a:spcPts val="73"/>
              </a:spcBef>
              <a:defRPr sz="1000"/>
            </a:lvl1pPr>
          </a:lstStyle>
          <a:p>
            <a:pPr marL="7701" marR="3081" lvl="0" indent="0" algn="ctr" defTabSz="914400" rtl="0" eaLnBrk="1" fontAlgn="auto" latinLnBrk="0" hangingPunct="1">
              <a:lnSpc>
                <a:spcPct val="100000"/>
              </a:lnSpc>
              <a:spcBef>
                <a:spcPts val="73"/>
              </a:spcBef>
              <a:spcAft>
                <a:spcPts val="0"/>
              </a:spcAft>
              <a:buClrTx/>
              <a:buSzTx/>
              <a:buFontTx/>
              <a:buNone/>
              <a:tabLst/>
              <a:defRPr/>
            </a:pPr>
            <a:r>
              <a:rPr kumimoji="0" lang="en-US" sz="800" b="0" i="0" u="none" strike="noStrike" kern="1200" cap="none" spc="0" normalizeH="0" baseline="0" noProof="0">
                <a:ln>
                  <a:noFill/>
                </a:ln>
                <a:solidFill>
                  <a:srgbClr val="000000"/>
                </a:solidFill>
                <a:effectLst/>
                <a:uLnTx/>
                <a:uFillTx/>
                <a:latin typeface="+mj-lt"/>
                <a:ea typeface="+mn-ea"/>
                <a:cs typeface="+mn-cs"/>
              </a:rPr>
              <a:t>Dependency on Critical Few</a:t>
            </a:r>
          </a:p>
        </p:txBody>
      </p:sp>
      <p:sp>
        <p:nvSpPr>
          <p:cNvPr id="36" name="object 19">
            <a:extLst>
              <a:ext uri="{FF2B5EF4-FFF2-40B4-BE49-F238E27FC236}">
                <a16:creationId xmlns:a16="http://schemas.microsoft.com/office/drawing/2014/main" id="{B62B4E93-86E0-1B3C-91CF-AFA53FA72EAD}"/>
              </a:ext>
            </a:extLst>
          </p:cNvPr>
          <p:cNvSpPr txBox="1"/>
          <p:nvPr/>
        </p:nvSpPr>
        <p:spPr>
          <a:xfrm>
            <a:off x="10043347" y="1841640"/>
            <a:ext cx="819079" cy="255554"/>
          </a:xfrm>
          <a:prstGeom prst="rect">
            <a:avLst/>
          </a:prstGeom>
        </p:spPr>
        <p:txBody>
          <a:bodyPr vert="horz" wrap="square" lIns="0" tIns="9242" rIns="0" bIns="0" rtlCol="0">
            <a:spAutoFit/>
          </a:bodyPr>
          <a:lstStyle>
            <a:defPPr>
              <a:defRPr lang="en-US"/>
            </a:defPPr>
            <a:lvl1pPr marL="7701" algn="ctr">
              <a:spcBef>
                <a:spcPts val="73"/>
              </a:spcBef>
              <a:defRPr sz="1000"/>
            </a:lvl1pPr>
          </a:lstStyle>
          <a:p>
            <a:pPr marL="7701" marR="0" lvl="0" indent="0" algn="ctr" defTabSz="914400" rtl="0" eaLnBrk="1" fontAlgn="auto" latinLnBrk="0" hangingPunct="1">
              <a:lnSpc>
                <a:spcPct val="100000"/>
              </a:lnSpc>
              <a:spcBef>
                <a:spcPts val="73"/>
              </a:spcBef>
              <a:spcAft>
                <a:spcPts val="0"/>
              </a:spcAft>
              <a:buClrTx/>
              <a:buSzTx/>
              <a:buFontTx/>
              <a:buNone/>
              <a:tabLst/>
              <a:defRPr/>
            </a:pPr>
            <a:r>
              <a:rPr kumimoji="0" sz="800" b="0" i="0" u="none" strike="noStrike" kern="1200" cap="none" spc="0" normalizeH="0" baseline="0" noProof="0">
                <a:ln>
                  <a:noFill/>
                </a:ln>
                <a:solidFill>
                  <a:srgbClr val="000000"/>
                </a:solidFill>
                <a:effectLst/>
                <a:uLnTx/>
                <a:uFillTx/>
                <a:latin typeface="+mj-lt"/>
                <a:ea typeface="+mn-ea"/>
                <a:cs typeface="+mn-cs"/>
              </a:rPr>
              <a:t>Consumerization of IT</a:t>
            </a:r>
          </a:p>
        </p:txBody>
      </p:sp>
      <p:sp>
        <p:nvSpPr>
          <p:cNvPr id="37" name="object 50">
            <a:extLst>
              <a:ext uri="{FF2B5EF4-FFF2-40B4-BE49-F238E27FC236}">
                <a16:creationId xmlns:a16="http://schemas.microsoft.com/office/drawing/2014/main" id="{1D66CFEE-1724-7AD5-45AA-F0C550166E04}"/>
              </a:ext>
            </a:extLst>
          </p:cNvPr>
          <p:cNvSpPr txBox="1"/>
          <p:nvPr/>
        </p:nvSpPr>
        <p:spPr>
          <a:xfrm>
            <a:off x="9527691" y="1841640"/>
            <a:ext cx="523481" cy="255554"/>
          </a:xfrm>
          <a:prstGeom prst="rect">
            <a:avLst/>
          </a:prstGeom>
        </p:spPr>
        <p:txBody>
          <a:bodyPr vert="horz" wrap="square" lIns="0" tIns="9242" rIns="0" bIns="0" rtlCol="0">
            <a:spAutoFit/>
          </a:bodyPr>
          <a:lstStyle>
            <a:defPPr>
              <a:defRPr lang="en-US"/>
            </a:defPPr>
            <a:lvl1pPr marL="7701" algn="ctr">
              <a:spcBef>
                <a:spcPts val="73"/>
              </a:spcBef>
              <a:defRPr sz="1000"/>
            </a:lvl1pPr>
          </a:lstStyle>
          <a:p>
            <a:pPr marL="7701" marR="0" lvl="0" indent="0" algn="ctr" defTabSz="914400" rtl="0" eaLnBrk="1" fontAlgn="auto" latinLnBrk="0" hangingPunct="1">
              <a:lnSpc>
                <a:spcPct val="100000"/>
              </a:lnSpc>
              <a:spcBef>
                <a:spcPts val="73"/>
              </a:spcBef>
              <a:spcAft>
                <a:spcPts val="0"/>
              </a:spcAft>
              <a:buClrTx/>
              <a:buSzTx/>
              <a:buFontTx/>
              <a:buNone/>
              <a:tabLst/>
              <a:defRPr/>
            </a:pPr>
            <a:r>
              <a:rPr kumimoji="0" sz="800" b="0" i="0" u="none" strike="noStrike" kern="1200" cap="none" spc="0" normalizeH="0" baseline="0" noProof="0">
                <a:ln>
                  <a:noFill/>
                </a:ln>
                <a:solidFill>
                  <a:srgbClr val="000000"/>
                </a:solidFill>
                <a:effectLst/>
                <a:uLnTx/>
                <a:uFillTx/>
                <a:latin typeface="+mj-lt"/>
                <a:ea typeface="+mn-ea"/>
                <a:cs typeface="+mn-cs"/>
              </a:rPr>
              <a:t>Fungibility of IT</a:t>
            </a:r>
          </a:p>
        </p:txBody>
      </p:sp>
      <p:sp>
        <p:nvSpPr>
          <p:cNvPr id="38" name="object 51">
            <a:extLst>
              <a:ext uri="{FF2B5EF4-FFF2-40B4-BE49-F238E27FC236}">
                <a16:creationId xmlns:a16="http://schemas.microsoft.com/office/drawing/2014/main" id="{E3CFDCF8-0192-BDBF-681C-CD4153633DDD}"/>
              </a:ext>
            </a:extLst>
          </p:cNvPr>
          <p:cNvSpPr txBox="1"/>
          <p:nvPr/>
        </p:nvSpPr>
        <p:spPr>
          <a:xfrm>
            <a:off x="8703495" y="1841640"/>
            <a:ext cx="806123" cy="255554"/>
          </a:xfrm>
          <a:prstGeom prst="rect">
            <a:avLst/>
          </a:prstGeom>
        </p:spPr>
        <p:txBody>
          <a:bodyPr vert="horz" wrap="square" lIns="0" tIns="9242" rIns="0" bIns="0" rtlCol="0">
            <a:spAutoFit/>
          </a:bodyPr>
          <a:lstStyle>
            <a:defPPr>
              <a:defRPr lang="en-US"/>
            </a:defPPr>
            <a:lvl1pPr marL="7701" algn="ctr">
              <a:spcBef>
                <a:spcPts val="73"/>
              </a:spcBef>
              <a:defRPr sz="1000"/>
            </a:lvl1pPr>
          </a:lstStyle>
          <a:p>
            <a:pPr marL="7701" marR="0" lvl="0" indent="0" algn="ctr" defTabSz="914400" rtl="0" eaLnBrk="1" fontAlgn="auto" latinLnBrk="0" hangingPunct="1">
              <a:lnSpc>
                <a:spcPct val="100000"/>
              </a:lnSpc>
              <a:spcBef>
                <a:spcPts val="73"/>
              </a:spcBef>
              <a:spcAft>
                <a:spcPts val="0"/>
              </a:spcAft>
              <a:buClrTx/>
              <a:buSzTx/>
              <a:buFontTx/>
              <a:buNone/>
              <a:tabLst/>
              <a:defRPr/>
            </a:pPr>
            <a:r>
              <a:rPr kumimoji="0" sz="800" b="0" i="0" u="none" strike="noStrike" kern="1200" cap="none" spc="0" normalizeH="0" baseline="0" noProof="0">
                <a:ln>
                  <a:noFill/>
                </a:ln>
                <a:solidFill>
                  <a:srgbClr val="000000"/>
                </a:solidFill>
                <a:effectLst/>
                <a:uLnTx/>
                <a:uFillTx/>
                <a:latin typeface="+mj-lt"/>
                <a:ea typeface="+mn-ea"/>
                <a:cs typeface="+mn-cs"/>
              </a:rPr>
              <a:t>Pace of </a:t>
            </a:r>
            <a:r>
              <a:rPr kumimoji="0" lang="en-US" sz="800" b="0" i="0" u="none" strike="noStrike" kern="1200" cap="none" spc="0" normalizeH="0" baseline="0" noProof="0">
                <a:ln>
                  <a:noFill/>
                </a:ln>
                <a:solidFill>
                  <a:srgbClr val="000000"/>
                </a:solidFill>
                <a:effectLst/>
                <a:uLnTx/>
                <a:uFillTx/>
                <a:latin typeface="+mj-lt"/>
                <a:ea typeface="+mn-ea"/>
                <a:cs typeface="+mn-cs"/>
              </a:rPr>
              <a:t>T</a:t>
            </a:r>
            <a:r>
              <a:rPr kumimoji="0" sz="800" b="0" i="0" u="none" strike="noStrike" kern="1200" cap="none" spc="0" normalizeH="0" baseline="0" noProof="0">
                <a:ln>
                  <a:noFill/>
                </a:ln>
                <a:solidFill>
                  <a:srgbClr val="000000"/>
                </a:solidFill>
                <a:effectLst/>
                <a:uLnTx/>
                <a:uFillTx/>
                <a:latin typeface="+mj-lt"/>
                <a:ea typeface="+mn-ea"/>
                <a:cs typeface="+mn-cs"/>
              </a:rPr>
              <a:t>ransformation</a:t>
            </a:r>
          </a:p>
        </p:txBody>
      </p:sp>
      <p:sp>
        <p:nvSpPr>
          <p:cNvPr id="39" name="object 59">
            <a:extLst>
              <a:ext uri="{FF2B5EF4-FFF2-40B4-BE49-F238E27FC236}">
                <a16:creationId xmlns:a16="http://schemas.microsoft.com/office/drawing/2014/main" id="{2F99DA0A-3947-B6ED-E11A-EA75C2F3698F}"/>
              </a:ext>
            </a:extLst>
          </p:cNvPr>
          <p:cNvSpPr txBox="1"/>
          <p:nvPr/>
        </p:nvSpPr>
        <p:spPr>
          <a:xfrm>
            <a:off x="8115522" y="1841640"/>
            <a:ext cx="518359" cy="255554"/>
          </a:xfrm>
          <a:prstGeom prst="rect">
            <a:avLst/>
          </a:prstGeom>
        </p:spPr>
        <p:txBody>
          <a:bodyPr vert="horz" wrap="square" lIns="0" tIns="9242" rIns="0" bIns="0" rtlCol="0">
            <a:spAutoFit/>
          </a:bodyPr>
          <a:lstStyle>
            <a:defPPr>
              <a:defRPr lang="en-US"/>
            </a:defPPr>
            <a:lvl1pPr marL="7701" algn="ctr">
              <a:spcBef>
                <a:spcPts val="73"/>
              </a:spcBef>
              <a:defRPr sz="1000"/>
            </a:lvl1pPr>
          </a:lstStyle>
          <a:p>
            <a:pPr marL="7701" marR="0" lvl="0" indent="0" algn="ctr" defTabSz="914400" rtl="0" eaLnBrk="1" fontAlgn="auto" latinLnBrk="0" hangingPunct="1">
              <a:lnSpc>
                <a:spcPct val="100000"/>
              </a:lnSpc>
              <a:spcBef>
                <a:spcPts val="73"/>
              </a:spcBef>
              <a:spcAft>
                <a:spcPts val="0"/>
              </a:spcAft>
              <a:buClrTx/>
              <a:buSzTx/>
              <a:buFontTx/>
              <a:buNone/>
              <a:tabLst/>
              <a:defRPr/>
            </a:pPr>
            <a:r>
              <a:rPr kumimoji="0" sz="800" b="0" i="0" u="none" strike="noStrike" kern="1200" cap="none" spc="0" normalizeH="0" baseline="0" noProof="0" dirty="0">
                <a:ln>
                  <a:noFill/>
                </a:ln>
                <a:solidFill>
                  <a:srgbClr val="000000"/>
                </a:solidFill>
                <a:effectLst/>
                <a:uLnTx/>
                <a:uFillTx/>
                <a:latin typeface="+mj-lt"/>
                <a:ea typeface="+mn-ea"/>
                <a:cs typeface="+mn-cs"/>
              </a:rPr>
              <a:t>Openness of IT</a:t>
            </a:r>
          </a:p>
        </p:txBody>
      </p:sp>
      <p:sp>
        <p:nvSpPr>
          <p:cNvPr id="40" name="object 63">
            <a:extLst>
              <a:ext uri="{FF2B5EF4-FFF2-40B4-BE49-F238E27FC236}">
                <a16:creationId xmlns:a16="http://schemas.microsoft.com/office/drawing/2014/main" id="{C2167D06-F6EA-296E-01F0-8D2C79BCBA17}"/>
              </a:ext>
            </a:extLst>
          </p:cNvPr>
          <p:cNvSpPr txBox="1"/>
          <p:nvPr/>
        </p:nvSpPr>
        <p:spPr>
          <a:xfrm>
            <a:off x="10874890" y="1841641"/>
            <a:ext cx="828235" cy="242974"/>
          </a:xfrm>
          <a:prstGeom prst="rect">
            <a:avLst/>
          </a:prstGeom>
        </p:spPr>
        <p:txBody>
          <a:bodyPr vert="horz" wrap="square" lIns="0" tIns="9242" rIns="0" bIns="0" rtlCol="0">
            <a:spAutoFit/>
          </a:bodyPr>
          <a:lstStyle>
            <a:defPPr>
              <a:defRPr lang="en-US"/>
            </a:defPPr>
            <a:lvl1pPr marL="7701" algn="ctr">
              <a:spcBef>
                <a:spcPts val="73"/>
              </a:spcBef>
              <a:defRPr sz="1000"/>
            </a:lvl1pPr>
          </a:lstStyle>
          <a:p>
            <a:pPr marL="7701" marR="0" lvl="0" indent="0" algn="ctr" defTabSz="914400" rtl="0" eaLnBrk="1" fontAlgn="auto" latinLnBrk="0" hangingPunct="1">
              <a:lnSpc>
                <a:spcPct val="100000"/>
              </a:lnSpc>
              <a:spcBef>
                <a:spcPts val="73"/>
              </a:spcBef>
              <a:spcAft>
                <a:spcPts val="0"/>
              </a:spcAft>
              <a:buClrTx/>
              <a:buSzTx/>
              <a:buFontTx/>
              <a:buNone/>
              <a:tabLst/>
              <a:defRPr/>
            </a:pPr>
            <a:r>
              <a:rPr kumimoji="0" sz="800" b="0" i="0" u="none" strike="noStrike" kern="1200" cap="none" spc="0" normalizeH="0" baseline="0" noProof="0">
                <a:ln>
                  <a:noFill/>
                </a:ln>
                <a:solidFill>
                  <a:srgbClr val="000000"/>
                </a:solidFill>
                <a:effectLst/>
                <a:uLnTx/>
                <a:uFillTx/>
                <a:latin typeface="+mj-lt"/>
                <a:ea typeface="+mn-ea"/>
                <a:cs typeface="+mn-cs"/>
              </a:rPr>
              <a:t>Platformization of IT and </a:t>
            </a:r>
            <a:r>
              <a:rPr kumimoji="0" lang="en-US" sz="800" b="0" i="0" u="none" strike="noStrike" kern="1200" cap="none" spc="0" normalizeH="0" baseline="0" noProof="0">
                <a:ln>
                  <a:noFill/>
                </a:ln>
                <a:solidFill>
                  <a:srgbClr val="000000"/>
                </a:solidFill>
                <a:effectLst/>
                <a:uLnTx/>
                <a:uFillTx/>
                <a:latin typeface="+mj-lt"/>
                <a:ea typeface="+mn-ea"/>
                <a:cs typeface="+mn-cs"/>
              </a:rPr>
              <a:t>B</a:t>
            </a:r>
            <a:r>
              <a:rPr kumimoji="0" sz="800" b="0" i="0" u="none" strike="noStrike" kern="1200" cap="none" spc="0" normalizeH="0" baseline="0" noProof="0">
                <a:ln>
                  <a:noFill/>
                </a:ln>
                <a:solidFill>
                  <a:srgbClr val="000000"/>
                </a:solidFill>
                <a:effectLst/>
                <a:uLnTx/>
                <a:uFillTx/>
                <a:latin typeface="+mj-lt"/>
                <a:ea typeface="+mn-ea"/>
                <a:cs typeface="+mn-cs"/>
              </a:rPr>
              <a:t>usiness</a:t>
            </a:r>
          </a:p>
        </p:txBody>
      </p:sp>
      <p:sp>
        <p:nvSpPr>
          <p:cNvPr id="41" name="object 60">
            <a:extLst>
              <a:ext uri="{FF2B5EF4-FFF2-40B4-BE49-F238E27FC236}">
                <a16:creationId xmlns:a16="http://schemas.microsoft.com/office/drawing/2014/main" id="{7DBB821D-8F6A-0339-27E6-4210002749DA}"/>
              </a:ext>
            </a:extLst>
          </p:cNvPr>
          <p:cNvSpPr txBox="1"/>
          <p:nvPr/>
        </p:nvSpPr>
        <p:spPr>
          <a:xfrm>
            <a:off x="8467833" y="2717120"/>
            <a:ext cx="557062" cy="242974"/>
          </a:xfrm>
          <a:prstGeom prst="rect">
            <a:avLst/>
          </a:prstGeom>
        </p:spPr>
        <p:txBody>
          <a:bodyPr vert="horz" wrap="square" lIns="0" tIns="9242" rIns="0" bIns="0" rtlCol="0">
            <a:spAutoFit/>
          </a:bodyPr>
          <a:lstStyle>
            <a:defPPr>
              <a:defRPr lang="en-US"/>
            </a:defPPr>
            <a:lvl1pPr marL="7701" algn="ctr">
              <a:spcBef>
                <a:spcPts val="73"/>
              </a:spcBef>
              <a:defRPr sz="1000"/>
            </a:lvl1pPr>
          </a:lstStyle>
          <a:p>
            <a:pPr marL="7701" marR="0" lvl="0" indent="0" algn="ctr" defTabSz="914400" rtl="0" eaLnBrk="1" fontAlgn="auto" latinLnBrk="0" hangingPunct="1">
              <a:lnSpc>
                <a:spcPct val="100000"/>
              </a:lnSpc>
              <a:spcBef>
                <a:spcPts val="73"/>
              </a:spcBef>
              <a:spcAft>
                <a:spcPts val="0"/>
              </a:spcAft>
              <a:buClrTx/>
              <a:buSzTx/>
              <a:buFontTx/>
              <a:buNone/>
              <a:tabLst/>
              <a:defRPr/>
            </a:pPr>
            <a:r>
              <a:rPr kumimoji="0" sz="800" b="0" i="0" u="none" strike="noStrike" kern="1200" cap="none" spc="0" normalizeH="0" baseline="0" noProof="0">
                <a:ln>
                  <a:noFill/>
                </a:ln>
                <a:solidFill>
                  <a:srgbClr val="000000"/>
                </a:solidFill>
                <a:effectLst/>
                <a:uLnTx/>
                <a:uFillTx/>
                <a:latin typeface="+mj-lt"/>
                <a:ea typeface="+mn-ea"/>
                <a:cs typeface="+mn-cs"/>
              </a:rPr>
              <a:t>Cost of Innovation</a:t>
            </a:r>
          </a:p>
        </p:txBody>
      </p:sp>
      <p:sp>
        <p:nvSpPr>
          <p:cNvPr id="42" name="object 66">
            <a:extLst>
              <a:ext uri="{FF2B5EF4-FFF2-40B4-BE49-F238E27FC236}">
                <a16:creationId xmlns:a16="http://schemas.microsoft.com/office/drawing/2014/main" id="{B52A81EC-31E0-17F9-8C07-E018DE7B329F}"/>
              </a:ext>
            </a:extLst>
          </p:cNvPr>
          <p:cNvSpPr txBox="1"/>
          <p:nvPr/>
        </p:nvSpPr>
        <p:spPr>
          <a:xfrm>
            <a:off x="9698681" y="2717120"/>
            <a:ext cx="636239" cy="242974"/>
          </a:xfrm>
          <a:prstGeom prst="rect">
            <a:avLst/>
          </a:prstGeom>
        </p:spPr>
        <p:txBody>
          <a:bodyPr vert="horz" wrap="square" lIns="0" tIns="9242" rIns="0" bIns="0" rtlCol="0">
            <a:spAutoFit/>
          </a:bodyPr>
          <a:lstStyle>
            <a:defPPr>
              <a:defRPr lang="en-US"/>
            </a:defPPr>
            <a:lvl1pPr marL="7701" algn="ctr">
              <a:spcBef>
                <a:spcPts val="73"/>
              </a:spcBef>
              <a:defRPr sz="1000"/>
            </a:lvl1pPr>
          </a:lstStyle>
          <a:p>
            <a:pPr marL="7701" marR="0" lvl="0" indent="0" algn="ctr" defTabSz="914400" rtl="0" eaLnBrk="1" fontAlgn="auto" latinLnBrk="0" hangingPunct="1">
              <a:lnSpc>
                <a:spcPct val="100000"/>
              </a:lnSpc>
              <a:spcBef>
                <a:spcPts val="73"/>
              </a:spcBef>
              <a:spcAft>
                <a:spcPts val="0"/>
              </a:spcAft>
              <a:buClrTx/>
              <a:buSzTx/>
              <a:buFontTx/>
              <a:buNone/>
              <a:tabLst/>
              <a:defRPr/>
            </a:pPr>
            <a:r>
              <a:rPr kumimoji="0" sz="800" b="0" i="0" u="none" strike="noStrike" kern="1200" cap="none" spc="0" normalizeH="0" baseline="0" noProof="0">
                <a:ln>
                  <a:noFill/>
                </a:ln>
                <a:solidFill>
                  <a:srgbClr val="000000"/>
                </a:solidFill>
                <a:effectLst/>
                <a:uLnTx/>
                <a:uFillTx/>
                <a:latin typeface="+mj-lt"/>
                <a:ea typeface="+mn-ea"/>
                <a:cs typeface="+mn-cs"/>
              </a:rPr>
              <a:t>Broken, </a:t>
            </a:r>
            <a:r>
              <a:rPr kumimoji="0" lang="en-US" sz="800" b="0" i="0" u="none" strike="noStrike" kern="1200" cap="none" spc="0" normalizeH="0" baseline="0" noProof="0">
                <a:ln>
                  <a:noFill/>
                </a:ln>
                <a:solidFill>
                  <a:srgbClr val="000000"/>
                </a:solidFill>
                <a:effectLst/>
                <a:uLnTx/>
                <a:uFillTx/>
                <a:latin typeface="+mj-lt"/>
                <a:ea typeface="+mn-ea"/>
                <a:cs typeface="+mn-cs"/>
              </a:rPr>
              <a:t>U</a:t>
            </a:r>
            <a:r>
              <a:rPr kumimoji="0" sz="800" b="0" i="0" u="none" strike="noStrike" kern="1200" cap="none" spc="0" normalizeH="0" baseline="0" noProof="0">
                <a:ln>
                  <a:noFill/>
                </a:ln>
                <a:solidFill>
                  <a:srgbClr val="000000"/>
                </a:solidFill>
                <a:effectLst/>
                <a:uLnTx/>
                <a:uFillTx/>
                <a:latin typeface="+mj-lt"/>
                <a:ea typeface="+mn-ea"/>
                <a:cs typeface="+mn-cs"/>
              </a:rPr>
              <a:t>naligned IT</a:t>
            </a:r>
          </a:p>
        </p:txBody>
      </p:sp>
      <p:sp>
        <p:nvSpPr>
          <p:cNvPr id="43" name="object 10">
            <a:extLst>
              <a:ext uri="{FF2B5EF4-FFF2-40B4-BE49-F238E27FC236}">
                <a16:creationId xmlns:a16="http://schemas.microsoft.com/office/drawing/2014/main" id="{F64DC6DB-2C0B-4783-FD3A-CC1C15E956C1}"/>
              </a:ext>
            </a:extLst>
          </p:cNvPr>
          <p:cNvSpPr txBox="1"/>
          <p:nvPr/>
        </p:nvSpPr>
        <p:spPr>
          <a:xfrm>
            <a:off x="3798416" y="2218721"/>
            <a:ext cx="1028305" cy="132443"/>
          </a:xfrm>
          <a:prstGeom prst="rect">
            <a:avLst/>
          </a:prstGeom>
        </p:spPr>
        <p:txBody>
          <a:bodyPr vert="horz" wrap="square" lIns="0" tIns="9242" rIns="0" bIns="0" rtlCol="0">
            <a:spAutoFit/>
          </a:bodyPr>
          <a:lstStyle>
            <a:defPPr>
              <a:defRPr lang="en-US"/>
            </a:defPPr>
            <a:lvl1pPr marL="7701" marR="3081" algn="ctr">
              <a:spcBef>
                <a:spcPts val="73"/>
              </a:spcBef>
              <a:defRPr sz="1000"/>
            </a:lvl1pPr>
          </a:lstStyle>
          <a:p>
            <a:pPr marL="7701" marR="3081" lvl="0" indent="0" algn="l" defTabSz="914400" rtl="0" eaLnBrk="1" fontAlgn="auto" latinLnBrk="0" hangingPunct="1">
              <a:lnSpc>
                <a:spcPct val="100000"/>
              </a:lnSpc>
              <a:spcBef>
                <a:spcPts val="73"/>
              </a:spcBef>
              <a:spcAft>
                <a:spcPts val="0"/>
              </a:spcAft>
              <a:buClrTx/>
              <a:buSzTx/>
              <a:buFontTx/>
              <a:buNone/>
              <a:tabLst/>
              <a:defRPr/>
            </a:pPr>
            <a:r>
              <a:rPr kumimoji="0" sz="800" i="0" u="none" strike="noStrike" kern="1200" cap="none" spc="0" normalizeH="0" baseline="0" noProof="0">
                <a:ln>
                  <a:noFill/>
                </a:ln>
                <a:solidFill>
                  <a:srgbClr val="000000"/>
                </a:solidFill>
                <a:effectLst/>
                <a:uLnTx/>
                <a:uFillTx/>
                <a:ea typeface="+mn-ea"/>
                <a:cs typeface="+mn-cs"/>
              </a:rPr>
              <a:t>RapidX</a:t>
            </a:r>
            <a:r>
              <a:rPr kumimoji="0" lang="en-US" sz="800" i="0" u="none" strike="noStrike" kern="1200" cap="none" spc="0" normalizeH="0" baseline="0" noProof="0">
                <a:ln>
                  <a:noFill/>
                </a:ln>
                <a:solidFill>
                  <a:srgbClr val="000000"/>
                </a:solidFill>
                <a:effectLst/>
                <a:uLnTx/>
                <a:uFillTx/>
                <a:ea typeface="+mn-ea"/>
                <a:cs typeface="+mn-cs"/>
              </a:rPr>
              <a:t>™</a:t>
            </a:r>
            <a:r>
              <a:rPr kumimoji="0" sz="800" i="0" u="none" strike="noStrike" kern="1200" cap="none" spc="0" normalizeH="0" baseline="0" noProof="0">
                <a:ln>
                  <a:noFill/>
                </a:ln>
                <a:solidFill>
                  <a:srgbClr val="000000"/>
                </a:solidFill>
                <a:effectLst/>
                <a:uLnTx/>
                <a:uFillTx/>
                <a:ea typeface="+mn-ea"/>
                <a:cs typeface="+mn-cs"/>
              </a:rPr>
              <a:t> increases</a:t>
            </a:r>
          </a:p>
        </p:txBody>
      </p:sp>
      <p:sp>
        <p:nvSpPr>
          <p:cNvPr id="44" name="object 65">
            <a:extLst>
              <a:ext uri="{FF2B5EF4-FFF2-40B4-BE49-F238E27FC236}">
                <a16:creationId xmlns:a16="http://schemas.microsoft.com/office/drawing/2014/main" id="{B04C4793-5C23-9AA2-0116-25624CDA04D7}"/>
              </a:ext>
            </a:extLst>
          </p:cNvPr>
          <p:cNvSpPr txBox="1"/>
          <p:nvPr/>
        </p:nvSpPr>
        <p:spPr>
          <a:xfrm>
            <a:off x="3798416" y="2465413"/>
            <a:ext cx="994572" cy="132443"/>
          </a:xfrm>
          <a:prstGeom prst="rect">
            <a:avLst/>
          </a:prstGeom>
        </p:spPr>
        <p:txBody>
          <a:bodyPr vert="horz" wrap="square" lIns="0" tIns="9242" rIns="0" bIns="0" rtlCol="0">
            <a:spAutoFit/>
          </a:bodyPr>
          <a:lstStyle>
            <a:defPPr>
              <a:defRPr lang="en-US"/>
            </a:defPPr>
            <a:lvl1pPr marL="7701" marR="3081" algn="ctr">
              <a:spcBef>
                <a:spcPts val="73"/>
              </a:spcBef>
              <a:defRPr sz="1000"/>
            </a:lvl1pPr>
          </a:lstStyle>
          <a:p>
            <a:pPr marL="7701" marR="3081" lvl="0" indent="0" algn="l" defTabSz="914400" rtl="0" eaLnBrk="1" fontAlgn="auto" latinLnBrk="0" hangingPunct="1">
              <a:lnSpc>
                <a:spcPct val="100000"/>
              </a:lnSpc>
              <a:spcBef>
                <a:spcPts val="73"/>
              </a:spcBef>
              <a:spcAft>
                <a:spcPts val="0"/>
              </a:spcAft>
              <a:buClrTx/>
              <a:buSzTx/>
              <a:buFontTx/>
              <a:buNone/>
              <a:tabLst/>
              <a:defRPr/>
            </a:pPr>
            <a:r>
              <a:rPr kumimoji="0" sz="800" i="0" u="none" strike="noStrike" kern="1200" cap="none" spc="0" normalizeH="0" baseline="0" noProof="0" err="1">
                <a:ln>
                  <a:noFill/>
                </a:ln>
                <a:solidFill>
                  <a:srgbClr val="000000"/>
                </a:solidFill>
                <a:effectLst/>
                <a:uLnTx/>
                <a:uFillTx/>
                <a:ea typeface="+mn-ea"/>
                <a:cs typeface="+mn-cs"/>
              </a:rPr>
              <a:t>RapidX</a:t>
            </a:r>
            <a:r>
              <a:rPr kumimoji="0" lang="en-US" sz="800" i="0" u="none" strike="noStrike" kern="1200" cap="none" spc="0" normalizeH="0" baseline="0" noProof="0">
                <a:ln>
                  <a:noFill/>
                </a:ln>
                <a:solidFill>
                  <a:srgbClr val="000000"/>
                </a:solidFill>
                <a:effectLst/>
                <a:uLnTx/>
                <a:uFillTx/>
                <a:ea typeface="+mn-ea"/>
                <a:cs typeface="+mn-cs"/>
              </a:rPr>
              <a:t>™</a:t>
            </a:r>
            <a:r>
              <a:rPr kumimoji="0" sz="800" i="0" u="none" strike="noStrike" kern="1200" cap="none" spc="0" normalizeH="0" baseline="0" noProof="0">
                <a:ln>
                  <a:noFill/>
                </a:ln>
                <a:solidFill>
                  <a:srgbClr val="000000"/>
                </a:solidFill>
                <a:effectLst/>
                <a:uLnTx/>
                <a:uFillTx/>
                <a:ea typeface="+mn-ea"/>
                <a:cs typeface="+mn-cs"/>
              </a:rPr>
              <a:t> reduces</a:t>
            </a:r>
          </a:p>
        </p:txBody>
      </p:sp>
      <p:sp>
        <p:nvSpPr>
          <p:cNvPr id="45" name="TextBox 44">
            <a:extLst>
              <a:ext uri="{FF2B5EF4-FFF2-40B4-BE49-F238E27FC236}">
                <a16:creationId xmlns:a16="http://schemas.microsoft.com/office/drawing/2014/main" id="{A5AE9B83-79ED-2D2C-3AD8-679D5BB71A82}"/>
              </a:ext>
            </a:extLst>
          </p:cNvPr>
          <p:cNvSpPr txBox="1"/>
          <p:nvPr/>
        </p:nvSpPr>
        <p:spPr>
          <a:xfrm>
            <a:off x="623888" y="1320742"/>
            <a:ext cx="3321391" cy="2677656"/>
          </a:xfrm>
          <a:prstGeom prst="rect">
            <a:avLst/>
          </a:prstGeom>
          <a:noFill/>
        </p:spPr>
        <p:txBody>
          <a:bodyPr wrap="square" lIns="0" tIns="0" rIns="0" bIns="0" rtlCol="0">
            <a:spAutoFit/>
          </a:bodyPr>
          <a:lstStyle/>
          <a:p>
            <a:pPr>
              <a:defRPr/>
            </a:pPr>
            <a:r>
              <a:rPr lang="en-US" sz="2800" dirty="0">
                <a:latin typeface="Manrope Light" pitchFamily="2" charset="0"/>
              </a:rPr>
              <a:t>A co-crafting platform based on the principles of </a:t>
            </a:r>
            <a:r>
              <a:rPr lang="en-US" sz="2800" dirty="0">
                <a:solidFill>
                  <a:schemeClr val="accent1"/>
                </a:solidFill>
                <a:latin typeface="Manrope Light" pitchFamily="2" charset="0"/>
              </a:rPr>
              <a:t>fungibility, composability, &amp; resilience.</a:t>
            </a:r>
          </a:p>
        </p:txBody>
      </p:sp>
      <p:grpSp>
        <p:nvGrpSpPr>
          <p:cNvPr id="61" name="Group 60">
            <a:extLst>
              <a:ext uri="{FF2B5EF4-FFF2-40B4-BE49-F238E27FC236}">
                <a16:creationId xmlns:a16="http://schemas.microsoft.com/office/drawing/2014/main" id="{4DC9C50B-0B8E-F47B-904D-80DD2CB25F8A}"/>
              </a:ext>
            </a:extLst>
          </p:cNvPr>
          <p:cNvGrpSpPr/>
          <p:nvPr/>
        </p:nvGrpSpPr>
        <p:grpSpPr>
          <a:xfrm>
            <a:off x="9443336" y="4628160"/>
            <a:ext cx="2120769" cy="1265962"/>
            <a:chOff x="9443336" y="4628160"/>
            <a:chExt cx="2120769" cy="1265962"/>
          </a:xfrm>
        </p:grpSpPr>
        <p:sp>
          <p:nvSpPr>
            <p:cNvPr id="47" name="object 71">
              <a:extLst>
                <a:ext uri="{FF2B5EF4-FFF2-40B4-BE49-F238E27FC236}">
                  <a16:creationId xmlns:a16="http://schemas.microsoft.com/office/drawing/2014/main" id="{23500468-90E3-B558-374F-B21325A4C6EC}"/>
                </a:ext>
              </a:extLst>
            </p:cNvPr>
            <p:cNvSpPr txBox="1"/>
            <p:nvPr/>
          </p:nvSpPr>
          <p:spPr>
            <a:xfrm>
              <a:off x="9443337" y="5269626"/>
              <a:ext cx="2120768" cy="624496"/>
            </a:xfrm>
            <a:prstGeom prst="rect">
              <a:avLst/>
            </a:prstGeom>
          </p:spPr>
          <p:txBody>
            <a:bodyPr vert="horz" wrap="square" lIns="0" tIns="8856" rIns="0" bIns="0" rtlCol="0">
              <a:spAutoFit/>
            </a:bodyPr>
            <a:lstStyle/>
            <a:p>
              <a:pPr marR="0">
                <a:spcBef>
                  <a:spcPts val="0"/>
                </a:spcBef>
                <a:spcAft>
                  <a:spcPts val="0"/>
                </a:spcAft>
              </a:pPr>
              <a:r>
                <a:rPr lang="en-US" sz="1000" dirty="0">
                  <a:latin typeface="+mj-lt"/>
                </a:rPr>
                <a:t>Assistance in writing product vision, north star, epics, user stories, and acceptance criteria for reduced defects early in the project</a:t>
              </a:r>
            </a:p>
          </p:txBody>
        </p:sp>
        <p:pic>
          <p:nvPicPr>
            <p:cNvPr id="48" name="Picture 47" descr="A blue and white text on a black background&#10;&#10;Description automatically generated">
              <a:extLst>
                <a:ext uri="{FF2B5EF4-FFF2-40B4-BE49-F238E27FC236}">
                  <a16:creationId xmlns:a16="http://schemas.microsoft.com/office/drawing/2014/main" id="{94BF4655-B44F-56F4-B2A5-D8006498FECD}"/>
                </a:ext>
              </a:extLst>
            </p:cNvPr>
            <p:cNvPicPr>
              <a:picLocks noChangeAspect="1"/>
            </p:cNvPicPr>
            <p:nvPr/>
          </p:nvPicPr>
          <p:blipFill rotWithShape="1">
            <a:blip r:embed="rId2" cstate="screen">
              <a:extLst>
                <a:ext uri="{28A0092B-C50C-407E-A947-70E740481C1C}">
                  <a14:useLocalDpi xmlns:a14="http://schemas.microsoft.com/office/drawing/2010/main"/>
                </a:ext>
              </a:extLst>
            </a:blip>
            <a:srcRect/>
            <a:stretch/>
          </p:blipFill>
          <p:spPr>
            <a:xfrm>
              <a:off x="9443336" y="4628160"/>
              <a:ext cx="1164182" cy="507697"/>
            </a:xfrm>
            <a:prstGeom prst="rect">
              <a:avLst/>
            </a:prstGeom>
          </p:spPr>
        </p:pic>
      </p:grpSp>
      <p:grpSp>
        <p:nvGrpSpPr>
          <p:cNvPr id="58" name="Group 57">
            <a:extLst>
              <a:ext uri="{FF2B5EF4-FFF2-40B4-BE49-F238E27FC236}">
                <a16:creationId xmlns:a16="http://schemas.microsoft.com/office/drawing/2014/main" id="{46B986F5-55B6-312F-653E-AEE8FD72239A}"/>
              </a:ext>
            </a:extLst>
          </p:cNvPr>
          <p:cNvGrpSpPr/>
          <p:nvPr/>
        </p:nvGrpSpPr>
        <p:grpSpPr>
          <a:xfrm>
            <a:off x="627896" y="4628160"/>
            <a:ext cx="1900237" cy="1112073"/>
            <a:chOff x="627896" y="4628160"/>
            <a:chExt cx="1900237" cy="1112073"/>
          </a:xfrm>
        </p:grpSpPr>
        <p:sp>
          <p:nvSpPr>
            <p:cNvPr id="50" name="object 71">
              <a:extLst>
                <a:ext uri="{FF2B5EF4-FFF2-40B4-BE49-F238E27FC236}">
                  <a16:creationId xmlns:a16="http://schemas.microsoft.com/office/drawing/2014/main" id="{B52D483B-48B9-77AD-A29B-9C8AB61AB807}"/>
                </a:ext>
              </a:extLst>
            </p:cNvPr>
            <p:cNvSpPr txBox="1"/>
            <p:nvPr/>
          </p:nvSpPr>
          <p:spPr>
            <a:xfrm>
              <a:off x="627896" y="5269626"/>
              <a:ext cx="1900237" cy="470607"/>
            </a:xfrm>
            <a:prstGeom prst="rect">
              <a:avLst/>
            </a:prstGeom>
          </p:spPr>
          <p:txBody>
            <a:bodyPr vert="horz" wrap="square" lIns="0" tIns="8856" rIns="0" bIns="0" rtlCol="0">
              <a:spAutoFit/>
            </a:bodyPr>
            <a:lstStyle/>
            <a:p>
              <a:pPr marR="0">
                <a:spcBef>
                  <a:spcPts val="0"/>
                </a:spcBef>
                <a:spcAft>
                  <a:spcPts val="0"/>
                </a:spcAft>
              </a:pPr>
              <a:r>
                <a:rPr lang="en-US" sz="1000" dirty="0">
                  <a:latin typeface="+mj-lt"/>
                </a:rPr>
                <a:t>Includes codified marketplace, application builder, experience designer, autonomous dev &amp; QA</a:t>
              </a:r>
            </a:p>
          </p:txBody>
        </p:sp>
        <p:pic>
          <p:nvPicPr>
            <p:cNvPr id="51" name="Picture 50" descr="A blue and white text on a black background&#10;&#10;Description automatically generated">
              <a:extLst>
                <a:ext uri="{FF2B5EF4-FFF2-40B4-BE49-F238E27FC236}">
                  <a16:creationId xmlns:a16="http://schemas.microsoft.com/office/drawing/2014/main" id="{391D65F1-9AC9-1FA0-B05F-D9C4EFD60D18}"/>
                </a:ext>
              </a:extLst>
            </p:cNvPr>
            <p:cNvPicPr>
              <a:picLocks noChangeAspect="1"/>
            </p:cNvPicPr>
            <p:nvPr/>
          </p:nvPicPr>
          <p:blipFill rotWithShape="1">
            <a:blip r:embed="rId3" cstate="screen">
              <a:extLst>
                <a:ext uri="{28A0092B-C50C-407E-A947-70E740481C1C}">
                  <a14:useLocalDpi xmlns:a14="http://schemas.microsoft.com/office/drawing/2010/main"/>
                </a:ext>
              </a:extLst>
            </a:blip>
            <a:srcRect/>
            <a:stretch/>
          </p:blipFill>
          <p:spPr>
            <a:xfrm>
              <a:off x="627896" y="4628160"/>
              <a:ext cx="1338262" cy="507697"/>
            </a:xfrm>
            <a:prstGeom prst="rect">
              <a:avLst/>
            </a:prstGeom>
          </p:spPr>
        </p:pic>
      </p:grpSp>
      <p:grpSp>
        <p:nvGrpSpPr>
          <p:cNvPr id="60" name="Group 59">
            <a:extLst>
              <a:ext uri="{FF2B5EF4-FFF2-40B4-BE49-F238E27FC236}">
                <a16:creationId xmlns:a16="http://schemas.microsoft.com/office/drawing/2014/main" id="{1A36FBC7-94C8-74DB-6648-D27E1237BDCB}"/>
              </a:ext>
            </a:extLst>
          </p:cNvPr>
          <p:cNvGrpSpPr/>
          <p:nvPr/>
        </p:nvGrpSpPr>
        <p:grpSpPr>
          <a:xfrm>
            <a:off x="6444376" y="4628160"/>
            <a:ext cx="1903723" cy="1112073"/>
            <a:chOff x="6378432" y="4628160"/>
            <a:chExt cx="1903723" cy="1112073"/>
          </a:xfrm>
        </p:grpSpPr>
        <p:sp>
          <p:nvSpPr>
            <p:cNvPr id="53" name="object 71">
              <a:extLst>
                <a:ext uri="{FF2B5EF4-FFF2-40B4-BE49-F238E27FC236}">
                  <a16:creationId xmlns:a16="http://schemas.microsoft.com/office/drawing/2014/main" id="{665242E9-5375-9811-92E8-7728243F6BEF}"/>
                </a:ext>
              </a:extLst>
            </p:cNvPr>
            <p:cNvSpPr txBox="1"/>
            <p:nvPr/>
          </p:nvSpPr>
          <p:spPr>
            <a:xfrm>
              <a:off x="6378433" y="5269626"/>
              <a:ext cx="1903722" cy="470607"/>
            </a:xfrm>
            <a:prstGeom prst="rect">
              <a:avLst/>
            </a:prstGeom>
          </p:spPr>
          <p:txBody>
            <a:bodyPr vert="horz" wrap="square" lIns="0" tIns="8856" rIns="0" bIns="0" rtlCol="0">
              <a:spAutoFit/>
            </a:bodyPr>
            <a:lstStyle/>
            <a:p>
              <a:pPr marR="0">
                <a:spcBef>
                  <a:spcPts val="0"/>
                </a:spcBef>
                <a:spcAft>
                  <a:spcPts val="0"/>
                </a:spcAft>
              </a:pPr>
              <a:r>
                <a:rPr lang="en-US" sz="1000" dirty="0">
                  <a:latin typeface="+mj-lt"/>
                </a:rPr>
                <a:t>Provides knowledge capture and access to existing software via a dynamic knowledge repository</a:t>
              </a:r>
            </a:p>
          </p:txBody>
        </p:sp>
        <p:pic>
          <p:nvPicPr>
            <p:cNvPr id="54" name="Picture 53" descr="A blue and white text on a black background&#10;&#10;Description automatically generated">
              <a:extLst>
                <a:ext uri="{FF2B5EF4-FFF2-40B4-BE49-F238E27FC236}">
                  <a16:creationId xmlns:a16="http://schemas.microsoft.com/office/drawing/2014/main" id="{7E1E24AE-3803-2536-97E9-CEBB13AF1A30}"/>
                </a:ext>
              </a:extLst>
            </p:cNvPr>
            <p:cNvPicPr>
              <a:picLocks noChangeAspect="1"/>
            </p:cNvPicPr>
            <p:nvPr/>
          </p:nvPicPr>
          <p:blipFill rotWithShape="1">
            <a:blip r:embed="rId4" cstate="screen">
              <a:extLst>
                <a:ext uri="{28A0092B-C50C-407E-A947-70E740481C1C}">
                  <a14:useLocalDpi xmlns:a14="http://schemas.microsoft.com/office/drawing/2010/main"/>
                </a:ext>
              </a:extLst>
            </a:blip>
            <a:srcRect/>
            <a:stretch/>
          </p:blipFill>
          <p:spPr>
            <a:xfrm>
              <a:off x="6378432" y="4628160"/>
              <a:ext cx="1221238" cy="507697"/>
            </a:xfrm>
            <a:prstGeom prst="rect">
              <a:avLst/>
            </a:prstGeom>
          </p:spPr>
        </p:pic>
      </p:grpSp>
      <p:grpSp>
        <p:nvGrpSpPr>
          <p:cNvPr id="59" name="Group 58">
            <a:extLst>
              <a:ext uri="{FF2B5EF4-FFF2-40B4-BE49-F238E27FC236}">
                <a16:creationId xmlns:a16="http://schemas.microsoft.com/office/drawing/2014/main" id="{991942F5-C549-21AC-3D3E-B449AAE61B13}"/>
              </a:ext>
            </a:extLst>
          </p:cNvPr>
          <p:cNvGrpSpPr/>
          <p:nvPr/>
        </p:nvGrpSpPr>
        <p:grpSpPr>
          <a:xfrm>
            <a:off x="3623371" y="4628160"/>
            <a:ext cx="1725767" cy="1265962"/>
            <a:chOff x="3626495" y="4628160"/>
            <a:chExt cx="1725767" cy="1265962"/>
          </a:xfrm>
        </p:grpSpPr>
        <p:sp>
          <p:nvSpPr>
            <p:cNvPr id="56" name="object 71">
              <a:extLst>
                <a:ext uri="{FF2B5EF4-FFF2-40B4-BE49-F238E27FC236}">
                  <a16:creationId xmlns:a16="http://schemas.microsoft.com/office/drawing/2014/main" id="{3A0FB517-E4EA-CD52-20DF-9A35D7DB7942}"/>
                </a:ext>
              </a:extLst>
            </p:cNvPr>
            <p:cNvSpPr txBox="1"/>
            <p:nvPr/>
          </p:nvSpPr>
          <p:spPr>
            <a:xfrm>
              <a:off x="3626495" y="5269626"/>
              <a:ext cx="1725767" cy="624496"/>
            </a:xfrm>
            <a:prstGeom prst="rect">
              <a:avLst/>
            </a:prstGeom>
          </p:spPr>
          <p:txBody>
            <a:bodyPr vert="horz" wrap="square" lIns="0" tIns="8856" rIns="0" bIns="0" rtlCol="0">
              <a:spAutoFit/>
            </a:bodyPr>
            <a:lstStyle/>
            <a:p>
              <a:pPr marR="0">
                <a:spcBef>
                  <a:spcPts val="0"/>
                </a:spcBef>
                <a:spcAft>
                  <a:spcPts val="0"/>
                </a:spcAft>
              </a:pPr>
              <a:r>
                <a:rPr lang="en-US" sz="1000" dirty="0">
                  <a:latin typeface="+mj-lt"/>
                </a:rPr>
                <a:t>Provides engineering metrics transparency for monitoring predictability, quality, and improvements</a:t>
              </a:r>
            </a:p>
          </p:txBody>
        </p:sp>
        <p:pic>
          <p:nvPicPr>
            <p:cNvPr id="57" name="Picture 56" descr="A blue and white text on a black background&#10;&#10;Description automatically generated">
              <a:extLst>
                <a:ext uri="{FF2B5EF4-FFF2-40B4-BE49-F238E27FC236}">
                  <a16:creationId xmlns:a16="http://schemas.microsoft.com/office/drawing/2014/main" id="{BC2BC895-C958-5C14-2287-7517D068D034}"/>
                </a:ext>
              </a:extLst>
            </p:cNvPr>
            <p:cNvPicPr>
              <a:picLocks noChangeAspect="1"/>
            </p:cNvPicPr>
            <p:nvPr/>
          </p:nvPicPr>
          <p:blipFill rotWithShape="1">
            <a:blip r:embed="rId5" cstate="screen">
              <a:extLst>
                <a:ext uri="{28A0092B-C50C-407E-A947-70E740481C1C}">
                  <a14:useLocalDpi xmlns:a14="http://schemas.microsoft.com/office/drawing/2010/main"/>
                </a:ext>
              </a:extLst>
            </a:blip>
            <a:srcRect/>
            <a:stretch/>
          </p:blipFill>
          <p:spPr>
            <a:xfrm>
              <a:off x="3626495" y="4628160"/>
              <a:ext cx="1164182" cy="507697"/>
            </a:xfrm>
            <a:prstGeom prst="rect">
              <a:avLst/>
            </a:prstGeom>
          </p:spPr>
        </p:pic>
      </p:grpSp>
    </p:spTree>
    <p:extLst>
      <p:ext uri="{BB962C8B-B14F-4D97-AF65-F5344CB8AC3E}">
        <p14:creationId xmlns:p14="http://schemas.microsoft.com/office/powerpoint/2010/main" val="345200903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3" name="Picture Placeholder 22">
            <a:extLst>
              <a:ext uri="{FF2B5EF4-FFF2-40B4-BE49-F238E27FC236}">
                <a16:creationId xmlns:a16="http://schemas.microsoft.com/office/drawing/2014/main" id="{BEDD162B-9DAF-91B0-6241-56599303CC1A}"/>
              </a:ext>
            </a:extLst>
          </p:cNvPr>
          <p:cNvPicPr>
            <a:picLocks noGrp="1" noChangeAspect="1"/>
          </p:cNvPicPr>
          <p:nvPr>
            <p:ph type="pic" sz="quarter" idx="16"/>
          </p:nvPr>
        </p:nvPicPr>
        <p:blipFill rotWithShape="1">
          <a:blip r:embed="rId2">
            <a:extLst>
              <a:ext uri="{28A0092B-C50C-407E-A947-70E740481C1C}">
                <a14:useLocalDpi xmlns:a14="http://schemas.microsoft.com/office/drawing/2010/main" val="0"/>
              </a:ext>
            </a:extLst>
          </a:blip>
          <a:srcRect t="1714"/>
          <a:stretch/>
        </p:blipFill>
        <p:spPr>
          <a:xfrm>
            <a:off x="0" y="0"/>
            <a:ext cx="12192000" cy="6858000"/>
          </a:xfrm>
        </p:spPr>
      </p:pic>
      <p:pic>
        <p:nvPicPr>
          <p:cNvPr id="16" name="Picture 15">
            <a:extLst>
              <a:ext uri="{FF2B5EF4-FFF2-40B4-BE49-F238E27FC236}">
                <a16:creationId xmlns:a16="http://schemas.microsoft.com/office/drawing/2014/main" id="{DCD90183-19D7-F5B8-ECE3-D103D67A8FDA}"/>
              </a:ext>
            </a:extLst>
          </p:cNvPr>
          <p:cNvPicPr>
            <a:picLocks noChangeAspect="1"/>
          </p:cNvPicPr>
          <p:nvPr/>
        </p:nvPicPr>
        <p:blipFill>
          <a:blip r:embed="rId3">
            <a:alphaModFix amt="85000"/>
            <a:extLst>
              <a:ext uri="{28A0092B-C50C-407E-A947-70E740481C1C}">
                <a14:useLocalDpi xmlns:a14="http://schemas.microsoft.com/office/drawing/2010/main"/>
              </a:ext>
            </a:extLst>
          </a:blip>
          <a:srcRect/>
          <a:stretch/>
        </p:blipFill>
        <p:spPr>
          <a:xfrm>
            <a:off x="0" y="0"/>
            <a:ext cx="6286500" cy="6857999"/>
          </a:xfrm>
          <a:prstGeom prst="rect">
            <a:avLst/>
          </a:prstGeom>
        </p:spPr>
      </p:pic>
      <p:sp>
        <p:nvSpPr>
          <p:cNvPr id="8" name="Title 7">
            <a:extLst>
              <a:ext uri="{FF2B5EF4-FFF2-40B4-BE49-F238E27FC236}">
                <a16:creationId xmlns:a16="http://schemas.microsoft.com/office/drawing/2014/main" id="{3228C7CB-01CC-E1E0-CF5F-2AEB3947AF1A}"/>
              </a:ext>
            </a:extLst>
          </p:cNvPr>
          <p:cNvSpPr>
            <a:spLocks noGrp="1"/>
          </p:cNvSpPr>
          <p:nvPr>
            <p:ph type="title"/>
          </p:nvPr>
        </p:nvSpPr>
        <p:spPr>
          <a:xfrm>
            <a:off x="623888" y="2962276"/>
            <a:ext cx="5252930" cy="623248"/>
          </a:xfrm>
        </p:spPr>
        <p:txBody>
          <a:bodyPr/>
          <a:lstStyle/>
          <a:p>
            <a:r>
              <a:rPr lang="en-US" dirty="0"/>
              <a:t>Our Service &amp; Solution offerings</a:t>
            </a:r>
          </a:p>
        </p:txBody>
      </p:sp>
    </p:spTree>
    <p:extLst>
      <p:ext uri="{BB962C8B-B14F-4D97-AF65-F5344CB8AC3E}">
        <p14:creationId xmlns:p14="http://schemas.microsoft.com/office/powerpoint/2010/main" val="393331844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4369A29-DE9B-DB09-FBAA-3EA4958FBCF1}"/>
            </a:ext>
          </a:extLst>
        </p:cNvPr>
        <p:cNvGrpSpPr/>
        <p:nvPr/>
      </p:nvGrpSpPr>
      <p:grpSpPr>
        <a:xfrm>
          <a:off x="0" y="0"/>
          <a:ext cx="0" cy="0"/>
          <a:chOff x="0" y="0"/>
          <a:chExt cx="0" cy="0"/>
        </a:xfrm>
      </p:grpSpPr>
      <p:pic>
        <p:nvPicPr>
          <p:cNvPr id="9" name="Picture 8">
            <a:extLst>
              <a:ext uri="{FF2B5EF4-FFF2-40B4-BE49-F238E27FC236}">
                <a16:creationId xmlns:a16="http://schemas.microsoft.com/office/drawing/2014/main" id="{C7D97E96-9F35-FF15-6697-275D87168CA6}"/>
              </a:ext>
            </a:extLst>
          </p:cNvPr>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623888" y="1136146"/>
            <a:ext cx="2989382" cy="3864580"/>
          </a:xfrm>
          <a:prstGeom prst="rect">
            <a:avLst/>
          </a:prstGeom>
        </p:spPr>
      </p:pic>
      <p:sp>
        <p:nvSpPr>
          <p:cNvPr id="2" name="Text Placeholder 1">
            <a:extLst>
              <a:ext uri="{FF2B5EF4-FFF2-40B4-BE49-F238E27FC236}">
                <a16:creationId xmlns:a16="http://schemas.microsoft.com/office/drawing/2014/main" id="{4AC41D80-4AC3-8C1D-DE0D-A8CAFB6052E5}"/>
              </a:ext>
            </a:extLst>
          </p:cNvPr>
          <p:cNvSpPr>
            <a:spLocks noGrp="1"/>
          </p:cNvSpPr>
          <p:nvPr>
            <p:ph type="body" sz="quarter" idx="15"/>
          </p:nvPr>
        </p:nvSpPr>
        <p:spPr>
          <a:xfrm flipH="1">
            <a:off x="623888" y="457200"/>
            <a:ext cx="8172450" cy="244101"/>
          </a:xfrm>
        </p:spPr>
        <p:txBody>
          <a:bodyPr/>
          <a:lstStyle/>
          <a:p>
            <a:r>
              <a:rPr lang="en-US"/>
              <a:t>Our Solution Offerings</a:t>
            </a:r>
          </a:p>
        </p:txBody>
      </p:sp>
      <p:pic>
        <p:nvPicPr>
          <p:cNvPr id="11" name="Picture 10">
            <a:extLst>
              <a:ext uri="{FF2B5EF4-FFF2-40B4-BE49-F238E27FC236}">
                <a16:creationId xmlns:a16="http://schemas.microsoft.com/office/drawing/2014/main" id="{AC6C659C-29D6-6D48-CF16-80F4BF08AE7C}"/>
              </a:ext>
            </a:extLst>
          </p:cNvPr>
          <p:cNvPicPr>
            <a:picLocks noChangeAspect="1"/>
          </p:cNvPicPr>
          <p:nvPr/>
        </p:nvPicPr>
        <p:blipFill>
          <a:blip r:embed="rId4" cstate="screen">
            <a:extLst>
              <a:ext uri="{28A0092B-C50C-407E-A947-70E740481C1C}">
                <a14:useLocalDpi xmlns:a14="http://schemas.microsoft.com/office/drawing/2010/main"/>
              </a:ext>
            </a:extLst>
          </a:blip>
          <a:stretch>
            <a:fillRect/>
          </a:stretch>
        </p:blipFill>
        <p:spPr>
          <a:xfrm>
            <a:off x="4624413" y="1136145"/>
            <a:ext cx="2989382" cy="3864580"/>
          </a:xfrm>
          <a:prstGeom prst="rect">
            <a:avLst/>
          </a:prstGeom>
        </p:spPr>
      </p:pic>
      <p:pic>
        <p:nvPicPr>
          <p:cNvPr id="15" name="Picture 14">
            <a:extLst>
              <a:ext uri="{FF2B5EF4-FFF2-40B4-BE49-F238E27FC236}">
                <a16:creationId xmlns:a16="http://schemas.microsoft.com/office/drawing/2014/main" id="{0446787F-1E08-9233-4BDE-23BE5C0CF399}"/>
              </a:ext>
            </a:extLst>
          </p:cNvPr>
          <p:cNvPicPr>
            <a:picLocks noChangeAspect="1"/>
          </p:cNvPicPr>
          <p:nvPr/>
        </p:nvPicPr>
        <p:blipFill>
          <a:blip r:embed="rId5" cstate="screen">
            <a:extLst>
              <a:ext uri="{28A0092B-C50C-407E-A947-70E740481C1C}">
                <a14:useLocalDpi xmlns:a14="http://schemas.microsoft.com/office/drawing/2010/main"/>
              </a:ext>
            </a:extLst>
          </a:blip>
          <a:stretch>
            <a:fillRect/>
          </a:stretch>
        </p:blipFill>
        <p:spPr>
          <a:xfrm>
            <a:off x="8578730" y="1136145"/>
            <a:ext cx="2989382" cy="3864580"/>
          </a:xfrm>
          <a:prstGeom prst="rect">
            <a:avLst/>
          </a:prstGeom>
        </p:spPr>
      </p:pic>
      <p:pic>
        <p:nvPicPr>
          <p:cNvPr id="19" name="Picture 2" descr="B2b Icons - Free SVG &amp; PNG B2b Images - Noun Project">
            <a:extLst>
              <a:ext uri="{FF2B5EF4-FFF2-40B4-BE49-F238E27FC236}">
                <a16:creationId xmlns:a16="http://schemas.microsoft.com/office/drawing/2014/main" id="{50D1D2B4-1F17-736C-B56F-2A489A119FCA}"/>
              </a:ext>
            </a:extLst>
          </p:cNvPr>
          <p:cNvPicPr>
            <a:picLocks noChangeAspect="1" noChangeArrowheads="1"/>
          </p:cNvPicPr>
          <p:nvPr/>
        </p:nvPicPr>
        <p:blipFill>
          <a:blip r:embed="rId6" cstate="screen">
            <a:extLst>
              <a:ext uri="{BEBA8EAE-BF5A-486C-A8C5-ECC9F3942E4B}">
                <a14:imgProps xmlns:a14="http://schemas.microsoft.com/office/drawing/2010/main">
                  <a14:imgLayer r:embed="rId7">
                    <a14:imgEffect>
                      <a14:brightnessContrast bright="100000"/>
                    </a14:imgEffect>
                  </a14:imgLayer>
                </a14:imgProps>
              </a:ext>
              <a:ext uri="{28A0092B-C50C-407E-A947-70E740481C1C}">
                <a14:useLocalDpi xmlns:a14="http://schemas.microsoft.com/office/drawing/2010/main"/>
              </a:ext>
            </a:extLst>
          </a:blip>
          <a:srcRect/>
          <a:stretch>
            <a:fillRect/>
          </a:stretch>
        </p:blipFill>
        <p:spPr bwMode="auto">
          <a:xfrm>
            <a:off x="1784983" y="1323773"/>
            <a:ext cx="667193" cy="667193"/>
          </a:xfrm>
          <a:prstGeom prst="rect">
            <a:avLst/>
          </a:prstGeom>
          <a:noFill/>
          <a:extLst>
            <a:ext uri="{909E8E84-426E-40DD-AFC4-6F175D3DCCD1}">
              <a14:hiddenFill xmlns:a14="http://schemas.microsoft.com/office/drawing/2010/main">
                <a:solidFill>
                  <a:srgbClr val="FFFFFF"/>
                </a:solidFill>
              </a14:hiddenFill>
            </a:ext>
          </a:extLst>
        </p:spPr>
      </p:pic>
      <p:sp>
        <p:nvSpPr>
          <p:cNvPr id="20" name="TextBox 57">
            <a:extLst>
              <a:ext uri="{FF2B5EF4-FFF2-40B4-BE49-F238E27FC236}">
                <a16:creationId xmlns:a16="http://schemas.microsoft.com/office/drawing/2014/main" id="{1BFEA46D-AC4A-DA21-E8FD-DB3F942F1C72}"/>
              </a:ext>
            </a:extLst>
          </p:cNvPr>
          <p:cNvSpPr txBox="1"/>
          <p:nvPr/>
        </p:nvSpPr>
        <p:spPr>
          <a:xfrm>
            <a:off x="623888" y="2612421"/>
            <a:ext cx="2989382" cy="246221"/>
          </a:xfrm>
          <a:prstGeom prst="rect">
            <a:avLst/>
          </a:prstGeom>
        </p:spPr>
        <p:txBody>
          <a:bodyPr wrap="square" lIns="0" tIns="0" rIns="0" bIns="0" anchor="t">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defTabSz="457200">
              <a:defRPr/>
            </a:pPr>
            <a:r>
              <a:rPr lang="en-US" sz="1600" b="1" dirty="0">
                <a:solidFill>
                  <a:schemeClr val="bg2">
                    <a:lumMod val="25000"/>
                  </a:schemeClr>
                </a:solidFill>
                <a:cs typeface="Poppins"/>
              </a:rPr>
              <a:t>B2B eCommerce</a:t>
            </a:r>
          </a:p>
        </p:txBody>
      </p:sp>
      <p:sp>
        <p:nvSpPr>
          <p:cNvPr id="21" name="TextBox 79">
            <a:extLst>
              <a:ext uri="{FF2B5EF4-FFF2-40B4-BE49-F238E27FC236}">
                <a16:creationId xmlns:a16="http://schemas.microsoft.com/office/drawing/2014/main" id="{170D2B91-0D56-90EE-BD05-FE3A210D3CCB}"/>
              </a:ext>
            </a:extLst>
          </p:cNvPr>
          <p:cNvSpPr txBox="1"/>
          <p:nvPr/>
        </p:nvSpPr>
        <p:spPr>
          <a:xfrm>
            <a:off x="884358" y="3336541"/>
            <a:ext cx="2468442" cy="846386"/>
          </a:xfrm>
          <a:prstGeom prst="rect">
            <a:avLst/>
          </a:prstGeom>
          <a:noFill/>
        </p:spPr>
        <p:txBody>
          <a:bodyPr wrap="square" lIns="0" tIns="0" rIns="0" bIns="0" rtlCol="0" anchor="t">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spcBef>
                <a:spcPts val="100"/>
              </a:spcBef>
              <a:spcAft>
                <a:spcPts val="100"/>
              </a:spcAft>
            </a:pPr>
            <a:r>
              <a:rPr lang="en-US" sz="1100" dirty="0">
                <a:solidFill>
                  <a:srgbClr val="1F1F1F"/>
                </a:solidFill>
                <a:ea typeface="+mn-lt"/>
                <a:cs typeface="+mn-lt"/>
              </a:rPr>
              <a:t>Streamline complex B2B workflows with self-service account management, quote requests, custom pricing, and seamless punchout integration. We also enable variations (B2B2B and B2B2C).</a:t>
            </a:r>
            <a:endParaRPr lang="en-US" sz="1100" dirty="0"/>
          </a:p>
        </p:txBody>
      </p:sp>
      <p:sp>
        <p:nvSpPr>
          <p:cNvPr id="22" name="TextBox 57">
            <a:extLst>
              <a:ext uri="{FF2B5EF4-FFF2-40B4-BE49-F238E27FC236}">
                <a16:creationId xmlns:a16="http://schemas.microsoft.com/office/drawing/2014/main" id="{4123AEC5-5109-0405-2476-AEECECE9D93A}"/>
              </a:ext>
            </a:extLst>
          </p:cNvPr>
          <p:cNvSpPr txBox="1"/>
          <p:nvPr/>
        </p:nvSpPr>
        <p:spPr>
          <a:xfrm>
            <a:off x="4624413" y="2489310"/>
            <a:ext cx="2989382" cy="492443"/>
          </a:xfrm>
          <a:prstGeom prst="rect">
            <a:avLst/>
          </a:prstGeom>
        </p:spPr>
        <p:txBody>
          <a:bodyPr wrap="square" lIns="0" tIns="0" rIns="0" bIns="0" anchor="t">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defTabSz="457200">
              <a:defRPr/>
            </a:pPr>
            <a:r>
              <a:rPr lang="en-US" sz="1600" b="1" dirty="0">
                <a:solidFill>
                  <a:schemeClr val="bg2">
                    <a:lumMod val="25000"/>
                  </a:schemeClr>
                </a:solidFill>
                <a:cs typeface="Poppins"/>
              </a:rPr>
              <a:t>B2C Shoppable</a:t>
            </a:r>
          </a:p>
          <a:p>
            <a:pPr algn="ctr" defTabSz="457200">
              <a:defRPr/>
            </a:pPr>
            <a:r>
              <a:rPr lang="en-US" sz="1600" b="1" dirty="0">
                <a:solidFill>
                  <a:schemeClr val="bg2">
                    <a:lumMod val="25000"/>
                  </a:schemeClr>
                </a:solidFill>
                <a:cs typeface="Poppins"/>
              </a:rPr>
              <a:t>Commerce</a:t>
            </a:r>
          </a:p>
        </p:txBody>
      </p:sp>
      <p:sp>
        <p:nvSpPr>
          <p:cNvPr id="23" name="TextBox 79">
            <a:extLst>
              <a:ext uri="{FF2B5EF4-FFF2-40B4-BE49-F238E27FC236}">
                <a16:creationId xmlns:a16="http://schemas.microsoft.com/office/drawing/2014/main" id="{D781813C-3EED-DEA4-8904-16368E5B5CDC}"/>
              </a:ext>
            </a:extLst>
          </p:cNvPr>
          <p:cNvSpPr txBox="1"/>
          <p:nvPr/>
        </p:nvSpPr>
        <p:spPr>
          <a:xfrm>
            <a:off x="4783308" y="3336541"/>
            <a:ext cx="2671592" cy="702756"/>
          </a:xfrm>
          <a:prstGeom prst="rect">
            <a:avLst/>
          </a:prstGeom>
          <a:noFill/>
        </p:spPr>
        <p:txBody>
          <a:bodyPr wrap="square" lIns="0" tIns="0" rIns="0" bIns="0" rtlCol="0" anchor="t">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spcBef>
                <a:spcPts val="100"/>
              </a:spcBef>
              <a:spcAft>
                <a:spcPts val="100"/>
              </a:spcAft>
            </a:pPr>
            <a:r>
              <a:rPr lang="en-US" sz="1100" dirty="0">
                <a:solidFill>
                  <a:srgbClr val="1F1F1F"/>
                </a:solidFill>
                <a:ea typeface="+mn-lt"/>
                <a:cs typeface="+mn-lt"/>
              </a:rPr>
              <a:t>Craft personalized B2C storefronts with powerful content management, intuitive navigation, and seamless checkout</a:t>
            </a:r>
          </a:p>
          <a:p>
            <a:pPr algn="ctr">
              <a:spcBef>
                <a:spcPts val="100"/>
              </a:spcBef>
              <a:spcAft>
                <a:spcPts val="100"/>
              </a:spcAft>
            </a:pPr>
            <a:r>
              <a:rPr lang="en-US" sz="1100" dirty="0">
                <a:solidFill>
                  <a:srgbClr val="1F1F1F"/>
                </a:solidFill>
                <a:ea typeface="+mn-lt"/>
                <a:cs typeface="+mn-lt"/>
              </a:rPr>
              <a:t>tailored to your unique brand identity.</a:t>
            </a:r>
          </a:p>
        </p:txBody>
      </p:sp>
      <p:pic>
        <p:nvPicPr>
          <p:cNvPr id="24" name="Picture 4" descr="Business-To-Business Icons - Free SVG &amp; PNG Business-To-Business Images -  Noun Project">
            <a:extLst>
              <a:ext uri="{FF2B5EF4-FFF2-40B4-BE49-F238E27FC236}">
                <a16:creationId xmlns:a16="http://schemas.microsoft.com/office/drawing/2014/main" id="{5A5895E5-6D49-6A05-DBAF-033E5AFF7755}"/>
              </a:ext>
            </a:extLst>
          </p:cNvPr>
          <p:cNvPicPr>
            <a:picLocks noChangeAspect="1" noChangeArrowheads="1"/>
          </p:cNvPicPr>
          <p:nvPr/>
        </p:nvPicPr>
        <p:blipFill>
          <a:blip r:embed="rId8" cstate="screen">
            <a:extLst>
              <a:ext uri="{BEBA8EAE-BF5A-486C-A8C5-ECC9F3942E4B}">
                <a14:imgProps xmlns:a14="http://schemas.microsoft.com/office/drawing/2010/main">
                  <a14:imgLayer r:embed="rId9">
                    <a14:imgEffect>
                      <a14:brightnessContrast bright="100000"/>
                    </a14:imgEffect>
                  </a14:imgLayer>
                </a14:imgProps>
              </a:ext>
              <a:ext uri="{28A0092B-C50C-407E-A947-70E740481C1C}">
                <a14:useLocalDpi xmlns:a14="http://schemas.microsoft.com/office/drawing/2010/main"/>
              </a:ext>
            </a:extLst>
          </a:blip>
          <a:srcRect/>
          <a:stretch>
            <a:fillRect/>
          </a:stretch>
        </p:blipFill>
        <p:spPr bwMode="auto">
          <a:xfrm>
            <a:off x="5812298" y="1354453"/>
            <a:ext cx="613610" cy="613610"/>
          </a:xfrm>
          <a:prstGeom prst="rect">
            <a:avLst/>
          </a:prstGeom>
          <a:noFill/>
          <a:extLst>
            <a:ext uri="{909E8E84-426E-40DD-AFC4-6F175D3DCCD1}">
              <a14:hiddenFill xmlns:a14="http://schemas.microsoft.com/office/drawing/2010/main">
                <a:solidFill>
                  <a:srgbClr val="FFFFFF"/>
                </a:solidFill>
              </a14:hiddenFill>
            </a:ext>
          </a:extLst>
        </p:spPr>
      </p:pic>
      <p:pic>
        <p:nvPicPr>
          <p:cNvPr id="25" name="Picture 6" descr="Marketplace Icons - Free SVG &amp; PNG Marketplace Images - Noun Project">
            <a:extLst>
              <a:ext uri="{FF2B5EF4-FFF2-40B4-BE49-F238E27FC236}">
                <a16:creationId xmlns:a16="http://schemas.microsoft.com/office/drawing/2014/main" id="{B683E44E-0E09-3DB8-FB09-EF4DA8E8267C}"/>
              </a:ext>
            </a:extLst>
          </p:cNvPr>
          <p:cNvPicPr>
            <a:picLocks noChangeAspect="1" noChangeArrowheads="1"/>
          </p:cNvPicPr>
          <p:nvPr/>
        </p:nvPicPr>
        <p:blipFill>
          <a:blip r:embed="rId10" cstate="screen">
            <a:extLst>
              <a:ext uri="{BEBA8EAE-BF5A-486C-A8C5-ECC9F3942E4B}">
                <a14:imgProps xmlns:a14="http://schemas.microsoft.com/office/drawing/2010/main">
                  <a14:imgLayer r:embed="rId11">
                    <a14:imgEffect>
                      <a14:brightnessContrast bright="100000"/>
                    </a14:imgEffect>
                  </a14:imgLayer>
                </a14:imgProps>
              </a:ext>
              <a:ext uri="{28A0092B-C50C-407E-A947-70E740481C1C}">
                <a14:useLocalDpi xmlns:a14="http://schemas.microsoft.com/office/drawing/2010/main"/>
              </a:ext>
            </a:extLst>
          </a:blip>
          <a:srcRect/>
          <a:stretch>
            <a:fillRect/>
          </a:stretch>
        </p:blipFill>
        <p:spPr bwMode="auto">
          <a:xfrm>
            <a:off x="9759940" y="1356414"/>
            <a:ext cx="626962" cy="626962"/>
          </a:xfrm>
          <a:prstGeom prst="rect">
            <a:avLst/>
          </a:prstGeom>
          <a:noFill/>
          <a:extLst>
            <a:ext uri="{909E8E84-426E-40DD-AFC4-6F175D3DCCD1}">
              <a14:hiddenFill xmlns:a14="http://schemas.microsoft.com/office/drawing/2010/main">
                <a:solidFill>
                  <a:srgbClr val="FFFFFF"/>
                </a:solidFill>
              </a14:hiddenFill>
            </a:ext>
          </a:extLst>
        </p:spPr>
      </p:pic>
      <p:sp>
        <p:nvSpPr>
          <p:cNvPr id="26" name="TextBox 57">
            <a:extLst>
              <a:ext uri="{FF2B5EF4-FFF2-40B4-BE49-F238E27FC236}">
                <a16:creationId xmlns:a16="http://schemas.microsoft.com/office/drawing/2014/main" id="{8EE97611-9DE8-3B4A-7556-EDEA464AAC5B}"/>
              </a:ext>
            </a:extLst>
          </p:cNvPr>
          <p:cNvSpPr txBox="1"/>
          <p:nvPr/>
        </p:nvSpPr>
        <p:spPr>
          <a:xfrm>
            <a:off x="8578730" y="2612421"/>
            <a:ext cx="2989382" cy="246221"/>
          </a:xfrm>
          <a:prstGeom prst="rect">
            <a:avLst/>
          </a:prstGeom>
        </p:spPr>
        <p:txBody>
          <a:bodyPr wrap="square" lIns="0" tIns="0" rIns="0" bIns="0" anchor="t">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defTabSz="457200">
              <a:defRPr/>
            </a:pPr>
            <a:r>
              <a:rPr lang="en-US" sz="1600" b="1" dirty="0">
                <a:solidFill>
                  <a:schemeClr val="bg2">
                    <a:lumMod val="25000"/>
                  </a:schemeClr>
                </a:solidFill>
                <a:cs typeface="Poppins"/>
              </a:rPr>
              <a:t>Marketplace Tapestry</a:t>
            </a:r>
          </a:p>
        </p:txBody>
      </p:sp>
      <p:sp>
        <p:nvSpPr>
          <p:cNvPr id="27" name="TextBox 79">
            <a:extLst>
              <a:ext uri="{FF2B5EF4-FFF2-40B4-BE49-F238E27FC236}">
                <a16:creationId xmlns:a16="http://schemas.microsoft.com/office/drawing/2014/main" id="{B98ED23A-6B11-5A09-7330-F9EC24091222}"/>
              </a:ext>
            </a:extLst>
          </p:cNvPr>
          <p:cNvSpPr txBox="1"/>
          <p:nvPr/>
        </p:nvSpPr>
        <p:spPr>
          <a:xfrm>
            <a:off x="8777000" y="3336541"/>
            <a:ext cx="2592842" cy="677108"/>
          </a:xfrm>
          <a:prstGeom prst="rect">
            <a:avLst/>
          </a:prstGeom>
          <a:noFill/>
        </p:spPr>
        <p:txBody>
          <a:bodyPr wrap="square" lIns="0" tIns="0" rIns="0" bIns="0" rtlCol="0" anchor="t">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spcBef>
                <a:spcPts val="100"/>
              </a:spcBef>
              <a:spcAft>
                <a:spcPts val="100"/>
              </a:spcAft>
            </a:pPr>
            <a:r>
              <a:rPr lang="en-US" sz="1100" dirty="0">
                <a:solidFill>
                  <a:srgbClr val="1F1F1F"/>
                </a:solidFill>
                <a:ea typeface="+mn-lt"/>
                <a:cs typeface="+mn-lt"/>
              </a:rPr>
              <a:t>Foster vibrant online communities with vendor onboarding, dynamic product catalogs, robust search functionalities, and advanced order management.</a:t>
            </a:r>
          </a:p>
        </p:txBody>
      </p:sp>
    </p:spTree>
    <p:extLst>
      <p:ext uri="{BB962C8B-B14F-4D97-AF65-F5344CB8AC3E}">
        <p14:creationId xmlns:p14="http://schemas.microsoft.com/office/powerpoint/2010/main" val="52427357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4369A29-DE9B-DB09-FBAA-3EA4958FBCF1}"/>
            </a:ext>
          </a:extLst>
        </p:cNvPr>
        <p:cNvGrpSpPr/>
        <p:nvPr/>
      </p:nvGrpSpPr>
      <p:grpSpPr>
        <a:xfrm>
          <a:off x="0" y="0"/>
          <a:ext cx="0" cy="0"/>
          <a:chOff x="0" y="0"/>
          <a:chExt cx="0" cy="0"/>
        </a:xfrm>
      </p:grpSpPr>
      <p:sp>
        <p:nvSpPr>
          <p:cNvPr id="2" name="Text Placeholder 1">
            <a:extLst>
              <a:ext uri="{FF2B5EF4-FFF2-40B4-BE49-F238E27FC236}">
                <a16:creationId xmlns:a16="http://schemas.microsoft.com/office/drawing/2014/main" id="{4AC41D80-4AC3-8C1D-DE0D-A8CAFB6052E5}"/>
              </a:ext>
            </a:extLst>
          </p:cNvPr>
          <p:cNvSpPr>
            <a:spLocks noGrp="1"/>
          </p:cNvSpPr>
          <p:nvPr>
            <p:ph type="body" sz="quarter" idx="15"/>
          </p:nvPr>
        </p:nvSpPr>
        <p:spPr>
          <a:xfrm flipH="1">
            <a:off x="623888" y="457200"/>
            <a:ext cx="8172450" cy="244101"/>
          </a:xfrm>
        </p:spPr>
        <p:txBody>
          <a:bodyPr/>
          <a:lstStyle/>
          <a:p>
            <a:r>
              <a:rPr lang="en-US"/>
              <a:t>Our Service Offerings</a:t>
            </a:r>
          </a:p>
        </p:txBody>
      </p:sp>
      <p:pic>
        <p:nvPicPr>
          <p:cNvPr id="21" name="Picture 20">
            <a:extLst>
              <a:ext uri="{FF2B5EF4-FFF2-40B4-BE49-F238E27FC236}">
                <a16:creationId xmlns:a16="http://schemas.microsoft.com/office/drawing/2014/main" id="{87937763-B6DC-9902-005F-AAD269024952}"/>
              </a:ext>
            </a:extLst>
          </p:cNvPr>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612013" y="1124489"/>
            <a:ext cx="11015854" cy="4456181"/>
          </a:xfrm>
          <a:prstGeom prst="rect">
            <a:avLst/>
          </a:prstGeom>
        </p:spPr>
      </p:pic>
      <p:pic>
        <p:nvPicPr>
          <p:cNvPr id="22" name="Graphic 28">
            <a:extLst>
              <a:ext uri="{FF2B5EF4-FFF2-40B4-BE49-F238E27FC236}">
                <a16:creationId xmlns:a16="http://schemas.microsoft.com/office/drawing/2014/main" id="{DBCDCFE6-A018-D064-8B1C-AD5FBB5CBE26}"/>
              </a:ext>
            </a:extLst>
          </p:cNvPr>
          <p:cNvPicPr>
            <a:picLocks noChangeAspect="1"/>
          </p:cNvPicPr>
          <p:nvPr/>
        </p:nvPicPr>
        <p:blipFill>
          <a:blip r:embed="rId4" cstate="screen">
            <a:biLevel thresh="50000"/>
            <a:extLst>
              <a:ext uri="{28A0092B-C50C-407E-A947-70E740481C1C}">
                <a14:useLocalDpi xmlns:a14="http://schemas.microsoft.com/office/drawing/2010/main"/>
              </a:ext>
            </a:extLst>
          </a:blip>
          <a:stretch>
            <a:fillRect/>
          </a:stretch>
        </p:blipFill>
        <p:spPr>
          <a:xfrm>
            <a:off x="980866" y="1474123"/>
            <a:ext cx="418610" cy="418610"/>
          </a:xfrm>
          <a:prstGeom prst="rect">
            <a:avLst/>
          </a:prstGeom>
        </p:spPr>
      </p:pic>
      <p:pic>
        <p:nvPicPr>
          <p:cNvPr id="23" name="Graphic 29">
            <a:extLst>
              <a:ext uri="{FF2B5EF4-FFF2-40B4-BE49-F238E27FC236}">
                <a16:creationId xmlns:a16="http://schemas.microsoft.com/office/drawing/2014/main" id="{C2EE1D50-DA4B-01F7-BF70-09A7F8592AAE}"/>
              </a:ext>
            </a:extLst>
          </p:cNvPr>
          <p:cNvPicPr>
            <a:picLocks noChangeAspect="1"/>
          </p:cNvPicPr>
          <p:nvPr/>
        </p:nvPicPr>
        <p:blipFill>
          <a:blip r:embed="rId5" cstate="screen">
            <a:biLevel thresh="50000"/>
            <a:extLst>
              <a:ext uri="{28A0092B-C50C-407E-A947-70E740481C1C}">
                <a14:useLocalDpi xmlns:a14="http://schemas.microsoft.com/office/drawing/2010/main"/>
              </a:ext>
            </a:extLst>
          </a:blip>
          <a:stretch>
            <a:fillRect/>
          </a:stretch>
        </p:blipFill>
        <p:spPr>
          <a:xfrm>
            <a:off x="3764778" y="1474123"/>
            <a:ext cx="418610" cy="418610"/>
          </a:xfrm>
          <a:prstGeom prst="rect">
            <a:avLst/>
          </a:prstGeom>
        </p:spPr>
      </p:pic>
      <p:pic>
        <p:nvPicPr>
          <p:cNvPr id="24" name="Graphic 30">
            <a:extLst>
              <a:ext uri="{FF2B5EF4-FFF2-40B4-BE49-F238E27FC236}">
                <a16:creationId xmlns:a16="http://schemas.microsoft.com/office/drawing/2014/main" id="{2BFA85A2-EE2A-64AE-6CD1-F68BED6831B8}"/>
              </a:ext>
            </a:extLst>
          </p:cNvPr>
          <p:cNvPicPr>
            <a:picLocks noChangeAspect="1"/>
          </p:cNvPicPr>
          <p:nvPr/>
        </p:nvPicPr>
        <p:blipFill>
          <a:blip r:embed="rId6" cstate="screen">
            <a:biLevel thresh="50000"/>
            <a:extLst>
              <a:ext uri="{28A0092B-C50C-407E-A947-70E740481C1C}">
                <a14:useLocalDpi xmlns:a14="http://schemas.microsoft.com/office/drawing/2010/main"/>
              </a:ext>
            </a:extLst>
          </a:blip>
          <a:stretch>
            <a:fillRect/>
          </a:stretch>
        </p:blipFill>
        <p:spPr>
          <a:xfrm>
            <a:off x="6623607" y="1474123"/>
            <a:ext cx="418610" cy="418610"/>
          </a:xfrm>
          <a:prstGeom prst="rect">
            <a:avLst/>
          </a:prstGeom>
        </p:spPr>
      </p:pic>
      <p:pic>
        <p:nvPicPr>
          <p:cNvPr id="25" name="Graphic 31">
            <a:extLst>
              <a:ext uri="{FF2B5EF4-FFF2-40B4-BE49-F238E27FC236}">
                <a16:creationId xmlns:a16="http://schemas.microsoft.com/office/drawing/2014/main" id="{0E690A42-3D67-18EF-C05D-0677F367543B}"/>
              </a:ext>
            </a:extLst>
          </p:cNvPr>
          <p:cNvPicPr>
            <a:picLocks noChangeAspect="1"/>
          </p:cNvPicPr>
          <p:nvPr/>
        </p:nvPicPr>
        <p:blipFill>
          <a:blip r:embed="rId7" cstate="screen">
            <a:biLevel thresh="50000"/>
            <a:extLst>
              <a:ext uri="{28A0092B-C50C-407E-A947-70E740481C1C}">
                <a14:useLocalDpi xmlns:a14="http://schemas.microsoft.com/office/drawing/2010/main"/>
              </a:ext>
            </a:extLst>
          </a:blip>
          <a:stretch>
            <a:fillRect/>
          </a:stretch>
        </p:blipFill>
        <p:spPr>
          <a:xfrm>
            <a:off x="9468149" y="1474123"/>
            <a:ext cx="418610" cy="418610"/>
          </a:xfrm>
          <a:prstGeom prst="rect">
            <a:avLst/>
          </a:prstGeom>
        </p:spPr>
      </p:pic>
      <p:sp>
        <p:nvSpPr>
          <p:cNvPr id="27" name="TextBox 57">
            <a:extLst>
              <a:ext uri="{FF2B5EF4-FFF2-40B4-BE49-F238E27FC236}">
                <a16:creationId xmlns:a16="http://schemas.microsoft.com/office/drawing/2014/main" id="{16009EB6-56C3-124A-A77F-4F0438D92C42}"/>
              </a:ext>
            </a:extLst>
          </p:cNvPr>
          <p:cNvSpPr txBox="1"/>
          <p:nvPr/>
        </p:nvSpPr>
        <p:spPr>
          <a:xfrm>
            <a:off x="885209" y="2134844"/>
            <a:ext cx="2256385" cy="215444"/>
          </a:xfrm>
          <a:prstGeom prst="rect">
            <a:avLst/>
          </a:prstGeom>
        </p:spPr>
        <p:txBody>
          <a:bodyPr wrap="square" lIns="0" tIns="0" rIns="0" bIns="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defTabSz="457200">
              <a:defRPr/>
            </a:pPr>
            <a:r>
              <a:rPr lang="en-US" sz="1400" b="1" dirty="0">
                <a:latin typeface="Manrope" pitchFamily="2" charset="0"/>
                <a:cs typeface="Poppins" pitchFamily="2" charset="77"/>
              </a:rPr>
              <a:t>Strategic Consulting</a:t>
            </a:r>
          </a:p>
        </p:txBody>
      </p:sp>
      <p:sp>
        <p:nvSpPr>
          <p:cNvPr id="28" name="TextBox 79">
            <a:extLst>
              <a:ext uri="{FF2B5EF4-FFF2-40B4-BE49-F238E27FC236}">
                <a16:creationId xmlns:a16="http://schemas.microsoft.com/office/drawing/2014/main" id="{238FE941-B28E-6205-CCEC-ACCCEA860196}"/>
              </a:ext>
            </a:extLst>
          </p:cNvPr>
          <p:cNvSpPr txBox="1"/>
          <p:nvPr/>
        </p:nvSpPr>
        <p:spPr>
          <a:xfrm>
            <a:off x="885209" y="2613716"/>
            <a:ext cx="1921476" cy="1974900"/>
          </a:xfrm>
          <a:prstGeom prst="rect">
            <a:avLst/>
          </a:prstGeom>
          <a:noFill/>
        </p:spPr>
        <p:txBody>
          <a:bodyPr wrap="square" lIns="0" tIns="0" rIns="0" bIns="0" rtlCol="0" anchor="t">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171450" indent="-171450">
              <a:spcBef>
                <a:spcPts val="100"/>
              </a:spcBef>
              <a:spcAft>
                <a:spcPts val="100"/>
              </a:spcAft>
              <a:buClr>
                <a:schemeClr val="tx1"/>
              </a:buClr>
              <a:buFont typeface="Arial" panose="020B0604020202020204" pitchFamily="34" charset="0"/>
              <a:buChar char="•"/>
            </a:pPr>
            <a:r>
              <a:rPr lang="en-US" sz="1000" dirty="0">
                <a:latin typeface="Manrope" pitchFamily="2" charset="0"/>
                <a:cs typeface="Poppins"/>
              </a:rPr>
              <a:t>Design thinking workshop</a:t>
            </a:r>
            <a:endParaRPr lang="en-US" sz="1000" dirty="0">
              <a:latin typeface="Manrope" pitchFamily="2" charset="0"/>
            </a:endParaRPr>
          </a:p>
          <a:p>
            <a:pPr marL="171450" indent="-171450">
              <a:spcBef>
                <a:spcPts val="100"/>
              </a:spcBef>
              <a:spcAft>
                <a:spcPts val="100"/>
              </a:spcAft>
              <a:buClr>
                <a:schemeClr val="tx1"/>
              </a:buClr>
              <a:buFont typeface="Arial" panose="020B0604020202020204" pitchFamily="34" charset="0"/>
              <a:buChar char="•"/>
            </a:pPr>
            <a:r>
              <a:rPr lang="en-US" sz="1000" dirty="0">
                <a:latin typeface="Manrope" pitchFamily="2" charset="0"/>
                <a:cs typeface="Poppins"/>
              </a:rPr>
              <a:t>Strategy audits, benchmarking, and proofing​</a:t>
            </a:r>
          </a:p>
          <a:p>
            <a:pPr marL="171450" indent="-171450">
              <a:spcBef>
                <a:spcPts val="100"/>
              </a:spcBef>
              <a:spcAft>
                <a:spcPts val="100"/>
              </a:spcAft>
              <a:buClr>
                <a:schemeClr val="tx1"/>
              </a:buClr>
              <a:buFont typeface="Arial" panose="020B0604020202020204" pitchFamily="34" charset="0"/>
              <a:buChar char="•"/>
            </a:pPr>
            <a:r>
              <a:rPr lang="en-US" sz="1000" dirty="0">
                <a:latin typeface="Manrope" pitchFamily="2" charset="0"/>
                <a:cs typeface="Poppins"/>
              </a:rPr>
              <a:t>Comprehensive assessment of the current ecosystem</a:t>
            </a:r>
          </a:p>
          <a:p>
            <a:pPr marL="171450" indent="-171450">
              <a:spcBef>
                <a:spcPts val="100"/>
              </a:spcBef>
              <a:spcAft>
                <a:spcPts val="100"/>
              </a:spcAft>
              <a:buClr>
                <a:schemeClr val="tx1"/>
              </a:buClr>
              <a:buFont typeface="Arial" panose="020B0604020202020204" pitchFamily="34" charset="0"/>
              <a:buChar char="•"/>
            </a:pPr>
            <a:r>
              <a:rPr lang="en-US" sz="1000" dirty="0">
                <a:latin typeface="Manrope" pitchFamily="2" charset="0"/>
                <a:cs typeface="Poppins"/>
              </a:rPr>
              <a:t>Define omnichannel strategy​</a:t>
            </a:r>
          </a:p>
          <a:p>
            <a:pPr marL="171450" indent="-171450">
              <a:spcBef>
                <a:spcPts val="100"/>
              </a:spcBef>
              <a:spcAft>
                <a:spcPts val="100"/>
              </a:spcAft>
              <a:buClr>
                <a:schemeClr val="tx1"/>
              </a:buClr>
              <a:buFont typeface="Arial" panose="020B0604020202020204" pitchFamily="34" charset="0"/>
              <a:buChar char="•"/>
            </a:pPr>
            <a:r>
              <a:rPr lang="en-US" sz="1000" dirty="0">
                <a:latin typeface="Manrope" pitchFamily="2" charset="0"/>
                <a:cs typeface="Poppins"/>
              </a:rPr>
              <a:t>Perform gap analysis to determine changes required to move from the current state to the optimal state</a:t>
            </a:r>
          </a:p>
          <a:p>
            <a:pPr marL="171450" indent="-171450">
              <a:spcBef>
                <a:spcPts val="100"/>
              </a:spcBef>
              <a:spcAft>
                <a:spcPts val="100"/>
              </a:spcAft>
              <a:buClr>
                <a:schemeClr val="tx1"/>
              </a:buClr>
              <a:buFont typeface="Arial" panose="020B0604020202020204" pitchFamily="34" charset="0"/>
              <a:buChar char="•"/>
            </a:pPr>
            <a:r>
              <a:rPr lang="en-US" sz="1000" dirty="0">
                <a:latin typeface="Manrope" pitchFamily="2" charset="0"/>
                <a:cs typeface="Poppins"/>
              </a:rPr>
              <a:t>Assessments and roadmap development</a:t>
            </a:r>
          </a:p>
        </p:txBody>
      </p:sp>
      <p:sp>
        <p:nvSpPr>
          <p:cNvPr id="29" name="TextBox 57">
            <a:extLst>
              <a:ext uri="{FF2B5EF4-FFF2-40B4-BE49-F238E27FC236}">
                <a16:creationId xmlns:a16="http://schemas.microsoft.com/office/drawing/2014/main" id="{479F1DEB-62A6-F174-6352-210C9D70D6D8}"/>
              </a:ext>
            </a:extLst>
          </p:cNvPr>
          <p:cNvSpPr txBox="1"/>
          <p:nvPr/>
        </p:nvSpPr>
        <p:spPr>
          <a:xfrm>
            <a:off x="3737500" y="2011733"/>
            <a:ext cx="1627122" cy="430887"/>
          </a:xfrm>
          <a:prstGeom prst="rect">
            <a:avLst/>
          </a:prstGeom>
        </p:spPr>
        <p:txBody>
          <a:bodyPr wrap="square" lIns="0" tIns="0" rIns="0" bIns="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defTabSz="457200">
              <a:defRPr/>
            </a:pPr>
            <a:r>
              <a:rPr lang="en-US" sz="1400" b="1" dirty="0">
                <a:latin typeface="Manrope" pitchFamily="2" charset="0"/>
                <a:cs typeface="Poppins" pitchFamily="2" charset="77"/>
              </a:rPr>
              <a:t>Seamless Experience Design</a:t>
            </a:r>
          </a:p>
        </p:txBody>
      </p:sp>
      <p:sp>
        <p:nvSpPr>
          <p:cNvPr id="30" name="TextBox 79">
            <a:extLst>
              <a:ext uri="{FF2B5EF4-FFF2-40B4-BE49-F238E27FC236}">
                <a16:creationId xmlns:a16="http://schemas.microsoft.com/office/drawing/2014/main" id="{9E17871A-C117-1364-5FB5-1E348BAE9B94}"/>
              </a:ext>
            </a:extLst>
          </p:cNvPr>
          <p:cNvSpPr txBox="1"/>
          <p:nvPr/>
        </p:nvSpPr>
        <p:spPr>
          <a:xfrm>
            <a:off x="3737500" y="2613716"/>
            <a:ext cx="1921476" cy="1564531"/>
          </a:xfrm>
          <a:prstGeom prst="rect">
            <a:avLst/>
          </a:prstGeom>
          <a:noFill/>
        </p:spPr>
        <p:txBody>
          <a:bodyPr wrap="square" lIns="0" tIns="0" rIns="0" bIns="0" rtlCol="0" anchor="t">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171450" indent="-171450">
              <a:spcBef>
                <a:spcPts val="100"/>
              </a:spcBef>
              <a:spcAft>
                <a:spcPts val="100"/>
              </a:spcAft>
              <a:buClr>
                <a:schemeClr val="tx1"/>
              </a:buClr>
              <a:buFont typeface="Arial" panose="020B0604020202020204" pitchFamily="34" charset="0"/>
              <a:buChar char="•"/>
            </a:pPr>
            <a:r>
              <a:rPr lang="en-US" sz="1000" dirty="0">
                <a:latin typeface="Manrope" pitchFamily="2" charset="0"/>
                <a:cs typeface="Poppins"/>
              </a:rPr>
              <a:t>Unified  human-centric design​</a:t>
            </a:r>
          </a:p>
          <a:p>
            <a:pPr marL="171450" indent="-171450">
              <a:spcBef>
                <a:spcPts val="100"/>
              </a:spcBef>
              <a:spcAft>
                <a:spcPts val="100"/>
              </a:spcAft>
              <a:buClr>
                <a:schemeClr val="tx1"/>
              </a:buClr>
              <a:buFont typeface="Arial" panose="020B0604020202020204" pitchFamily="34" charset="0"/>
              <a:buChar char="•"/>
            </a:pPr>
            <a:r>
              <a:rPr lang="en-US" sz="1000" dirty="0">
                <a:latin typeface="Manrope" pitchFamily="2" charset="0"/>
                <a:cs typeface="Poppins"/>
              </a:rPr>
              <a:t>Persona development​</a:t>
            </a:r>
          </a:p>
          <a:p>
            <a:pPr marL="171450" indent="-171450">
              <a:spcBef>
                <a:spcPts val="100"/>
              </a:spcBef>
              <a:spcAft>
                <a:spcPts val="100"/>
              </a:spcAft>
              <a:buClr>
                <a:schemeClr val="tx1"/>
              </a:buClr>
              <a:buFont typeface="Arial" panose="020B0604020202020204" pitchFamily="34" charset="0"/>
              <a:buChar char="•"/>
            </a:pPr>
            <a:r>
              <a:rPr lang="en-US" sz="1000" dirty="0">
                <a:latin typeface="Manrope" pitchFamily="2" charset="0"/>
                <a:cs typeface="Poppins"/>
              </a:rPr>
              <a:t>Customer journeys​ mapping</a:t>
            </a:r>
          </a:p>
          <a:p>
            <a:pPr marL="171450" indent="-171450">
              <a:spcBef>
                <a:spcPts val="100"/>
              </a:spcBef>
              <a:spcAft>
                <a:spcPts val="100"/>
              </a:spcAft>
              <a:buClr>
                <a:schemeClr val="tx1"/>
              </a:buClr>
              <a:buFont typeface="Arial" panose="020B0604020202020204" pitchFamily="34" charset="0"/>
              <a:buChar char="•"/>
            </a:pPr>
            <a:r>
              <a:rPr lang="en-US" sz="1000" dirty="0">
                <a:latin typeface="Manrope" pitchFamily="2" charset="0"/>
                <a:cs typeface="Poppins"/>
              </a:rPr>
              <a:t>Redesigning and UX revamp</a:t>
            </a:r>
          </a:p>
          <a:p>
            <a:pPr marL="171450" indent="-171450">
              <a:spcBef>
                <a:spcPts val="100"/>
              </a:spcBef>
              <a:spcAft>
                <a:spcPts val="100"/>
              </a:spcAft>
              <a:buClr>
                <a:schemeClr val="tx1"/>
              </a:buClr>
              <a:buFont typeface="Arial" panose="020B0604020202020204" pitchFamily="34" charset="0"/>
              <a:buChar char="•"/>
            </a:pPr>
            <a:r>
              <a:rPr lang="en-US" sz="1000" dirty="0">
                <a:latin typeface="Manrope" pitchFamily="2" charset="0"/>
                <a:cs typeface="Poppins"/>
              </a:rPr>
              <a:t>Prototype development</a:t>
            </a:r>
          </a:p>
          <a:p>
            <a:pPr marL="171450" indent="-171450">
              <a:spcBef>
                <a:spcPts val="100"/>
              </a:spcBef>
              <a:spcAft>
                <a:spcPts val="100"/>
              </a:spcAft>
              <a:buClr>
                <a:schemeClr val="tx1"/>
              </a:buClr>
              <a:buFont typeface="Arial" panose="020B0604020202020204" pitchFamily="34" charset="0"/>
              <a:buChar char="•"/>
            </a:pPr>
            <a:r>
              <a:rPr lang="en-US" sz="1000" dirty="0">
                <a:latin typeface="Manrope" pitchFamily="2" charset="0"/>
                <a:cs typeface="Poppins"/>
              </a:rPr>
              <a:t>Design prototype</a:t>
            </a:r>
          </a:p>
          <a:p>
            <a:pPr marL="171450" indent="-171450">
              <a:spcBef>
                <a:spcPts val="100"/>
              </a:spcBef>
              <a:spcAft>
                <a:spcPts val="100"/>
              </a:spcAft>
              <a:buClr>
                <a:schemeClr val="tx1"/>
              </a:buClr>
              <a:buFont typeface="Arial" panose="020B0604020202020204" pitchFamily="34" charset="0"/>
              <a:buChar char="•"/>
            </a:pPr>
            <a:r>
              <a:rPr lang="en-US" sz="1000" dirty="0">
                <a:latin typeface="Manrope" pitchFamily="2" charset="0"/>
                <a:cs typeface="Poppins"/>
              </a:rPr>
              <a:t>Define brand guidelines</a:t>
            </a:r>
          </a:p>
          <a:p>
            <a:pPr marL="171450" indent="-171450">
              <a:spcBef>
                <a:spcPts val="100"/>
              </a:spcBef>
              <a:spcAft>
                <a:spcPts val="100"/>
              </a:spcAft>
              <a:buClr>
                <a:schemeClr val="tx1"/>
              </a:buClr>
              <a:buFont typeface="Arial" panose="020B0604020202020204" pitchFamily="34" charset="0"/>
              <a:buChar char="•"/>
            </a:pPr>
            <a:endParaRPr lang="en-US" sz="1000" dirty="0">
              <a:latin typeface="Manrope" pitchFamily="2" charset="0"/>
              <a:cs typeface="Poppins"/>
            </a:endParaRPr>
          </a:p>
        </p:txBody>
      </p:sp>
      <p:sp>
        <p:nvSpPr>
          <p:cNvPr id="31" name="TextBox 57">
            <a:extLst>
              <a:ext uri="{FF2B5EF4-FFF2-40B4-BE49-F238E27FC236}">
                <a16:creationId xmlns:a16="http://schemas.microsoft.com/office/drawing/2014/main" id="{FB8CD756-5192-C7D3-49DC-82E5BE6D516D}"/>
              </a:ext>
            </a:extLst>
          </p:cNvPr>
          <p:cNvSpPr txBox="1"/>
          <p:nvPr/>
        </p:nvSpPr>
        <p:spPr>
          <a:xfrm>
            <a:off x="6582042" y="2011733"/>
            <a:ext cx="2256385" cy="430887"/>
          </a:xfrm>
          <a:prstGeom prst="rect">
            <a:avLst/>
          </a:prstGeom>
        </p:spPr>
        <p:txBody>
          <a:bodyPr wrap="square" lIns="0" tIns="0" rIns="0" bIns="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defTabSz="457200">
              <a:defRPr/>
            </a:pPr>
            <a:r>
              <a:rPr lang="en-US" sz="1400" b="1" dirty="0">
                <a:latin typeface="Manrope" pitchFamily="2" charset="0"/>
                <a:cs typeface="Poppins" pitchFamily="2" charset="77"/>
              </a:rPr>
              <a:t>Engineering</a:t>
            </a:r>
          </a:p>
          <a:p>
            <a:pPr defTabSz="457200">
              <a:defRPr/>
            </a:pPr>
            <a:r>
              <a:rPr lang="en-US" sz="1400" b="1" dirty="0">
                <a:latin typeface="Manrope" pitchFamily="2" charset="0"/>
                <a:cs typeface="Poppins" pitchFamily="2" charset="77"/>
              </a:rPr>
              <a:t>Transformation</a:t>
            </a:r>
          </a:p>
        </p:txBody>
      </p:sp>
      <p:sp>
        <p:nvSpPr>
          <p:cNvPr id="32" name="TextBox 79">
            <a:extLst>
              <a:ext uri="{FF2B5EF4-FFF2-40B4-BE49-F238E27FC236}">
                <a16:creationId xmlns:a16="http://schemas.microsoft.com/office/drawing/2014/main" id="{14AAADF2-F904-F2C5-9DA1-89997EB6F283}"/>
              </a:ext>
            </a:extLst>
          </p:cNvPr>
          <p:cNvSpPr txBox="1"/>
          <p:nvPr/>
        </p:nvSpPr>
        <p:spPr>
          <a:xfrm>
            <a:off x="6582042" y="2613716"/>
            <a:ext cx="1921476" cy="2359620"/>
          </a:xfrm>
          <a:prstGeom prst="rect">
            <a:avLst/>
          </a:prstGeom>
          <a:noFill/>
        </p:spPr>
        <p:txBody>
          <a:bodyPr wrap="square" lIns="0" tIns="0" rIns="0" bIns="0" rtlCol="0" anchor="t">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171450" indent="-171450">
              <a:spcBef>
                <a:spcPts val="100"/>
              </a:spcBef>
              <a:spcAft>
                <a:spcPts val="100"/>
              </a:spcAft>
              <a:buClr>
                <a:schemeClr val="tx1"/>
              </a:buClr>
              <a:buFont typeface="Arial" panose="020B0604020202020204" pitchFamily="34" charset="0"/>
              <a:buChar char="•"/>
            </a:pPr>
            <a:r>
              <a:rPr lang="en-US" sz="1000" dirty="0">
                <a:latin typeface="Manrope" pitchFamily="2" charset="0"/>
                <a:cs typeface="Poppins"/>
              </a:rPr>
              <a:t>Digital marketing and content platform​ activation</a:t>
            </a:r>
          </a:p>
          <a:p>
            <a:pPr marL="171450" indent="-171450">
              <a:spcBef>
                <a:spcPts val="100"/>
              </a:spcBef>
              <a:spcAft>
                <a:spcPts val="100"/>
              </a:spcAft>
              <a:buClr>
                <a:schemeClr val="tx1"/>
              </a:buClr>
              <a:buFont typeface="Arial" panose="020B0604020202020204" pitchFamily="34" charset="0"/>
              <a:buChar char="•"/>
            </a:pPr>
            <a:r>
              <a:rPr lang="en-US" sz="1000" dirty="0">
                <a:latin typeface="Manrope" pitchFamily="2" charset="0"/>
                <a:cs typeface="Poppins"/>
              </a:rPr>
              <a:t>Integrations with various systems &amp; 3rd parties</a:t>
            </a:r>
          </a:p>
          <a:p>
            <a:pPr marL="171450" indent="-171450">
              <a:spcBef>
                <a:spcPts val="100"/>
              </a:spcBef>
              <a:spcAft>
                <a:spcPts val="100"/>
              </a:spcAft>
              <a:buClr>
                <a:schemeClr val="tx1"/>
              </a:buClr>
              <a:buFont typeface="Arial" panose="020B0604020202020204" pitchFamily="34" charset="0"/>
              <a:buChar char="•"/>
            </a:pPr>
            <a:r>
              <a:rPr lang="en-US" sz="1000" dirty="0">
                <a:latin typeface="Manrope" pitchFamily="2" charset="0"/>
                <a:cs typeface="Poppins"/>
              </a:rPr>
              <a:t>Digital asset management</a:t>
            </a:r>
          </a:p>
          <a:p>
            <a:pPr marL="171450" indent="-171450">
              <a:spcBef>
                <a:spcPts val="100"/>
              </a:spcBef>
              <a:spcAft>
                <a:spcPts val="100"/>
              </a:spcAft>
              <a:buClr>
                <a:schemeClr val="tx1"/>
              </a:buClr>
              <a:buFont typeface="Arial" panose="020B0604020202020204" pitchFamily="34" charset="0"/>
              <a:buChar char="•"/>
            </a:pPr>
            <a:r>
              <a:rPr lang="en-US" sz="1000" dirty="0">
                <a:latin typeface="Manrope" pitchFamily="2" charset="0"/>
                <a:cs typeface="Poppins"/>
              </a:rPr>
              <a:t>Data platforms and analytics​</a:t>
            </a:r>
          </a:p>
          <a:p>
            <a:pPr marL="171450" indent="-171450">
              <a:spcBef>
                <a:spcPts val="100"/>
              </a:spcBef>
              <a:spcAft>
                <a:spcPts val="100"/>
              </a:spcAft>
              <a:buClr>
                <a:schemeClr val="tx1"/>
              </a:buClr>
              <a:buFont typeface="Arial" panose="020B0604020202020204" pitchFamily="34" charset="0"/>
              <a:buChar char="•"/>
            </a:pPr>
            <a:r>
              <a:rPr lang="en-US" sz="1000" dirty="0">
                <a:latin typeface="Manrope" pitchFamily="2" charset="0"/>
                <a:cs typeface="Poppins"/>
              </a:rPr>
              <a:t>Personalization</a:t>
            </a:r>
          </a:p>
          <a:p>
            <a:pPr marL="171450" indent="-171450">
              <a:spcBef>
                <a:spcPts val="100"/>
              </a:spcBef>
              <a:spcAft>
                <a:spcPts val="100"/>
              </a:spcAft>
              <a:buClr>
                <a:schemeClr val="tx1"/>
              </a:buClr>
              <a:buFont typeface="Arial" panose="020B0604020202020204" pitchFamily="34" charset="0"/>
              <a:buChar char="•"/>
            </a:pPr>
            <a:r>
              <a:rPr lang="en-US" sz="1000" dirty="0">
                <a:latin typeface="Manrope" pitchFamily="2" charset="0"/>
                <a:cs typeface="Poppins"/>
              </a:rPr>
              <a:t>Platform enablement</a:t>
            </a:r>
          </a:p>
          <a:p>
            <a:pPr marL="171450" indent="-171450">
              <a:spcBef>
                <a:spcPts val="100"/>
              </a:spcBef>
              <a:spcAft>
                <a:spcPts val="100"/>
              </a:spcAft>
              <a:buClr>
                <a:schemeClr val="tx1"/>
              </a:buClr>
              <a:buFont typeface="Arial" panose="020B0604020202020204" pitchFamily="34" charset="0"/>
              <a:buChar char="•"/>
            </a:pPr>
            <a:r>
              <a:rPr lang="en-US" sz="1000" dirty="0">
                <a:latin typeface="Manrope" pitchFamily="2" charset="0"/>
                <a:cs typeface="Poppins"/>
              </a:rPr>
              <a:t>Augmenting Experience through AR/VR​</a:t>
            </a:r>
          </a:p>
          <a:p>
            <a:pPr marL="171450" indent="-171450">
              <a:spcBef>
                <a:spcPts val="100"/>
              </a:spcBef>
              <a:spcAft>
                <a:spcPts val="100"/>
              </a:spcAft>
              <a:buClr>
                <a:schemeClr val="tx1"/>
              </a:buClr>
              <a:buFont typeface="Arial" panose="020B0604020202020204" pitchFamily="34" charset="0"/>
              <a:buChar char="•"/>
            </a:pPr>
            <a:r>
              <a:rPr lang="en-US" sz="1000" dirty="0">
                <a:latin typeface="Manrope" pitchFamily="2" charset="0"/>
                <a:cs typeface="Poppins"/>
              </a:rPr>
              <a:t>Custom development and systems integration​</a:t>
            </a:r>
          </a:p>
          <a:p>
            <a:pPr marL="171450" indent="-171450">
              <a:spcBef>
                <a:spcPts val="100"/>
              </a:spcBef>
              <a:spcAft>
                <a:spcPts val="100"/>
              </a:spcAft>
              <a:buClr>
                <a:schemeClr val="tx1"/>
              </a:buClr>
              <a:buFont typeface="Arial" panose="020B0604020202020204" pitchFamily="34" charset="0"/>
              <a:buChar char="•"/>
            </a:pPr>
            <a:r>
              <a:rPr lang="en-US" sz="1000" dirty="0">
                <a:latin typeface="Manrope" pitchFamily="2" charset="0"/>
                <a:cs typeface="Poppins"/>
              </a:rPr>
              <a:t>Cloud technology migration &amp; managed support</a:t>
            </a:r>
          </a:p>
        </p:txBody>
      </p:sp>
      <p:sp>
        <p:nvSpPr>
          <p:cNvPr id="33" name="TextBox 57">
            <a:extLst>
              <a:ext uri="{FF2B5EF4-FFF2-40B4-BE49-F238E27FC236}">
                <a16:creationId xmlns:a16="http://schemas.microsoft.com/office/drawing/2014/main" id="{321C4F5D-6D0E-F848-072D-66AC75024C01}"/>
              </a:ext>
            </a:extLst>
          </p:cNvPr>
          <p:cNvSpPr txBox="1"/>
          <p:nvPr/>
        </p:nvSpPr>
        <p:spPr>
          <a:xfrm>
            <a:off x="9426584" y="2011733"/>
            <a:ext cx="1921476" cy="430887"/>
          </a:xfrm>
          <a:prstGeom prst="rect">
            <a:avLst/>
          </a:prstGeom>
        </p:spPr>
        <p:txBody>
          <a:bodyPr wrap="square" lIns="0" tIns="0" rIns="0" bIns="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defTabSz="457200">
              <a:defRPr/>
            </a:pPr>
            <a:r>
              <a:rPr lang="en-US" sz="1400" b="1" dirty="0">
                <a:latin typeface="Manrope" pitchFamily="2" charset="0"/>
                <a:cs typeface="Poppins" pitchFamily="2" charset="77"/>
              </a:rPr>
              <a:t>Continuous Experience Delivery</a:t>
            </a:r>
          </a:p>
        </p:txBody>
      </p:sp>
      <p:sp>
        <p:nvSpPr>
          <p:cNvPr id="34" name="TextBox 79">
            <a:extLst>
              <a:ext uri="{FF2B5EF4-FFF2-40B4-BE49-F238E27FC236}">
                <a16:creationId xmlns:a16="http://schemas.microsoft.com/office/drawing/2014/main" id="{A44C484D-728C-477A-F85C-706976B58148}"/>
              </a:ext>
            </a:extLst>
          </p:cNvPr>
          <p:cNvSpPr txBox="1"/>
          <p:nvPr/>
        </p:nvSpPr>
        <p:spPr>
          <a:xfrm>
            <a:off x="9426584" y="2613716"/>
            <a:ext cx="1921476" cy="1641475"/>
          </a:xfrm>
          <a:prstGeom prst="rect">
            <a:avLst/>
          </a:prstGeom>
          <a:noFill/>
        </p:spPr>
        <p:txBody>
          <a:bodyPr wrap="square" lIns="0" tIns="0" rIns="0" bIns="0" rtlCol="0" anchor="t">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171450" indent="-171450">
              <a:spcBef>
                <a:spcPts val="100"/>
              </a:spcBef>
              <a:spcAft>
                <a:spcPts val="100"/>
              </a:spcAft>
              <a:buClr>
                <a:schemeClr val="tx1"/>
              </a:buClr>
              <a:buFont typeface="Arial" panose="020B0604020202020204" pitchFamily="34" charset="0"/>
              <a:buChar char="•"/>
            </a:pPr>
            <a:r>
              <a:rPr lang="en-US" sz="1000" dirty="0">
                <a:latin typeface="Manrope" pitchFamily="2" charset="0"/>
                <a:cs typeface="Poppins"/>
              </a:rPr>
              <a:t>Platform optimization &amp; management​</a:t>
            </a:r>
          </a:p>
          <a:p>
            <a:pPr marL="171450" indent="-171450">
              <a:spcBef>
                <a:spcPts val="100"/>
              </a:spcBef>
              <a:spcAft>
                <a:spcPts val="100"/>
              </a:spcAft>
              <a:buClr>
                <a:schemeClr val="tx1"/>
              </a:buClr>
              <a:buFont typeface="Arial" panose="020B0604020202020204" pitchFamily="34" charset="0"/>
              <a:buChar char="•"/>
            </a:pPr>
            <a:r>
              <a:rPr lang="en-US" sz="1000" dirty="0">
                <a:latin typeface="Manrope" pitchFamily="2" charset="0"/>
                <a:cs typeface="Poppins"/>
              </a:rPr>
              <a:t>C</a:t>
            </a:r>
            <a:r>
              <a:rPr lang="en-US" sz="1000">
                <a:latin typeface="Manrope" pitchFamily="2" charset="0"/>
                <a:cs typeface="Poppins"/>
              </a:rPr>
              <a:t>ontent </a:t>
            </a:r>
            <a:r>
              <a:rPr lang="en-US" sz="1000" dirty="0">
                <a:latin typeface="Manrope" pitchFamily="2" charset="0"/>
                <a:cs typeface="Poppins"/>
              </a:rPr>
              <a:t>and creative production ​</a:t>
            </a:r>
          </a:p>
          <a:p>
            <a:pPr marL="171450" indent="-171450">
              <a:spcBef>
                <a:spcPts val="100"/>
              </a:spcBef>
              <a:spcAft>
                <a:spcPts val="100"/>
              </a:spcAft>
              <a:buClr>
                <a:schemeClr val="tx1"/>
              </a:buClr>
              <a:buFont typeface="Arial" panose="020B0604020202020204" pitchFamily="34" charset="0"/>
              <a:buChar char="•"/>
            </a:pPr>
            <a:r>
              <a:rPr lang="en-US" sz="1000" dirty="0">
                <a:latin typeface="Manrope" pitchFamily="2" charset="0"/>
                <a:cs typeface="Poppins"/>
              </a:rPr>
              <a:t>Microsite, </a:t>
            </a:r>
            <a:r>
              <a:rPr lang="en-US" sz="1000" dirty="0" err="1">
                <a:latin typeface="Manrope" pitchFamily="2" charset="0"/>
                <a:cs typeface="Poppins"/>
              </a:rPr>
              <a:t>martech</a:t>
            </a:r>
            <a:r>
              <a:rPr lang="en-US" sz="1000" dirty="0">
                <a:latin typeface="Manrope" pitchFamily="2" charset="0"/>
                <a:cs typeface="Poppins"/>
              </a:rPr>
              <a:t> campaigns and social ​</a:t>
            </a:r>
          </a:p>
          <a:p>
            <a:pPr marL="171450" indent="-171450">
              <a:spcBef>
                <a:spcPts val="100"/>
              </a:spcBef>
              <a:spcAft>
                <a:spcPts val="100"/>
              </a:spcAft>
              <a:buClr>
                <a:schemeClr val="tx1"/>
              </a:buClr>
              <a:buFont typeface="Arial" panose="020B0604020202020204" pitchFamily="34" charset="0"/>
              <a:buChar char="•"/>
            </a:pPr>
            <a:r>
              <a:rPr lang="en-US" sz="1000" dirty="0">
                <a:latin typeface="Manrope" pitchFamily="2" charset="0"/>
                <a:cs typeface="Poppins"/>
              </a:rPr>
              <a:t>Email campaigns through CRM ​</a:t>
            </a:r>
          </a:p>
          <a:p>
            <a:pPr marL="171450" indent="-171450">
              <a:spcBef>
                <a:spcPts val="100"/>
              </a:spcBef>
              <a:spcAft>
                <a:spcPts val="100"/>
              </a:spcAft>
              <a:buClr>
                <a:schemeClr val="tx1"/>
              </a:buClr>
              <a:buFont typeface="Arial" panose="020B0604020202020204" pitchFamily="34" charset="0"/>
              <a:buChar char="•"/>
            </a:pPr>
            <a:r>
              <a:rPr lang="en-US" sz="1000" dirty="0">
                <a:latin typeface="Manrope" pitchFamily="2" charset="0"/>
                <a:cs typeface="Poppins"/>
              </a:rPr>
              <a:t>Marketing analytics and measurement services</a:t>
            </a:r>
          </a:p>
        </p:txBody>
      </p:sp>
    </p:spTree>
    <p:extLst>
      <p:ext uri="{BB962C8B-B14F-4D97-AF65-F5344CB8AC3E}">
        <p14:creationId xmlns:p14="http://schemas.microsoft.com/office/powerpoint/2010/main" val="339217421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Placeholder 6">
            <a:extLst>
              <a:ext uri="{FF2B5EF4-FFF2-40B4-BE49-F238E27FC236}">
                <a16:creationId xmlns:a16="http://schemas.microsoft.com/office/drawing/2014/main" id="{A07E9DE4-8E34-8015-B220-C1DDC524B3D1}"/>
              </a:ext>
            </a:extLst>
          </p:cNvPr>
          <p:cNvPicPr>
            <a:picLocks noGrp="1" noChangeAspect="1"/>
          </p:cNvPicPr>
          <p:nvPr>
            <p:ph type="pic" sz="quarter" idx="16"/>
          </p:nvPr>
        </p:nvPicPr>
        <p:blipFill>
          <a:blip r:embed="rId2" cstate="screen">
            <a:extLst>
              <a:ext uri="{28A0092B-C50C-407E-A947-70E740481C1C}">
                <a14:useLocalDpi xmlns:a14="http://schemas.microsoft.com/office/drawing/2010/main"/>
              </a:ext>
            </a:extLst>
          </a:blip>
          <a:srcRect/>
          <a:stretch/>
        </p:blipFill>
        <p:spPr>
          <a:xfrm>
            <a:off x="0" y="0"/>
            <a:ext cx="12192000" cy="6858000"/>
          </a:xfrm>
        </p:spPr>
      </p:pic>
      <p:pic>
        <p:nvPicPr>
          <p:cNvPr id="16" name="Picture 15">
            <a:extLst>
              <a:ext uri="{FF2B5EF4-FFF2-40B4-BE49-F238E27FC236}">
                <a16:creationId xmlns:a16="http://schemas.microsoft.com/office/drawing/2014/main" id="{DCD90183-19D7-F5B8-ECE3-D103D67A8FDA}"/>
              </a:ext>
            </a:extLst>
          </p:cNvPr>
          <p:cNvPicPr>
            <a:picLocks noChangeAspect="1"/>
          </p:cNvPicPr>
          <p:nvPr/>
        </p:nvPicPr>
        <p:blipFill>
          <a:blip r:embed="rId3">
            <a:alphaModFix amt="85000"/>
            <a:extLst>
              <a:ext uri="{28A0092B-C50C-407E-A947-70E740481C1C}">
                <a14:useLocalDpi xmlns:a14="http://schemas.microsoft.com/office/drawing/2010/main"/>
              </a:ext>
            </a:extLst>
          </a:blip>
          <a:srcRect/>
          <a:stretch/>
        </p:blipFill>
        <p:spPr>
          <a:xfrm>
            <a:off x="0" y="0"/>
            <a:ext cx="6286500" cy="6857999"/>
          </a:xfrm>
          <a:prstGeom prst="rect">
            <a:avLst/>
          </a:prstGeom>
        </p:spPr>
      </p:pic>
      <p:sp>
        <p:nvSpPr>
          <p:cNvPr id="8" name="Title 7">
            <a:extLst>
              <a:ext uri="{FF2B5EF4-FFF2-40B4-BE49-F238E27FC236}">
                <a16:creationId xmlns:a16="http://schemas.microsoft.com/office/drawing/2014/main" id="{3228C7CB-01CC-E1E0-CF5F-2AEB3947AF1A}"/>
              </a:ext>
            </a:extLst>
          </p:cNvPr>
          <p:cNvSpPr>
            <a:spLocks noGrp="1"/>
          </p:cNvSpPr>
          <p:nvPr>
            <p:ph type="title"/>
          </p:nvPr>
        </p:nvSpPr>
        <p:spPr>
          <a:xfrm>
            <a:off x="623888" y="3857625"/>
            <a:ext cx="8180649" cy="623248"/>
          </a:xfrm>
        </p:spPr>
        <p:txBody>
          <a:bodyPr/>
          <a:lstStyle/>
          <a:p>
            <a:r>
              <a:rPr lang="en-US" dirty="0"/>
              <a:t>Our Focus</a:t>
            </a:r>
          </a:p>
        </p:txBody>
      </p:sp>
      <p:pic>
        <p:nvPicPr>
          <p:cNvPr id="9" name="Graphic 8">
            <a:extLst>
              <a:ext uri="{FF2B5EF4-FFF2-40B4-BE49-F238E27FC236}">
                <a16:creationId xmlns:a16="http://schemas.microsoft.com/office/drawing/2014/main" id="{42900191-7744-7108-44FE-744F296C6796}"/>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0917328" y="345760"/>
            <a:ext cx="914400" cy="122739"/>
          </a:xfrm>
          <a:prstGeom prst="rect">
            <a:avLst/>
          </a:prstGeom>
        </p:spPr>
      </p:pic>
    </p:spTree>
    <p:extLst>
      <p:ext uri="{BB962C8B-B14F-4D97-AF65-F5344CB8AC3E}">
        <p14:creationId xmlns:p14="http://schemas.microsoft.com/office/powerpoint/2010/main" val="290538390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6BDBA552-424D-2A8F-1FA4-BC97934197D7}"/>
              </a:ext>
            </a:extLst>
          </p:cNvPr>
          <p:cNvPicPr>
            <a:picLocks noChangeAspect="1"/>
          </p:cNvPicPr>
          <p:nvPr/>
        </p:nvPicPr>
        <p:blipFill rotWithShape="1">
          <a:blip r:embed="rId3">
            <a:extLst>
              <a:ext uri="{28A0092B-C50C-407E-A947-70E740481C1C}">
                <a14:useLocalDpi xmlns:a14="http://schemas.microsoft.com/office/drawing/2010/main" val="0"/>
              </a:ext>
            </a:extLst>
          </a:blip>
          <a:srcRect l="26313" t="34253" r="24550" b="24287"/>
          <a:stretch/>
        </p:blipFill>
        <p:spPr>
          <a:xfrm>
            <a:off x="0" y="0"/>
            <a:ext cx="12192000" cy="6858000"/>
          </a:xfrm>
          <a:prstGeom prst="rect">
            <a:avLst/>
          </a:prstGeom>
        </p:spPr>
      </p:pic>
      <p:sp>
        <p:nvSpPr>
          <p:cNvPr id="7" name="Freeform 6">
            <a:extLst>
              <a:ext uri="{FF2B5EF4-FFF2-40B4-BE49-F238E27FC236}">
                <a16:creationId xmlns:a16="http://schemas.microsoft.com/office/drawing/2014/main" id="{EE9A954B-0889-42A9-843F-099A1FC62382}"/>
              </a:ext>
            </a:extLst>
          </p:cNvPr>
          <p:cNvSpPr/>
          <p:nvPr/>
        </p:nvSpPr>
        <p:spPr>
          <a:xfrm>
            <a:off x="0" y="0"/>
            <a:ext cx="12192000" cy="6858000"/>
          </a:xfrm>
          <a:custGeom>
            <a:avLst/>
            <a:gdLst>
              <a:gd name="connsiteX0" fmla="*/ 0 w 12192000"/>
              <a:gd name="connsiteY0" fmla="*/ 0 h 6858000"/>
              <a:gd name="connsiteX1" fmla="*/ 12192000 w 12192000"/>
              <a:gd name="connsiteY1" fmla="*/ 0 h 6858000"/>
              <a:gd name="connsiteX2" fmla="*/ 12192000 w 12192000"/>
              <a:gd name="connsiteY2" fmla="*/ 6858000 h 6858000"/>
              <a:gd name="connsiteX3" fmla="*/ 0 w 12192000"/>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12192000" h="6858000">
                <a:moveTo>
                  <a:pt x="0" y="0"/>
                </a:moveTo>
                <a:lnTo>
                  <a:pt x="12192000" y="0"/>
                </a:lnTo>
                <a:lnTo>
                  <a:pt x="12192000" y="6858000"/>
                </a:lnTo>
                <a:lnTo>
                  <a:pt x="0" y="6858000"/>
                </a:lnTo>
                <a:close/>
              </a:path>
            </a:pathLst>
          </a:custGeom>
          <a:solidFill>
            <a:srgbClr val="3C2DDA">
              <a:alpha val="8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8" name="Slide Number Placeholder 5">
            <a:extLst>
              <a:ext uri="{FF2B5EF4-FFF2-40B4-BE49-F238E27FC236}">
                <a16:creationId xmlns:a16="http://schemas.microsoft.com/office/drawing/2014/main" id="{2386B5F3-AE0C-6175-9D17-260879BBBA3C}"/>
              </a:ext>
            </a:extLst>
          </p:cNvPr>
          <p:cNvSpPr txBox="1">
            <a:spLocks/>
          </p:cNvSpPr>
          <p:nvPr/>
        </p:nvSpPr>
        <p:spPr>
          <a:xfrm>
            <a:off x="11568055" y="6453188"/>
            <a:ext cx="270570" cy="138499"/>
          </a:xfrm>
          <a:prstGeom prst="rect">
            <a:avLst/>
          </a:prstGeom>
          <a:noFill/>
          <a:ln w="9525">
            <a:noFill/>
            <a:miter lim="800000"/>
            <a:headEnd/>
            <a:tailEnd/>
          </a:ln>
          <a:effectLst/>
        </p:spPr>
        <p:txBody>
          <a:bodyPr wrap="square" lIns="0" tIns="0" rIns="0" bIns="0">
            <a:spAutoFit/>
          </a:bodyPr>
          <a:lstStyle>
            <a:defPPr>
              <a:defRPr lang="en-US"/>
            </a:defPPr>
            <a:lvl1pPr marR="0" indent="0" fontAlgn="auto">
              <a:lnSpc>
                <a:spcPct val="100000"/>
              </a:lnSpc>
              <a:spcBef>
                <a:spcPts val="0"/>
              </a:spcBef>
              <a:spcAft>
                <a:spcPts val="0"/>
              </a:spcAft>
              <a:buClrTx/>
              <a:buSzTx/>
              <a:buFontTx/>
              <a:buNone/>
              <a:tabLst/>
              <a:defRPr sz="800">
                <a:solidFill>
                  <a:schemeClr val="tx1">
                    <a:lumMod val="65000"/>
                    <a:lumOff val="35000"/>
                  </a:schemeClr>
                </a:solidFill>
              </a:defRPr>
            </a:lvl1pPr>
            <a:lvl2pPr marL="342946" algn="l" defTabSz="685891" rtl="0" eaLnBrk="1" latinLnBrk="0" hangingPunct="1">
              <a:defRPr sz="1400" kern="1200">
                <a:solidFill>
                  <a:schemeClr val="tx1"/>
                </a:solidFill>
                <a:latin typeface="+mn-lt"/>
                <a:ea typeface="+mn-ea"/>
                <a:cs typeface="+mn-cs"/>
              </a:defRPr>
            </a:lvl2pPr>
            <a:lvl3pPr marL="685891" algn="l" defTabSz="685891" rtl="0" eaLnBrk="1" latinLnBrk="0" hangingPunct="1">
              <a:defRPr sz="1400" kern="1200">
                <a:solidFill>
                  <a:schemeClr val="tx1"/>
                </a:solidFill>
                <a:latin typeface="+mn-lt"/>
                <a:ea typeface="+mn-ea"/>
                <a:cs typeface="+mn-cs"/>
              </a:defRPr>
            </a:lvl3pPr>
            <a:lvl4pPr marL="1028837" algn="l" defTabSz="685891" rtl="0" eaLnBrk="1" latinLnBrk="0" hangingPunct="1">
              <a:defRPr sz="1400" kern="1200">
                <a:solidFill>
                  <a:schemeClr val="tx1"/>
                </a:solidFill>
                <a:latin typeface="+mn-lt"/>
                <a:ea typeface="+mn-ea"/>
                <a:cs typeface="+mn-cs"/>
              </a:defRPr>
            </a:lvl4pPr>
            <a:lvl5pPr marL="1371783" algn="l" defTabSz="685891" rtl="0" eaLnBrk="1" latinLnBrk="0" hangingPunct="1">
              <a:defRPr sz="1400" kern="1200">
                <a:solidFill>
                  <a:schemeClr val="tx1"/>
                </a:solidFill>
                <a:latin typeface="+mn-lt"/>
                <a:ea typeface="+mn-ea"/>
                <a:cs typeface="+mn-cs"/>
              </a:defRPr>
            </a:lvl5pPr>
            <a:lvl6pPr marL="1714729" algn="l" defTabSz="685891" rtl="0" eaLnBrk="1" latinLnBrk="0" hangingPunct="1">
              <a:defRPr sz="1400" kern="1200">
                <a:solidFill>
                  <a:schemeClr val="tx1"/>
                </a:solidFill>
                <a:latin typeface="+mn-lt"/>
                <a:ea typeface="+mn-ea"/>
                <a:cs typeface="+mn-cs"/>
              </a:defRPr>
            </a:lvl6pPr>
            <a:lvl7pPr marL="2057674" algn="l" defTabSz="685891" rtl="0" eaLnBrk="1" latinLnBrk="0" hangingPunct="1">
              <a:defRPr sz="1400" kern="1200">
                <a:solidFill>
                  <a:schemeClr val="tx1"/>
                </a:solidFill>
                <a:latin typeface="+mn-lt"/>
                <a:ea typeface="+mn-ea"/>
                <a:cs typeface="+mn-cs"/>
              </a:defRPr>
            </a:lvl7pPr>
            <a:lvl8pPr marL="2400620" algn="l" defTabSz="685891" rtl="0" eaLnBrk="1" latinLnBrk="0" hangingPunct="1">
              <a:defRPr sz="1400" kern="1200">
                <a:solidFill>
                  <a:schemeClr val="tx1"/>
                </a:solidFill>
                <a:latin typeface="+mn-lt"/>
                <a:ea typeface="+mn-ea"/>
                <a:cs typeface="+mn-cs"/>
              </a:defRPr>
            </a:lvl8pPr>
            <a:lvl9pPr marL="2743566" algn="l" defTabSz="685891" rtl="0" eaLnBrk="1" latinLnBrk="0" hangingPunct="1">
              <a:defRPr sz="1400" kern="1200">
                <a:solidFill>
                  <a:schemeClr val="tx1"/>
                </a:solidFill>
                <a:latin typeface="+mn-lt"/>
                <a:ea typeface="+mn-ea"/>
                <a:cs typeface="+mn-cs"/>
              </a:defRPr>
            </a:lvl9pPr>
          </a:lstStyle>
          <a:p>
            <a:pPr lvl="0" algn="r"/>
            <a:fld id="{39601925-951F-4EA8-91E5-A517312BFAAA}" type="slidenum">
              <a:rPr lang="en-US" sz="900" smtClean="0">
                <a:solidFill>
                  <a:schemeClr val="bg1"/>
                </a:solidFill>
                <a:latin typeface="+mn-lt"/>
              </a:rPr>
              <a:pPr lvl="0" algn="r"/>
              <a:t>13</a:t>
            </a:fld>
            <a:endParaRPr lang="en-US" sz="900">
              <a:solidFill>
                <a:schemeClr val="bg1"/>
              </a:solidFill>
              <a:latin typeface="+mn-lt"/>
            </a:endParaRPr>
          </a:p>
        </p:txBody>
      </p:sp>
      <p:sp>
        <p:nvSpPr>
          <p:cNvPr id="9" name="TextBox 8">
            <a:extLst>
              <a:ext uri="{FF2B5EF4-FFF2-40B4-BE49-F238E27FC236}">
                <a16:creationId xmlns:a16="http://schemas.microsoft.com/office/drawing/2014/main" id="{DA3F2BFC-4EAD-0505-BF05-DF36EC0F9F46}"/>
              </a:ext>
            </a:extLst>
          </p:cNvPr>
          <p:cNvSpPr txBox="1"/>
          <p:nvPr/>
        </p:nvSpPr>
        <p:spPr>
          <a:xfrm>
            <a:off x="623888" y="6453188"/>
            <a:ext cx="2781211" cy="107722"/>
          </a:xfrm>
          <a:prstGeom prst="rect">
            <a:avLst/>
          </a:prstGeom>
          <a:noFill/>
        </p:spPr>
        <p:txBody>
          <a:bodyPr wrap="square" lIns="0" tIns="0" rIns="0" bIns="0"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IN" sz="700" kern="0" spc="50" baseline="0" dirty="0">
                <a:solidFill>
                  <a:schemeClr val="bg1"/>
                </a:solidFill>
                <a:latin typeface="+mn-lt"/>
                <a:ea typeface="+mn-ea"/>
                <a:cs typeface="Heebo" pitchFamily="2" charset="-79"/>
              </a:rPr>
              <a:t>© Hexaware Technologies. Confidential briefing. </a:t>
            </a:r>
            <a:endParaRPr lang="en-US" sz="700" kern="0" spc="50" baseline="0" dirty="0">
              <a:solidFill>
                <a:schemeClr val="bg1"/>
              </a:solidFill>
              <a:latin typeface="+mn-lt"/>
              <a:ea typeface="+mn-ea"/>
              <a:cs typeface="Heebo" pitchFamily="2" charset="-79"/>
            </a:endParaRPr>
          </a:p>
        </p:txBody>
      </p:sp>
      <p:sp>
        <p:nvSpPr>
          <p:cNvPr id="55" name="Rounded Rectangle 54">
            <a:extLst>
              <a:ext uri="{FF2B5EF4-FFF2-40B4-BE49-F238E27FC236}">
                <a16:creationId xmlns:a16="http://schemas.microsoft.com/office/drawing/2014/main" id="{F33EF7A8-8DBE-D65E-2456-C844BB7E4809}"/>
              </a:ext>
            </a:extLst>
          </p:cNvPr>
          <p:cNvSpPr/>
          <p:nvPr/>
        </p:nvSpPr>
        <p:spPr>
          <a:xfrm>
            <a:off x="5512133" y="988600"/>
            <a:ext cx="5633690" cy="5039183"/>
          </a:xfrm>
          <a:prstGeom prst="roundRect">
            <a:avLst>
              <a:gd name="adj" fmla="val 2429"/>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ext Placeholder 1">
            <a:extLst>
              <a:ext uri="{FF2B5EF4-FFF2-40B4-BE49-F238E27FC236}">
                <a16:creationId xmlns:a16="http://schemas.microsoft.com/office/drawing/2014/main" id="{C534114E-1DAF-2372-7FE6-0E9D5F9864E7}"/>
              </a:ext>
            </a:extLst>
          </p:cNvPr>
          <p:cNvSpPr>
            <a:spLocks noGrp="1"/>
          </p:cNvSpPr>
          <p:nvPr>
            <p:ph type="body" sz="quarter" idx="15"/>
          </p:nvPr>
        </p:nvSpPr>
        <p:spPr/>
        <p:txBody>
          <a:bodyPr/>
          <a:lstStyle/>
          <a:p>
            <a:r>
              <a:rPr lang="en-US" dirty="0">
                <a:solidFill>
                  <a:schemeClr val="bg1"/>
                </a:solidFill>
              </a:rPr>
              <a:t>Considering Every Dimension</a:t>
            </a:r>
          </a:p>
        </p:txBody>
      </p:sp>
      <p:grpSp>
        <p:nvGrpSpPr>
          <p:cNvPr id="15" name="Graphic 2">
            <a:extLst>
              <a:ext uri="{FF2B5EF4-FFF2-40B4-BE49-F238E27FC236}">
                <a16:creationId xmlns:a16="http://schemas.microsoft.com/office/drawing/2014/main" id="{A2C7C2C3-5199-2EDF-D3DC-5301D8006605}"/>
              </a:ext>
            </a:extLst>
          </p:cNvPr>
          <p:cNvGrpSpPr/>
          <p:nvPr/>
        </p:nvGrpSpPr>
        <p:grpSpPr>
          <a:xfrm>
            <a:off x="6849541" y="1846887"/>
            <a:ext cx="2967925" cy="3339774"/>
            <a:chOff x="7180762" y="1769998"/>
            <a:chExt cx="2967925" cy="3339774"/>
          </a:xfrm>
          <a:solidFill>
            <a:schemeClr val="bg1">
              <a:lumMod val="65000"/>
            </a:schemeClr>
          </a:solidFill>
        </p:grpSpPr>
        <p:grpSp>
          <p:nvGrpSpPr>
            <p:cNvPr id="16" name="Graphic 2">
              <a:extLst>
                <a:ext uri="{FF2B5EF4-FFF2-40B4-BE49-F238E27FC236}">
                  <a16:creationId xmlns:a16="http://schemas.microsoft.com/office/drawing/2014/main" id="{E3D60F5C-F779-1B96-8F6F-214678E8F53E}"/>
                </a:ext>
              </a:extLst>
            </p:cNvPr>
            <p:cNvGrpSpPr/>
            <p:nvPr/>
          </p:nvGrpSpPr>
          <p:grpSpPr>
            <a:xfrm>
              <a:off x="7203031" y="1792264"/>
              <a:ext cx="2923387" cy="3295243"/>
              <a:chOff x="7203031" y="1792264"/>
              <a:chExt cx="2923387" cy="3295243"/>
            </a:xfrm>
            <a:grpFill/>
          </p:grpSpPr>
          <p:sp>
            <p:nvSpPr>
              <p:cNvPr id="17" name="Freeform 16">
                <a:extLst>
                  <a:ext uri="{FF2B5EF4-FFF2-40B4-BE49-F238E27FC236}">
                    <a16:creationId xmlns:a16="http://schemas.microsoft.com/office/drawing/2014/main" id="{49D23F3A-AF3A-FBB7-39BB-2028CA39495F}"/>
                  </a:ext>
                </a:extLst>
              </p:cNvPr>
              <p:cNvSpPr/>
              <p:nvPr/>
            </p:nvSpPr>
            <p:spPr>
              <a:xfrm>
                <a:off x="9600208" y="2886986"/>
                <a:ext cx="526210" cy="306368"/>
              </a:xfrm>
              <a:custGeom>
                <a:avLst/>
                <a:gdLst>
                  <a:gd name="connsiteX0" fmla="*/ 263105 w 526210"/>
                  <a:gd name="connsiteY0" fmla="*/ 306369 h 306368"/>
                  <a:gd name="connsiteX1" fmla="*/ 5567 w 526210"/>
                  <a:gd name="connsiteY1" fmla="*/ 306369 h 306368"/>
                  <a:gd name="connsiteX2" fmla="*/ 0 w 526210"/>
                  <a:gd name="connsiteY2" fmla="*/ 300802 h 306368"/>
                  <a:gd name="connsiteX3" fmla="*/ 5567 w 526210"/>
                  <a:gd name="connsiteY3" fmla="*/ 295236 h 306368"/>
                  <a:gd name="connsiteX4" fmla="*/ 257538 w 526210"/>
                  <a:gd name="connsiteY4" fmla="*/ 295236 h 306368"/>
                  <a:gd name="connsiteX5" fmla="*/ 257538 w 526210"/>
                  <a:gd name="connsiteY5" fmla="*/ 5566 h 306368"/>
                  <a:gd name="connsiteX6" fmla="*/ 263105 w 526210"/>
                  <a:gd name="connsiteY6" fmla="*/ 0 h 306368"/>
                  <a:gd name="connsiteX7" fmla="*/ 520644 w 526210"/>
                  <a:gd name="connsiteY7" fmla="*/ 0 h 306368"/>
                  <a:gd name="connsiteX8" fmla="*/ 526211 w 526210"/>
                  <a:gd name="connsiteY8" fmla="*/ 5566 h 306368"/>
                  <a:gd name="connsiteX9" fmla="*/ 520644 w 526210"/>
                  <a:gd name="connsiteY9" fmla="*/ 11133 h 306368"/>
                  <a:gd name="connsiteX10" fmla="*/ 268672 w 526210"/>
                  <a:gd name="connsiteY10" fmla="*/ 11133 h 306368"/>
                  <a:gd name="connsiteX11" fmla="*/ 268672 w 526210"/>
                  <a:gd name="connsiteY11" fmla="*/ 300802 h 306368"/>
                  <a:gd name="connsiteX12" fmla="*/ 263105 w 526210"/>
                  <a:gd name="connsiteY12" fmla="*/ 306369 h 3063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526210" h="306368">
                    <a:moveTo>
                      <a:pt x="263105" y="306369"/>
                    </a:moveTo>
                    <a:lnTo>
                      <a:pt x="5567" y="306369"/>
                    </a:lnTo>
                    <a:cubicBezTo>
                      <a:pt x="2505" y="306369"/>
                      <a:pt x="0" y="303864"/>
                      <a:pt x="0" y="300802"/>
                    </a:cubicBezTo>
                    <a:cubicBezTo>
                      <a:pt x="0" y="297741"/>
                      <a:pt x="2505" y="295236"/>
                      <a:pt x="5567" y="295236"/>
                    </a:cubicBezTo>
                    <a:lnTo>
                      <a:pt x="257538" y="295236"/>
                    </a:lnTo>
                    <a:lnTo>
                      <a:pt x="257538" y="5566"/>
                    </a:lnTo>
                    <a:cubicBezTo>
                      <a:pt x="257538" y="2505"/>
                      <a:pt x="260043" y="0"/>
                      <a:pt x="263105" y="0"/>
                    </a:cubicBezTo>
                    <a:lnTo>
                      <a:pt x="520644" y="0"/>
                    </a:lnTo>
                    <a:cubicBezTo>
                      <a:pt x="523705" y="0"/>
                      <a:pt x="526211" y="2505"/>
                      <a:pt x="526211" y="5566"/>
                    </a:cubicBezTo>
                    <a:cubicBezTo>
                      <a:pt x="526211" y="8628"/>
                      <a:pt x="523705" y="11133"/>
                      <a:pt x="520644" y="11133"/>
                    </a:cubicBezTo>
                    <a:lnTo>
                      <a:pt x="268672" y="11133"/>
                    </a:lnTo>
                    <a:lnTo>
                      <a:pt x="268672" y="300802"/>
                    </a:lnTo>
                    <a:cubicBezTo>
                      <a:pt x="268672" y="303864"/>
                      <a:pt x="266167" y="306369"/>
                      <a:pt x="263105" y="306369"/>
                    </a:cubicBezTo>
                    <a:close/>
                  </a:path>
                </a:pathLst>
              </a:custGeom>
              <a:grpFill/>
              <a:ln w="0" cap="flat">
                <a:noFill/>
                <a:prstDash val="solid"/>
                <a:miter/>
              </a:ln>
            </p:spPr>
            <p:txBody>
              <a:bodyPr rtlCol="0" anchor="ctr"/>
              <a:lstStyle/>
              <a:p>
                <a:endParaRPr lang="en-US"/>
              </a:p>
            </p:txBody>
          </p:sp>
          <p:sp>
            <p:nvSpPr>
              <p:cNvPr id="18" name="Freeform 17">
                <a:extLst>
                  <a:ext uri="{FF2B5EF4-FFF2-40B4-BE49-F238E27FC236}">
                    <a16:creationId xmlns:a16="http://schemas.microsoft.com/office/drawing/2014/main" id="{CA527554-0C25-F7F6-342B-3B8978E33D81}"/>
                  </a:ext>
                </a:extLst>
              </p:cNvPr>
              <p:cNvSpPr/>
              <p:nvPr/>
            </p:nvSpPr>
            <p:spPr>
              <a:xfrm>
                <a:off x="9600208" y="3686417"/>
                <a:ext cx="526210" cy="306368"/>
              </a:xfrm>
              <a:custGeom>
                <a:avLst/>
                <a:gdLst>
                  <a:gd name="connsiteX0" fmla="*/ 520644 w 526210"/>
                  <a:gd name="connsiteY0" fmla="*/ 306369 h 306368"/>
                  <a:gd name="connsiteX1" fmla="*/ 263105 w 526210"/>
                  <a:gd name="connsiteY1" fmla="*/ 306369 h 306368"/>
                  <a:gd name="connsiteX2" fmla="*/ 257538 w 526210"/>
                  <a:gd name="connsiteY2" fmla="*/ 300802 h 306368"/>
                  <a:gd name="connsiteX3" fmla="*/ 257538 w 526210"/>
                  <a:gd name="connsiteY3" fmla="*/ 11133 h 306368"/>
                  <a:gd name="connsiteX4" fmla="*/ 5567 w 526210"/>
                  <a:gd name="connsiteY4" fmla="*/ 11133 h 306368"/>
                  <a:gd name="connsiteX5" fmla="*/ 0 w 526210"/>
                  <a:gd name="connsiteY5" fmla="*/ 5566 h 306368"/>
                  <a:gd name="connsiteX6" fmla="*/ 5567 w 526210"/>
                  <a:gd name="connsiteY6" fmla="*/ 0 h 306368"/>
                  <a:gd name="connsiteX7" fmla="*/ 263105 w 526210"/>
                  <a:gd name="connsiteY7" fmla="*/ 0 h 306368"/>
                  <a:gd name="connsiteX8" fmla="*/ 268672 w 526210"/>
                  <a:gd name="connsiteY8" fmla="*/ 5566 h 306368"/>
                  <a:gd name="connsiteX9" fmla="*/ 268672 w 526210"/>
                  <a:gd name="connsiteY9" fmla="*/ 295236 h 306368"/>
                  <a:gd name="connsiteX10" fmla="*/ 520644 w 526210"/>
                  <a:gd name="connsiteY10" fmla="*/ 295236 h 306368"/>
                  <a:gd name="connsiteX11" fmla="*/ 526211 w 526210"/>
                  <a:gd name="connsiteY11" fmla="*/ 300802 h 306368"/>
                  <a:gd name="connsiteX12" fmla="*/ 520644 w 526210"/>
                  <a:gd name="connsiteY12" fmla="*/ 306369 h 3063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526210" h="306368">
                    <a:moveTo>
                      <a:pt x="520644" y="306369"/>
                    </a:moveTo>
                    <a:lnTo>
                      <a:pt x="263105" y="306369"/>
                    </a:lnTo>
                    <a:cubicBezTo>
                      <a:pt x="260043" y="306369"/>
                      <a:pt x="257538" y="303864"/>
                      <a:pt x="257538" y="300802"/>
                    </a:cubicBezTo>
                    <a:lnTo>
                      <a:pt x="257538" y="11133"/>
                    </a:lnTo>
                    <a:lnTo>
                      <a:pt x="5567" y="11133"/>
                    </a:lnTo>
                    <a:cubicBezTo>
                      <a:pt x="2505" y="11133"/>
                      <a:pt x="0" y="8628"/>
                      <a:pt x="0" y="5566"/>
                    </a:cubicBezTo>
                    <a:cubicBezTo>
                      <a:pt x="0" y="2505"/>
                      <a:pt x="2505" y="0"/>
                      <a:pt x="5567" y="0"/>
                    </a:cubicBezTo>
                    <a:lnTo>
                      <a:pt x="263105" y="0"/>
                    </a:lnTo>
                    <a:cubicBezTo>
                      <a:pt x="266167" y="0"/>
                      <a:pt x="268672" y="2505"/>
                      <a:pt x="268672" y="5566"/>
                    </a:cubicBezTo>
                    <a:lnTo>
                      <a:pt x="268672" y="295236"/>
                    </a:lnTo>
                    <a:lnTo>
                      <a:pt x="520644" y="295236"/>
                    </a:lnTo>
                    <a:cubicBezTo>
                      <a:pt x="523705" y="295236"/>
                      <a:pt x="526211" y="297741"/>
                      <a:pt x="526211" y="300802"/>
                    </a:cubicBezTo>
                    <a:cubicBezTo>
                      <a:pt x="526211" y="303864"/>
                      <a:pt x="523705" y="306369"/>
                      <a:pt x="520644" y="306369"/>
                    </a:cubicBezTo>
                    <a:close/>
                  </a:path>
                </a:pathLst>
              </a:custGeom>
              <a:grpFill/>
              <a:ln w="0" cap="flat">
                <a:noFill/>
                <a:prstDash val="solid"/>
                <a:miter/>
              </a:ln>
            </p:spPr>
            <p:txBody>
              <a:bodyPr rtlCol="0" anchor="ctr"/>
              <a:lstStyle/>
              <a:p>
                <a:endParaRPr lang="en-US"/>
              </a:p>
            </p:txBody>
          </p:sp>
          <p:sp>
            <p:nvSpPr>
              <p:cNvPr id="19" name="Freeform 18">
                <a:extLst>
                  <a:ext uri="{FF2B5EF4-FFF2-40B4-BE49-F238E27FC236}">
                    <a16:creationId xmlns:a16="http://schemas.microsoft.com/office/drawing/2014/main" id="{991F473F-9287-84B5-623B-D0359F56084D}"/>
                  </a:ext>
                </a:extLst>
              </p:cNvPr>
              <p:cNvSpPr/>
              <p:nvPr/>
            </p:nvSpPr>
            <p:spPr>
              <a:xfrm>
                <a:off x="9348014" y="1792264"/>
                <a:ext cx="778404" cy="964415"/>
              </a:xfrm>
              <a:custGeom>
                <a:avLst/>
                <a:gdLst>
                  <a:gd name="connsiteX0" fmla="*/ 389203 w 778404"/>
                  <a:gd name="connsiteY0" fmla="*/ 964416 h 964415"/>
                  <a:gd name="connsiteX1" fmla="*/ 5567 w 778404"/>
                  <a:gd name="connsiteY1" fmla="*/ 964416 h 964415"/>
                  <a:gd name="connsiteX2" fmla="*/ 0 w 778404"/>
                  <a:gd name="connsiteY2" fmla="*/ 958849 h 964415"/>
                  <a:gd name="connsiteX3" fmla="*/ 5567 w 778404"/>
                  <a:gd name="connsiteY3" fmla="*/ 953283 h 964415"/>
                  <a:gd name="connsiteX4" fmla="*/ 383635 w 778404"/>
                  <a:gd name="connsiteY4" fmla="*/ 953283 h 964415"/>
                  <a:gd name="connsiteX5" fmla="*/ 383635 w 778404"/>
                  <a:gd name="connsiteY5" fmla="*/ 5566 h 964415"/>
                  <a:gd name="connsiteX6" fmla="*/ 389203 w 778404"/>
                  <a:gd name="connsiteY6" fmla="*/ 0 h 964415"/>
                  <a:gd name="connsiteX7" fmla="*/ 772838 w 778404"/>
                  <a:gd name="connsiteY7" fmla="*/ 0 h 964415"/>
                  <a:gd name="connsiteX8" fmla="*/ 778405 w 778404"/>
                  <a:gd name="connsiteY8" fmla="*/ 5566 h 964415"/>
                  <a:gd name="connsiteX9" fmla="*/ 772838 w 778404"/>
                  <a:gd name="connsiteY9" fmla="*/ 11133 h 964415"/>
                  <a:gd name="connsiteX10" fmla="*/ 394770 w 778404"/>
                  <a:gd name="connsiteY10" fmla="*/ 11133 h 964415"/>
                  <a:gd name="connsiteX11" fmla="*/ 394770 w 778404"/>
                  <a:gd name="connsiteY11" fmla="*/ 958849 h 964415"/>
                  <a:gd name="connsiteX12" fmla="*/ 389203 w 778404"/>
                  <a:gd name="connsiteY12" fmla="*/ 964416 h 9644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778404" h="964415">
                    <a:moveTo>
                      <a:pt x="389203" y="964416"/>
                    </a:moveTo>
                    <a:lnTo>
                      <a:pt x="5567" y="964416"/>
                    </a:lnTo>
                    <a:cubicBezTo>
                      <a:pt x="2505" y="964416"/>
                      <a:pt x="0" y="961911"/>
                      <a:pt x="0" y="958849"/>
                    </a:cubicBezTo>
                    <a:cubicBezTo>
                      <a:pt x="0" y="955788"/>
                      <a:pt x="2505" y="953283"/>
                      <a:pt x="5567" y="953283"/>
                    </a:cubicBezTo>
                    <a:lnTo>
                      <a:pt x="383635" y="953283"/>
                    </a:lnTo>
                    <a:lnTo>
                      <a:pt x="383635" y="5566"/>
                    </a:lnTo>
                    <a:cubicBezTo>
                      <a:pt x="383635" y="2505"/>
                      <a:pt x="386141" y="0"/>
                      <a:pt x="389203" y="0"/>
                    </a:cubicBezTo>
                    <a:lnTo>
                      <a:pt x="772838" y="0"/>
                    </a:lnTo>
                    <a:cubicBezTo>
                      <a:pt x="775899" y="0"/>
                      <a:pt x="778405" y="2505"/>
                      <a:pt x="778405" y="5566"/>
                    </a:cubicBezTo>
                    <a:cubicBezTo>
                      <a:pt x="778405" y="8628"/>
                      <a:pt x="775899" y="11133"/>
                      <a:pt x="772838" y="11133"/>
                    </a:cubicBezTo>
                    <a:lnTo>
                      <a:pt x="394770" y="11133"/>
                    </a:lnTo>
                    <a:lnTo>
                      <a:pt x="394770" y="958849"/>
                    </a:lnTo>
                    <a:cubicBezTo>
                      <a:pt x="394770" y="961911"/>
                      <a:pt x="392264" y="964416"/>
                      <a:pt x="389203" y="964416"/>
                    </a:cubicBezTo>
                    <a:close/>
                  </a:path>
                </a:pathLst>
              </a:custGeom>
              <a:grpFill/>
              <a:ln w="0" cap="flat">
                <a:noFill/>
                <a:prstDash val="solid"/>
                <a:miter/>
              </a:ln>
            </p:spPr>
            <p:txBody>
              <a:bodyPr rtlCol="0" anchor="ctr"/>
              <a:lstStyle/>
              <a:p>
                <a:endParaRPr lang="en-US"/>
              </a:p>
            </p:txBody>
          </p:sp>
          <p:sp>
            <p:nvSpPr>
              <p:cNvPr id="20" name="Freeform 19">
                <a:extLst>
                  <a:ext uri="{FF2B5EF4-FFF2-40B4-BE49-F238E27FC236}">
                    <a16:creationId xmlns:a16="http://schemas.microsoft.com/office/drawing/2014/main" id="{3B5A01AF-C5BB-4A3B-3320-BAF01501B6D3}"/>
                  </a:ext>
                </a:extLst>
              </p:cNvPr>
              <p:cNvSpPr/>
              <p:nvPr/>
            </p:nvSpPr>
            <p:spPr>
              <a:xfrm>
                <a:off x="9348014" y="4123092"/>
                <a:ext cx="778404" cy="964415"/>
              </a:xfrm>
              <a:custGeom>
                <a:avLst/>
                <a:gdLst>
                  <a:gd name="connsiteX0" fmla="*/ 772838 w 778404"/>
                  <a:gd name="connsiteY0" fmla="*/ 964416 h 964415"/>
                  <a:gd name="connsiteX1" fmla="*/ 389203 w 778404"/>
                  <a:gd name="connsiteY1" fmla="*/ 964416 h 964415"/>
                  <a:gd name="connsiteX2" fmla="*/ 383635 w 778404"/>
                  <a:gd name="connsiteY2" fmla="*/ 958849 h 964415"/>
                  <a:gd name="connsiteX3" fmla="*/ 383635 w 778404"/>
                  <a:gd name="connsiteY3" fmla="*/ 11133 h 964415"/>
                  <a:gd name="connsiteX4" fmla="*/ 5567 w 778404"/>
                  <a:gd name="connsiteY4" fmla="*/ 11133 h 964415"/>
                  <a:gd name="connsiteX5" fmla="*/ 0 w 778404"/>
                  <a:gd name="connsiteY5" fmla="*/ 5566 h 964415"/>
                  <a:gd name="connsiteX6" fmla="*/ 5567 w 778404"/>
                  <a:gd name="connsiteY6" fmla="*/ 0 h 964415"/>
                  <a:gd name="connsiteX7" fmla="*/ 389203 w 778404"/>
                  <a:gd name="connsiteY7" fmla="*/ 0 h 964415"/>
                  <a:gd name="connsiteX8" fmla="*/ 394770 w 778404"/>
                  <a:gd name="connsiteY8" fmla="*/ 5566 h 964415"/>
                  <a:gd name="connsiteX9" fmla="*/ 394770 w 778404"/>
                  <a:gd name="connsiteY9" fmla="*/ 953283 h 964415"/>
                  <a:gd name="connsiteX10" fmla="*/ 772838 w 778404"/>
                  <a:gd name="connsiteY10" fmla="*/ 953283 h 964415"/>
                  <a:gd name="connsiteX11" fmla="*/ 778405 w 778404"/>
                  <a:gd name="connsiteY11" fmla="*/ 958849 h 964415"/>
                  <a:gd name="connsiteX12" fmla="*/ 772838 w 778404"/>
                  <a:gd name="connsiteY12" fmla="*/ 964416 h 9644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778404" h="964415">
                    <a:moveTo>
                      <a:pt x="772838" y="964416"/>
                    </a:moveTo>
                    <a:lnTo>
                      <a:pt x="389203" y="964416"/>
                    </a:lnTo>
                    <a:cubicBezTo>
                      <a:pt x="386141" y="964416"/>
                      <a:pt x="383635" y="961911"/>
                      <a:pt x="383635" y="958849"/>
                    </a:cubicBezTo>
                    <a:lnTo>
                      <a:pt x="383635" y="11133"/>
                    </a:lnTo>
                    <a:lnTo>
                      <a:pt x="5567" y="11133"/>
                    </a:lnTo>
                    <a:cubicBezTo>
                      <a:pt x="2505" y="11133"/>
                      <a:pt x="0" y="8628"/>
                      <a:pt x="0" y="5566"/>
                    </a:cubicBezTo>
                    <a:cubicBezTo>
                      <a:pt x="0" y="2505"/>
                      <a:pt x="2505" y="0"/>
                      <a:pt x="5567" y="0"/>
                    </a:cubicBezTo>
                    <a:lnTo>
                      <a:pt x="389203" y="0"/>
                    </a:lnTo>
                    <a:cubicBezTo>
                      <a:pt x="392264" y="0"/>
                      <a:pt x="394770" y="2505"/>
                      <a:pt x="394770" y="5566"/>
                    </a:cubicBezTo>
                    <a:lnTo>
                      <a:pt x="394770" y="953283"/>
                    </a:lnTo>
                    <a:lnTo>
                      <a:pt x="772838" y="953283"/>
                    </a:lnTo>
                    <a:cubicBezTo>
                      <a:pt x="775899" y="953283"/>
                      <a:pt x="778405" y="955788"/>
                      <a:pt x="778405" y="958849"/>
                    </a:cubicBezTo>
                    <a:cubicBezTo>
                      <a:pt x="778405" y="961911"/>
                      <a:pt x="775899" y="964416"/>
                      <a:pt x="772838" y="964416"/>
                    </a:cubicBezTo>
                    <a:close/>
                  </a:path>
                </a:pathLst>
              </a:custGeom>
              <a:grpFill/>
              <a:ln w="0" cap="flat">
                <a:noFill/>
                <a:prstDash val="solid"/>
                <a:miter/>
              </a:ln>
            </p:spPr>
            <p:txBody>
              <a:bodyPr rtlCol="0" anchor="ctr"/>
              <a:lstStyle/>
              <a:p>
                <a:endParaRPr lang="en-US"/>
              </a:p>
            </p:txBody>
          </p:sp>
          <p:sp>
            <p:nvSpPr>
              <p:cNvPr id="21" name="Freeform 20">
                <a:extLst>
                  <a:ext uri="{FF2B5EF4-FFF2-40B4-BE49-F238E27FC236}">
                    <a16:creationId xmlns:a16="http://schemas.microsoft.com/office/drawing/2014/main" id="{0D73EFA4-546C-C91A-6A14-B8540E895B7A}"/>
                  </a:ext>
                </a:extLst>
              </p:cNvPr>
              <p:cNvSpPr/>
              <p:nvPr/>
            </p:nvSpPr>
            <p:spPr>
              <a:xfrm>
                <a:off x="7203031" y="2886986"/>
                <a:ext cx="526210" cy="306368"/>
              </a:xfrm>
              <a:custGeom>
                <a:avLst/>
                <a:gdLst>
                  <a:gd name="connsiteX0" fmla="*/ 520644 w 526210"/>
                  <a:gd name="connsiteY0" fmla="*/ 306369 h 306368"/>
                  <a:gd name="connsiteX1" fmla="*/ 263105 w 526210"/>
                  <a:gd name="connsiteY1" fmla="*/ 306369 h 306368"/>
                  <a:gd name="connsiteX2" fmla="*/ 257538 w 526210"/>
                  <a:gd name="connsiteY2" fmla="*/ 300802 h 306368"/>
                  <a:gd name="connsiteX3" fmla="*/ 257538 w 526210"/>
                  <a:gd name="connsiteY3" fmla="*/ 11133 h 306368"/>
                  <a:gd name="connsiteX4" fmla="*/ 5567 w 526210"/>
                  <a:gd name="connsiteY4" fmla="*/ 11133 h 306368"/>
                  <a:gd name="connsiteX5" fmla="*/ 0 w 526210"/>
                  <a:gd name="connsiteY5" fmla="*/ 5566 h 306368"/>
                  <a:gd name="connsiteX6" fmla="*/ 5567 w 526210"/>
                  <a:gd name="connsiteY6" fmla="*/ 0 h 306368"/>
                  <a:gd name="connsiteX7" fmla="*/ 263105 w 526210"/>
                  <a:gd name="connsiteY7" fmla="*/ 0 h 306368"/>
                  <a:gd name="connsiteX8" fmla="*/ 268673 w 526210"/>
                  <a:gd name="connsiteY8" fmla="*/ 5566 h 306368"/>
                  <a:gd name="connsiteX9" fmla="*/ 268673 w 526210"/>
                  <a:gd name="connsiteY9" fmla="*/ 295236 h 306368"/>
                  <a:gd name="connsiteX10" fmla="*/ 520644 w 526210"/>
                  <a:gd name="connsiteY10" fmla="*/ 295236 h 306368"/>
                  <a:gd name="connsiteX11" fmla="*/ 526211 w 526210"/>
                  <a:gd name="connsiteY11" fmla="*/ 300802 h 306368"/>
                  <a:gd name="connsiteX12" fmla="*/ 520644 w 526210"/>
                  <a:gd name="connsiteY12" fmla="*/ 306369 h 3063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526210" h="306368">
                    <a:moveTo>
                      <a:pt x="520644" y="306369"/>
                    </a:moveTo>
                    <a:lnTo>
                      <a:pt x="263105" y="306369"/>
                    </a:lnTo>
                    <a:cubicBezTo>
                      <a:pt x="260044" y="306369"/>
                      <a:pt x="257538" y="303864"/>
                      <a:pt x="257538" y="300802"/>
                    </a:cubicBezTo>
                    <a:lnTo>
                      <a:pt x="257538" y="11133"/>
                    </a:lnTo>
                    <a:lnTo>
                      <a:pt x="5567" y="11133"/>
                    </a:lnTo>
                    <a:cubicBezTo>
                      <a:pt x="2505" y="11133"/>
                      <a:pt x="0" y="8628"/>
                      <a:pt x="0" y="5566"/>
                    </a:cubicBezTo>
                    <a:cubicBezTo>
                      <a:pt x="0" y="2505"/>
                      <a:pt x="2505" y="0"/>
                      <a:pt x="5567" y="0"/>
                    </a:cubicBezTo>
                    <a:lnTo>
                      <a:pt x="263105" y="0"/>
                    </a:lnTo>
                    <a:cubicBezTo>
                      <a:pt x="266167" y="0"/>
                      <a:pt x="268673" y="2505"/>
                      <a:pt x="268673" y="5566"/>
                    </a:cubicBezTo>
                    <a:lnTo>
                      <a:pt x="268673" y="295236"/>
                    </a:lnTo>
                    <a:lnTo>
                      <a:pt x="520644" y="295236"/>
                    </a:lnTo>
                    <a:cubicBezTo>
                      <a:pt x="523706" y="295236"/>
                      <a:pt x="526211" y="297741"/>
                      <a:pt x="526211" y="300802"/>
                    </a:cubicBezTo>
                    <a:cubicBezTo>
                      <a:pt x="526211" y="303864"/>
                      <a:pt x="523706" y="306369"/>
                      <a:pt x="520644" y="306369"/>
                    </a:cubicBezTo>
                    <a:close/>
                  </a:path>
                </a:pathLst>
              </a:custGeom>
              <a:grpFill/>
              <a:ln w="0" cap="flat">
                <a:noFill/>
                <a:prstDash val="solid"/>
                <a:miter/>
              </a:ln>
            </p:spPr>
            <p:txBody>
              <a:bodyPr rtlCol="0" anchor="ctr"/>
              <a:lstStyle/>
              <a:p>
                <a:endParaRPr lang="en-US"/>
              </a:p>
            </p:txBody>
          </p:sp>
          <p:sp>
            <p:nvSpPr>
              <p:cNvPr id="22" name="Freeform 21">
                <a:extLst>
                  <a:ext uri="{FF2B5EF4-FFF2-40B4-BE49-F238E27FC236}">
                    <a16:creationId xmlns:a16="http://schemas.microsoft.com/office/drawing/2014/main" id="{03A71ABF-5EA3-0A2E-E6E4-CBBF8019626F}"/>
                  </a:ext>
                </a:extLst>
              </p:cNvPr>
              <p:cNvSpPr/>
              <p:nvPr/>
            </p:nvSpPr>
            <p:spPr>
              <a:xfrm>
                <a:off x="7203086" y="3686417"/>
                <a:ext cx="526210" cy="306368"/>
              </a:xfrm>
              <a:custGeom>
                <a:avLst/>
                <a:gdLst>
                  <a:gd name="connsiteX0" fmla="*/ 263106 w 526210"/>
                  <a:gd name="connsiteY0" fmla="*/ 306369 h 306368"/>
                  <a:gd name="connsiteX1" fmla="*/ 5567 w 526210"/>
                  <a:gd name="connsiteY1" fmla="*/ 306369 h 306368"/>
                  <a:gd name="connsiteX2" fmla="*/ 0 w 526210"/>
                  <a:gd name="connsiteY2" fmla="*/ 300802 h 306368"/>
                  <a:gd name="connsiteX3" fmla="*/ 5567 w 526210"/>
                  <a:gd name="connsiteY3" fmla="*/ 295236 h 306368"/>
                  <a:gd name="connsiteX4" fmla="*/ 257538 w 526210"/>
                  <a:gd name="connsiteY4" fmla="*/ 295236 h 306368"/>
                  <a:gd name="connsiteX5" fmla="*/ 257538 w 526210"/>
                  <a:gd name="connsiteY5" fmla="*/ 5566 h 306368"/>
                  <a:gd name="connsiteX6" fmla="*/ 263106 w 526210"/>
                  <a:gd name="connsiteY6" fmla="*/ 0 h 306368"/>
                  <a:gd name="connsiteX7" fmla="*/ 520644 w 526210"/>
                  <a:gd name="connsiteY7" fmla="*/ 0 h 306368"/>
                  <a:gd name="connsiteX8" fmla="*/ 526211 w 526210"/>
                  <a:gd name="connsiteY8" fmla="*/ 5566 h 306368"/>
                  <a:gd name="connsiteX9" fmla="*/ 520644 w 526210"/>
                  <a:gd name="connsiteY9" fmla="*/ 11133 h 306368"/>
                  <a:gd name="connsiteX10" fmla="*/ 268673 w 526210"/>
                  <a:gd name="connsiteY10" fmla="*/ 11133 h 306368"/>
                  <a:gd name="connsiteX11" fmla="*/ 268673 w 526210"/>
                  <a:gd name="connsiteY11" fmla="*/ 300802 h 306368"/>
                  <a:gd name="connsiteX12" fmla="*/ 263106 w 526210"/>
                  <a:gd name="connsiteY12" fmla="*/ 306369 h 3063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526210" h="306368">
                    <a:moveTo>
                      <a:pt x="263106" y="306369"/>
                    </a:moveTo>
                    <a:lnTo>
                      <a:pt x="5567" y="306369"/>
                    </a:lnTo>
                    <a:cubicBezTo>
                      <a:pt x="2505" y="306369"/>
                      <a:pt x="0" y="303864"/>
                      <a:pt x="0" y="300802"/>
                    </a:cubicBezTo>
                    <a:cubicBezTo>
                      <a:pt x="0" y="297741"/>
                      <a:pt x="2505" y="295236"/>
                      <a:pt x="5567" y="295236"/>
                    </a:cubicBezTo>
                    <a:lnTo>
                      <a:pt x="257538" y="295236"/>
                    </a:lnTo>
                    <a:lnTo>
                      <a:pt x="257538" y="5566"/>
                    </a:lnTo>
                    <a:cubicBezTo>
                      <a:pt x="257538" y="2505"/>
                      <a:pt x="260044" y="0"/>
                      <a:pt x="263106" y="0"/>
                    </a:cubicBezTo>
                    <a:lnTo>
                      <a:pt x="520644" y="0"/>
                    </a:lnTo>
                    <a:cubicBezTo>
                      <a:pt x="523706" y="0"/>
                      <a:pt x="526211" y="2505"/>
                      <a:pt x="526211" y="5566"/>
                    </a:cubicBezTo>
                    <a:cubicBezTo>
                      <a:pt x="526211" y="8628"/>
                      <a:pt x="523706" y="11133"/>
                      <a:pt x="520644" y="11133"/>
                    </a:cubicBezTo>
                    <a:lnTo>
                      <a:pt x="268673" y="11133"/>
                    </a:lnTo>
                    <a:lnTo>
                      <a:pt x="268673" y="300802"/>
                    </a:lnTo>
                    <a:cubicBezTo>
                      <a:pt x="268673" y="303864"/>
                      <a:pt x="266168" y="306369"/>
                      <a:pt x="263106" y="306369"/>
                    </a:cubicBezTo>
                    <a:close/>
                  </a:path>
                </a:pathLst>
              </a:custGeom>
              <a:grpFill/>
              <a:ln w="0" cap="flat">
                <a:noFill/>
                <a:prstDash val="solid"/>
                <a:miter/>
              </a:ln>
            </p:spPr>
            <p:txBody>
              <a:bodyPr rtlCol="0" anchor="ctr"/>
              <a:lstStyle/>
              <a:p>
                <a:endParaRPr lang="en-US"/>
              </a:p>
            </p:txBody>
          </p:sp>
          <p:sp>
            <p:nvSpPr>
              <p:cNvPr id="23" name="Freeform 22">
                <a:extLst>
                  <a:ext uri="{FF2B5EF4-FFF2-40B4-BE49-F238E27FC236}">
                    <a16:creationId xmlns:a16="http://schemas.microsoft.com/office/drawing/2014/main" id="{936F9FAA-9B0A-F210-A109-36835F19E29C}"/>
                  </a:ext>
                </a:extLst>
              </p:cNvPr>
              <p:cNvSpPr/>
              <p:nvPr/>
            </p:nvSpPr>
            <p:spPr>
              <a:xfrm>
                <a:off x="7203031" y="1792264"/>
                <a:ext cx="778404" cy="964415"/>
              </a:xfrm>
              <a:custGeom>
                <a:avLst/>
                <a:gdLst>
                  <a:gd name="connsiteX0" fmla="*/ 772838 w 778404"/>
                  <a:gd name="connsiteY0" fmla="*/ 964416 h 964415"/>
                  <a:gd name="connsiteX1" fmla="*/ 389202 w 778404"/>
                  <a:gd name="connsiteY1" fmla="*/ 964416 h 964415"/>
                  <a:gd name="connsiteX2" fmla="*/ 383635 w 778404"/>
                  <a:gd name="connsiteY2" fmla="*/ 958849 h 964415"/>
                  <a:gd name="connsiteX3" fmla="*/ 383635 w 778404"/>
                  <a:gd name="connsiteY3" fmla="*/ 11133 h 964415"/>
                  <a:gd name="connsiteX4" fmla="*/ 5567 w 778404"/>
                  <a:gd name="connsiteY4" fmla="*/ 11133 h 964415"/>
                  <a:gd name="connsiteX5" fmla="*/ 0 w 778404"/>
                  <a:gd name="connsiteY5" fmla="*/ 5566 h 964415"/>
                  <a:gd name="connsiteX6" fmla="*/ 5567 w 778404"/>
                  <a:gd name="connsiteY6" fmla="*/ 0 h 964415"/>
                  <a:gd name="connsiteX7" fmla="*/ 389202 w 778404"/>
                  <a:gd name="connsiteY7" fmla="*/ 0 h 964415"/>
                  <a:gd name="connsiteX8" fmla="*/ 394770 w 778404"/>
                  <a:gd name="connsiteY8" fmla="*/ 5566 h 964415"/>
                  <a:gd name="connsiteX9" fmla="*/ 394770 w 778404"/>
                  <a:gd name="connsiteY9" fmla="*/ 953283 h 964415"/>
                  <a:gd name="connsiteX10" fmla="*/ 772838 w 778404"/>
                  <a:gd name="connsiteY10" fmla="*/ 953283 h 964415"/>
                  <a:gd name="connsiteX11" fmla="*/ 778405 w 778404"/>
                  <a:gd name="connsiteY11" fmla="*/ 958849 h 964415"/>
                  <a:gd name="connsiteX12" fmla="*/ 772838 w 778404"/>
                  <a:gd name="connsiteY12" fmla="*/ 964416 h 9644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778404" h="964415">
                    <a:moveTo>
                      <a:pt x="772838" y="964416"/>
                    </a:moveTo>
                    <a:lnTo>
                      <a:pt x="389202" y="964416"/>
                    </a:lnTo>
                    <a:cubicBezTo>
                      <a:pt x="386140" y="964416"/>
                      <a:pt x="383635" y="961911"/>
                      <a:pt x="383635" y="958849"/>
                    </a:cubicBezTo>
                    <a:lnTo>
                      <a:pt x="383635" y="11133"/>
                    </a:lnTo>
                    <a:lnTo>
                      <a:pt x="5567" y="11133"/>
                    </a:lnTo>
                    <a:cubicBezTo>
                      <a:pt x="2505" y="11133"/>
                      <a:pt x="0" y="8628"/>
                      <a:pt x="0" y="5566"/>
                    </a:cubicBezTo>
                    <a:cubicBezTo>
                      <a:pt x="0" y="2505"/>
                      <a:pt x="2505" y="0"/>
                      <a:pt x="5567" y="0"/>
                    </a:cubicBezTo>
                    <a:lnTo>
                      <a:pt x="389202" y="0"/>
                    </a:lnTo>
                    <a:cubicBezTo>
                      <a:pt x="392264" y="0"/>
                      <a:pt x="394770" y="2505"/>
                      <a:pt x="394770" y="5566"/>
                    </a:cubicBezTo>
                    <a:lnTo>
                      <a:pt x="394770" y="953283"/>
                    </a:lnTo>
                    <a:lnTo>
                      <a:pt x="772838" y="953283"/>
                    </a:lnTo>
                    <a:cubicBezTo>
                      <a:pt x="775899" y="953283"/>
                      <a:pt x="778405" y="955788"/>
                      <a:pt x="778405" y="958849"/>
                    </a:cubicBezTo>
                    <a:cubicBezTo>
                      <a:pt x="778405" y="961911"/>
                      <a:pt x="775899" y="964416"/>
                      <a:pt x="772838" y="964416"/>
                    </a:cubicBezTo>
                    <a:close/>
                  </a:path>
                </a:pathLst>
              </a:custGeom>
              <a:grpFill/>
              <a:ln w="0" cap="flat">
                <a:noFill/>
                <a:prstDash val="solid"/>
                <a:miter/>
              </a:ln>
            </p:spPr>
            <p:txBody>
              <a:bodyPr rtlCol="0" anchor="ctr"/>
              <a:lstStyle/>
              <a:p>
                <a:endParaRPr lang="en-US"/>
              </a:p>
            </p:txBody>
          </p:sp>
          <p:sp>
            <p:nvSpPr>
              <p:cNvPr id="24" name="Freeform 23">
                <a:extLst>
                  <a:ext uri="{FF2B5EF4-FFF2-40B4-BE49-F238E27FC236}">
                    <a16:creationId xmlns:a16="http://schemas.microsoft.com/office/drawing/2014/main" id="{2A5F7F7A-7265-F902-4B9D-9272E572094F}"/>
                  </a:ext>
                </a:extLst>
              </p:cNvPr>
              <p:cNvSpPr/>
              <p:nvPr/>
            </p:nvSpPr>
            <p:spPr>
              <a:xfrm>
                <a:off x="7203031" y="4123092"/>
                <a:ext cx="778404" cy="964415"/>
              </a:xfrm>
              <a:custGeom>
                <a:avLst/>
                <a:gdLst>
                  <a:gd name="connsiteX0" fmla="*/ 389202 w 778404"/>
                  <a:gd name="connsiteY0" fmla="*/ 964416 h 964415"/>
                  <a:gd name="connsiteX1" fmla="*/ 5567 w 778404"/>
                  <a:gd name="connsiteY1" fmla="*/ 964416 h 964415"/>
                  <a:gd name="connsiteX2" fmla="*/ 0 w 778404"/>
                  <a:gd name="connsiteY2" fmla="*/ 958849 h 964415"/>
                  <a:gd name="connsiteX3" fmla="*/ 5567 w 778404"/>
                  <a:gd name="connsiteY3" fmla="*/ 953283 h 964415"/>
                  <a:gd name="connsiteX4" fmla="*/ 383635 w 778404"/>
                  <a:gd name="connsiteY4" fmla="*/ 953283 h 964415"/>
                  <a:gd name="connsiteX5" fmla="*/ 383635 w 778404"/>
                  <a:gd name="connsiteY5" fmla="*/ 5566 h 964415"/>
                  <a:gd name="connsiteX6" fmla="*/ 389202 w 778404"/>
                  <a:gd name="connsiteY6" fmla="*/ 0 h 964415"/>
                  <a:gd name="connsiteX7" fmla="*/ 772838 w 778404"/>
                  <a:gd name="connsiteY7" fmla="*/ 0 h 964415"/>
                  <a:gd name="connsiteX8" fmla="*/ 778405 w 778404"/>
                  <a:gd name="connsiteY8" fmla="*/ 5566 h 964415"/>
                  <a:gd name="connsiteX9" fmla="*/ 772838 w 778404"/>
                  <a:gd name="connsiteY9" fmla="*/ 11133 h 964415"/>
                  <a:gd name="connsiteX10" fmla="*/ 394770 w 778404"/>
                  <a:gd name="connsiteY10" fmla="*/ 11133 h 964415"/>
                  <a:gd name="connsiteX11" fmla="*/ 394770 w 778404"/>
                  <a:gd name="connsiteY11" fmla="*/ 958849 h 964415"/>
                  <a:gd name="connsiteX12" fmla="*/ 389202 w 778404"/>
                  <a:gd name="connsiteY12" fmla="*/ 964416 h 9644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778404" h="964415">
                    <a:moveTo>
                      <a:pt x="389202" y="964416"/>
                    </a:moveTo>
                    <a:lnTo>
                      <a:pt x="5567" y="964416"/>
                    </a:lnTo>
                    <a:cubicBezTo>
                      <a:pt x="2505" y="964416"/>
                      <a:pt x="0" y="961911"/>
                      <a:pt x="0" y="958849"/>
                    </a:cubicBezTo>
                    <a:cubicBezTo>
                      <a:pt x="0" y="955788"/>
                      <a:pt x="2505" y="953283"/>
                      <a:pt x="5567" y="953283"/>
                    </a:cubicBezTo>
                    <a:lnTo>
                      <a:pt x="383635" y="953283"/>
                    </a:lnTo>
                    <a:lnTo>
                      <a:pt x="383635" y="5566"/>
                    </a:lnTo>
                    <a:cubicBezTo>
                      <a:pt x="383635" y="2505"/>
                      <a:pt x="386140" y="0"/>
                      <a:pt x="389202" y="0"/>
                    </a:cubicBezTo>
                    <a:lnTo>
                      <a:pt x="772838" y="0"/>
                    </a:lnTo>
                    <a:cubicBezTo>
                      <a:pt x="775899" y="0"/>
                      <a:pt x="778405" y="2505"/>
                      <a:pt x="778405" y="5566"/>
                    </a:cubicBezTo>
                    <a:cubicBezTo>
                      <a:pt x="778405" y="8628"/>
                      <a:pt x="775899" y="11133"/>
                      <a:pt x="772838" y="11133"/>
                    </a:cubicBezTo>
                    <a:lnTo>
                      <a:pt x="394770" y="11133"/>
                    </a:lnTo>
                    <a:lnTo>
                      <a:pt x="394770" y="958849"/>
                    </a:lnTo>
                    <a:cubicBezTo>
                      <a:pt x="394770" y="961911"/>
                      <a:pt x="392264" y="964416"/>
                      <a:pt x="389202" y="964416"/>
                    </a:cubicBezTo>
                    <a:close/>
                  </a:path>
                </a:pathLst>
              </a:custGeom>
              <a:grpFill/>
              <a:ln w="0" cap="flat">
                <a:noFill/>
                <a:prstDash val="solid"/>
                <a:miter/>
              </a:ln>
            </p:spPr>
            <p:txBody>
              <a:bodyPr rtlCol="0" anchor="ctr"/>
              <a:lstStyle/>
              <a:p>
                <a:endParaRPr lang="en-US"/>
              </a:p>
            </p:txBody>
          </p:sp>
        </p:grpSp>
        <p:grpSp>
          <p:nvGrpSpPr>
            <p:cNvPr id="25" name="Graphic 2">
              <a:extLst>
                <a:ext uri="{FF2B5EF4-FFF2-40B4-BE49-F238E27FC236}">
                  <a16:creationId xmlns:a16="http://schemas.microsoft.com/office/drawing/2014/main" id="{F7091385-16AA-81F0-17E4-DD95DF7FF551}"/>
                </a:ext>
              </a:extLst>
            </p:cNvPr>
            <p:cNvGrpSpPr/>
            <p:nvPr/>
          </p:nvGrpSpPr>
          <p:grpSpPr>
            <a:xfrm>
              <a:off x="7180762" y="1769998"/>
              <a:ext cx="2967925" cy="3339774"/>
              <a:chOff x="7180762" y="1769998"/>
              <a:chExt cx="2967925" cy="3339774"/>
            </a:xfrm>
            <a:grpFill/>
          </p:grpSpPr>
          <p:sp>
            <p:nvSpPr>
              <p:cNvPr id="26" name="Freeform 25">
                <a:extLst>
                  <a:ext uri="{FF2B5EF4-FFF2-40B4-BE49-F238E27FC236}">
                    <a16:creationId xmlns:a16="http://schemas.microsoft.com/office/drawing/2014/main" id="{7D55FDE6-A93E-9C6E-2672-574BCF002C9A}"/>
                  </a:ext>
                </a:extLst>
              </p:cNvPr>
              <p:cNvSpPr/>
              <p:nvPr/>
            </p:nvSpPr>
            <p:spPr>
              <a:xfrm>
                <a:off x="10093015" y="2864721"/>
                <a:ext cx="55671" cy="55662"/>
              </a:xfrm>
              <a:custGeom>
                <a:avLst/>
                <a:gdLst>
                  <a:gd name="connsiteX0" fmla="*/ 55672 w 55671"/>
                  <a:gd name="connsiteY0" fmla="*/ 27832 h 55662"/>
                  <a:gd name="connsiteX1" fmla="*/ 27836 w 55671"/>
                  <a:gd name="connsiteY1" fmla="*/ 55663 h 55662"/>
                  <a:gd name="connsiteX2" fmla="*/ 0 w 55671"/>
                  <a:gd name="connsiteY2" fmla="*/ 27832 h 55662"/>
                  <a:gd name="connsiteX3" fmla="*/ 27836 w 55671"/>
                  <a:gd name="connsiteY3" fmla="*/ 0 h 55662"/>
                  <a:gd name="connsiteX4" fmla="*/ 55672 w 55671"/>
                  <a:gd name="connsiteY4" fmla="*/ 27832 h 556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5671" h="55662">
                    <a:moveTo>
                      <a:pt x="55672" y="27832"/>
                    </a:moveTo>
                    <a:cubicBezTo>
                      <a:pt x="55672" y="43202"/>
                      <a:pt x="43209" y="55663"/>
                      <a:pt x="27836" y="55663"/>
                    </a:cubicBezTo>
                    <a:cubicBezTo>
                      <a:pt x="12463" y="55663"/>
                      <a:pt x="0" y="43202"/>
                      <a:pt x="0" y="27832"/>
                    </a:cubicBezTo>
                    <a:cubicBezTo>
                      <a:pt x="0" y="12461"/>
                      <a:pt x="12463" y="0"/>
                      <a:pt x="27836" y="0"/>
                    </a:cubicBezTo>
                    <a:cubicBezTo>
                      <a:pt x="43209" y="0"/>
                      <a:pt x="55672" y="12461"/>
                      <a:pt x="55672" y="27832"/>
                    </a:cubicBezTo>
                    <a:close/>
                  </a:path>
                </a:pathLst>
              </a:custGeom>
              <a:grpFill/>
              <a:ln w="0" cap="flat">
                <a:noFill/>
                <a:prstDash val="solid"/>
                <a:miter/>
              </a:ln>
            </p:spPr>
            <p:txBody>
              <a:bodyPr rtlCol="0" anchor="ctr"/>
              <a:lstStyle/>
              <a:p>
                <a:endParaRPr lang="en-US"/>
              </a:p>
            </p:txBody>
          </p:sp>
          <p:sp>
            <p:nvSpPr>
              <p:cNvPr id="27" name="Freeform 26">
                <a:extLst>
                  <a:ext uri="{FF2B5EF4-FFF2-40B4-BE49-F238E27FC236}">
                    <a16:creationId xmlns:a16="http://schemas.microsoft.com/office/drawing/2014/main" id="{C159661C-2A4D-5031-18E4-15A49F200988}"/>
                  </a:ext>
                </a:extLst>
              </p:cNvPr>
              <p:cNvSpPr/>
              <p:nvPr/>
            </p:nvSpPr>
            <p:spPr>
              <a:xfrm>
                <a:off x="10092960" y="3959387"/>
                <a:ext cx="55671" cy="55662"/>
              </a:xfrm>
              <a:custGeom>
                <a:avLst/>
                <a:gdLst>
                  <a:gd name="connsiteX0" fmla="*/ 55672 w 55671"/>
                  <a:gd name="connsiteY0" fmla="*/ 27831 h 55662"/>
                  <a:gd name="connsiteX1" fmla="*/ 27836 w 55671"/>
                  <a:gd name="connsiteY1" fmla="*/ 55663 h 55662"/>
                  <a:gd name="connsiteX2" fmla="*/ 0 w 55671"/>
                  <a:gd name="connsiteY2" fmla="*/ 27831 h 55662"/>
                  <a:gd name="connsiteX3" fmla="*/ 27836 w 55671"/>
                  <a:gd name="connsiteY3" fmla="*/ 0 h 55662"/>
                  <a:gd name="connsiteX4" fmla="*/ 55672 w 55671"/>
                  <a:gd name="connsiteY4" fmla="*/ 27831 h 556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5671" h="55662">
                    <a:moveTo>
                      <a:pt x="55672" y="27831"/>
                    </a:moveTo>
                    <a:cubicBezTo>
                      <a:pt x="55672" y="43202"/>
                      <a:pt x="43209" y="55663"/>
                      <a:pt x="27836" y="55663"/>
                    </a:cubicBezTo>
                    <a:cubicBezTo>
                      <a:pt x="12463" y="55663"/>
                      <a:pt x="0" y="43202"/>
                      <a:pt x="0" y="27831"/>
                    </a:cubicBezTo>
                    <a:cubicBezTo>
                      <a:pt x="0" y="12461"/>
                      <a:pt x="12463" y="0"/>
                      <a:pt x="27836" y="0"/>
                    </a:cubicBezTo>
                    <a:cubicBezTo>
                      <a:pt x="43209" y="0"/>
                      <a:pt x="55672" y="12461"/>
                      <a:pt x="55672" y="27831"/>
                    </a:cubicBezTo>
                    <a:close/>
                  </a:path>
                </a:pathLst>
              </a:custGeom>
              <a:grpFill/>
              <a:ln w="0" cap="flat">
                <a:noFill/>
                <a:prstDash val="solid"/>
                <a:miter/>
              </a:ln>
            </p:spPr>
            <p:txBody>
              <a:bodyPr rtlCol="0" anchor="ctr"/>
              <a:lstStyle/>
              <a:p>
                <a:endParaRPr lang="en-US"/>
              </a:p>
            </p:txBody>
          </p:sp>
          <p:sp>
            <p:nvSpPr>
              <p:cNvPr id="28" name="Freeform 27">
                <a:extLst>
                  <a:ext uri="{FF2B5EF4-FFF2-40B4-BE49-F238E27FC236}">
                    <a16:creationId xmlns:a16="http://schemas.microsoft.com/office/drawing/2014/main" id="{2B78B40B-AAE6-F82F-43DB-D8A9886C3087}"/>
                  </a:ext>
                </a:extLst>
              </p:cNvPr>
              <p:cNvSpPr/>
              <p:nvPr/>
            </p:nvSpPr>
            <p:spPr>
              <a:xfrm>
                <a:off x="10093015" y="1769998"/>
                <a:ext cx="55671" cy="55662"/>
              </a:xfrm>
              <a:custGeom>
                <a:avLst/>
                <a:gdLst>
                  <a:gd name="connsiteX0" fmla="*/ 55672 w 55671"/>
                  <a:gd name="connsiteY0" fmla="*/ 27831 h 55662"/>
                  <a:gd name="connsiteX1" fmla="*/ 27836 w 55671"/>
                  <a:gd name="connsiteY1" fmla="*/ 55663 h 55662"/>
                  <a:gd name="connsiteX2" fmla="*/ 0 w 55671"/>
                  <a:gd name="connsiteY2" fmla="*/ 27831 h 55662"/>
                  <a:gd name="connsiteX3" fmla="*/ 27836 w 55671"/>
                  <a:gd name="connsiteY3" fmla="*/ 0 h 55662"/>
                  <a:gd name="connsiteX4" fmla="*/ 55672 w 55671"/>
                  <a:gd name="connsiteY4" fmla="*/ 27831 h 556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5671" h="55662">
                    <a:moveTo>
                      <a:pt x="55672" y="27831"/>
                    </a:moveTo>
                    <a:cubicBezTo>
                      <a:pt x="55672" y="43202"/>
                      <a:pt x="43209" y="55663"/>
                      <a:pt x="27836" y="55663"/>
                    </a:cubicBezTo>
                    <a:cubicBezTo>
                      <a:pt x="12463" y="55663"/>
                      <a:pt x="0" y="43202"/>
                      <a:pt x="0" y="27831"/>
                    </a:cubicBezTo>
                    <a:cubicBezTo>
                      <a:pt x="0" y="12461"/>
                      <a:pt x="12463" y="0"/>
                      <a:pt x="27836" y="0"/>
                    </a:cubicBezTo>
                    <a:cubicBezTo>
                      <a:pt x="43209" y="0"/>
                      <a:pt x="55672" y="12461"/>
                      <a:pt x="55672" y="27831"/>
                    </a:cubicBezTo>
                    <a:close/>
                  </a:path>
                </a:pathLst>
              </a:custGeom>
              <a:grpFill/>
              <a:ln w="0" cap="flat">
                <a:noFill/>
                <a:prstDash val="solid"/>
                <a:miter/>
              </a:ln>
            </p:spPr>
            <p:txBody>
              <a:bodyPr rtlCol="0" anchor="ctr"/>
              <a:lstStyle/>
              <a:p>
                <a:endParaRPr lang="en-US"/>
              </a:p>
            </p:txBody>
          </p:sp>
          <p:sp>
            <p:nvSpPr>
              <p:cNvPr id="29" name="Freeform 28">
                <a:extLst>
                  <a:ext uri="{FF2B5EF4-FFF2-40B4-BE49-F238E27FC236}">
                    <a16:creationId xmlns:a16="http://schemas.microsoft.com/office/drawing/2014/main" id="{6F1BFD46-D4B3-9C57-E200-3B6F711A31BA}"/>
                  </a:ext>
                </a:extLst>
              </p:cNvPr>
              <p:cNvSpPr/>
              <p:nvPr/>
            </p:nvSpPr>
            <p:spPr>
              <a:xfrm>
                <a:off x="10093015" y="5054110"/>
                <a:ext cx="55671" cy="55662"/>
              </a:xfrm>
              <a:custGeom>
                <a:avLst/>
                <a:gdLst>
                  <a:gd name="connsiteX0" fmla="*/ 55672 w 55671"/>
                  <a:gd name="connsiteY0" fmla="*/ 27831 h 55662"/>
                  <a:gd name="connsiteX1" fmla="*/ 27836 w 55671"/>
                  <a:gd name="connsiteY1" fmla="*/ 55663 h 55662"/>
                  <a:gd name="connsiteX2" fmla="*/ 0 w 55671"/>
                  <a:gd name="connsiteY2" fmla="*/ 27831 h 55662"/>
                  <a:gd name="connsiteX3" fmla="*/ 27836 w 55671"/>
                  <a:gd name="connsiteY3" fmla="*/ 0 h 55662"/>
                  <a:gd name="connsiteX4" fmla="*/ 55672 w 55671"/>
                  <a:gd name="connsiteY4" fmla="*/ 27831 h 556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5671" h="55662">
                    <a:moveTo>
                      <a:pt x="55672" y="27831"/>
                    </a:moveTo>
                    <a:cubicBezTo>
                      <a:pt x="55672" y="43202"/>
                      <a:pt x="43209" y="55663"/>
                      <a:pt x="27836" y="55663"/>
                    </a:cubicBezTo>
                    <a:cubicBezTo>
                      <a:pt x="12463" y="55663"/>
                      <a:pt x="0" y="43202"/>
                      <a:pt x="0" y="27831"/>
                    </a:cubicBezTo>
                    <a:cubicBezTo>
                      <a:pt x="0" y="12461"/>
                      <a:pt x="12463" y="0"/>
                      <a:pt x="27836" y="0"/>
                    </a:cubicBezTo>
                    <a:cubicBezTo>
                      <a:pt x="43209" y="0"/>
                      <a:pt x="55672" y="12461"/>
                      <a:pt x="55672" y="27831"/>
                    </a:cubicBezTo>
                    <a:close/>
                  </a:path>
                </a:pathLst>
              </a:custGeom>
              <a:grpFill/>
              <a:ln w="0" cap="flat">
                <a:noFill/>
                <a:prstDash val="solid"/>
                <a:miter/>
              </a:ln>
            </p:spPr>
            <p:txBody>
              <a:bodyPr rtlCol="0" anchor="ctr"/>
              <a:lstStyle/>
              <a:p>
                <a:endParaRPr lang="en-US"/>
              </a:p>
            </p:txBody>
          </p:sp>
          <p:sp>
            <p:nvSpPr>
              <p:cNvPr id="30" name="Freeform 29">
                <a:extLst>
                  <a:ext uri="{FF2B5EF4-FFF2-40B4-BE49-F238E27FC236}">
                    <a16:creationId xmlns:a16="http://schemas.microsoft.com/office/drawing/2014/main" id="{2987A2C2-E0E0-2C70-3171-79423B14A98D}"/>
                  </a:ext>
                </a:extLst>
              </p:cNvPr>
              <p:cNvSpPr/>
              <p:nvPr/>
            </p:nvSpPr>
            <p:spPr>
              <a:xfrm>
                <a:off x="7180818" y="2864721"/>
                <a:ext cx="55671" cy="55662"/>
              </a:xfrm>
              <a:custGeom>
                <a:avLst/>
                <a:gdLst>
                  <a:gd name="connsiteX0" fmla="*/ 55672 w 55671"/>
                  <a:gd name="connsiteY0" fmla="*/ 27832 h 55662"/>
                  <a:gd name="connsiteX1" fmla="*/ 27836 w 55671"/>
                  <a:gd name="connsiteY1" fmla="*/ 55663 h 55662"/>
                  <a:gd name="connsiteX2" fmla="*/ 0 w 55671"/>
                  <a:gd name="connsiteY2" fmla="*/ 27832 h 55662"/>
                  <a:gd name="connsiteX3" fmla="*/ 27836 w 55671"/>
                  <a:gd name="connsiteY3" fmla="*/ 0 h 55662"/>
                  <a:gd name="connsiteX4" fmla="*/ 55672 w 55671"/>
                  <a:gd name="connsiteY4" fmla="*/ 27832 h 556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5671" h="55662">
                    <a:moveTo>
                      <a:pt x="55672" y="27832"/>
                    </a:moveTo>
                    <a:cubicBezTo>
                      <a:pt x="55672" y="43202"/>
                      <a:pt x="43209" y="55663"/>
                      <a:pt x="27836" y="55663"/>
                    </a:cubicBezTo>
                    <a:cubicBezTo>
                      <a:pt x="12463" y="55663"/>
                      <a:pt x="0" y="43202"/>
                      <a:pt x="0" y="27832"/>
                    </a:cubicBezTo>
                    <a:cubicBezTo>
                      <a:pt x="0" y="12461"/>
                      <a:pt x="12463" y="0"/>
                      <a:pt x="27836" y="0"/>
                    </a:cubicBezTo>
                    <a:cubicBezTo>
                      <a:pt x="43209" y="0"/>
                      <a:pt x="55672" y="12461"/>
                      <a:pt x="55672" y="27832"/>
                    </a:cubicBezTo>
                    <a:close/>
                  </a:path>
                </a:pathLst>
              </a:custGeom>
              <a:grpFill/>
              <a:ln w="0" cap="flat">
                <a:noFill/>
                <a:prstDash val="solid"/>
                <a:miter/>
              </a:ln>
            </p:spPr>
            <p:txBody>
              <a:bodyPr rtlCol="0" anchor="ctr"/>
              <a:lstStyle/>
              <a:p>
                <a:endParaRPr lang="en-US"/>
              </a:p>
            </p:txBody>
          </p:sp>
          <p:sp>
            <p:nvSpPr>
              <p:cNvPr id="31" name="Freeform 30">
                <a:extLst>
                  <a:ext uri="{FF2B5EF4-FFF2-40B4-BE49-F238E27FC236}">
                    <a16:creationId xmlns:a16="http://schemas.microsoft.com/office/drawing/2014/main" id="{48C8C0F3-9825-3915-6F41-1297732DD03E}"/>
                  </a:ext>
                </a:extLst>
              </p:cNvPr>
              <p:cNvSpPr/>
              <p:nvPr/>
            </p:nvSpPr>
            <p:spPr>
              <a:xfrm>
                <a:off x="7180818" y="3959387"/>
                <a:ext cx="55671" cy="55662"/>
              </a:xfrm>
              <a:custGeom>
                <a:avLst/>
                <a:gdLst>
                  <a:gd name="connsiteX0" fmla="*/ 55672 w 55671"/>
                  <a:gd name="connsiteY0" fmla="*/ 27831 h 55662"/>
                  <a:gd name="connsiteX1" fmla="*/ 27836 w 55671"/>
                  <a:gd name="connsiteY1" fmla="*/ 55663 h 55662"/>
                  <a:gd name="connsiteX2" fmla="*/ 0 w 55671"/>
                  <a:gd name="connsiteY2" fmla="*/ 27831 h 55662"/>
                  <a:gd name="connsiteX3" fmla="*/ 27836 w 55671"/>
                  <a:gd name="connsiteY3" fmla="*/ 0 h 55662"/>
                  <a:gd name="connsiteX4" fmla="*/ 55672 w 55671"/>
                  <a:gd name="connsiteY4" fmla="*/ 27831 h 556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5671" h="55662">
                    <a:moveTo>
                      <a:pt x="55672" y="27831"/>
                    </a:moveTo>
                    <a:cubicBezTo>
                      <a:pt x="55672" y="43202"/>
                      <a:pt x="43209" y="55663"/>
                      <a:pt x="27836" y="55663"/>
                    </a:cubicBezTo>
                    <a:cubicBezTo>
                      <a:pt x="12463" y="55663"/>
                      <a:pt x="0" y="43202"/>
                      <a:pt x="0" y="27831"/>
                    </a:cubicBezTo>
                    <a:cubicBezTo>
                      <a:pt x="0" y="12461"/>
                      <a:pt x="12463" y="0"/>
                      <a:pt x="27836" y="0"/>
                    </a:cubicBezTo>
                    <a:cubicBezTo>
                      <a:pt x="43209" y="0"/>
                      <a:pt x="55672" y="12461"/>
                      <a:pt x="55672" y="27831"/>
                    </a:cubicBezTo>
                    <a:close/>
                  </a:path>
                </a:pathLst>
              </a:custGeom>
              <a:grpFill/>
              <a:ln w="0" cap="flat">
                <a:noFill/>
                <a:prstDash val="solid"/>
                <a:miter/>
              </a:ln>
            </p:spPr>
            <p:txBody>
              <a:bodyPr rtlCol="0" anchor="ctr"/>
              <a:lstStyle/>
              <a:p>
                <a:endParaRPr lang="en-US"/>
              </a:p>
            </p:txBody>
          </p:sp>
          <p:sp>
            <p:nvSpPr>
              <p:cNvPr id="32" name="Freeform 31">
                <a:extLst>
                  <a:ext uri="{FF2B5EF4-FFF2-40B4-BE49-F238E27FC236}">
                    <a16:creationId xmlns:a16="http://schemas.microsoft.com/office/drawing/2014/main" id="{EC83314E-FD69-EEBF-C675-D88EC9B1C1E8}"/>
                  </a:ext>
                </a:extLst>
              </p:cNvPr>
              <p:cNvSpPr/>
              <p:nvPr/>
            </p:nvSpPr>
            <p:spPr>
              <a:xfrm>
                <a:off x="7180818" y="1769998"/>
                <a:ext cx="55671" cy="55662"/>
              </a:xfrm>
              <a:custGeom>
                <a:avLst/>
                <a:gdLst>
                  <a:gd name="connsiteX0" fmla="*/ 55672 w 55671"/>
                  <a:gd name="connsiteY0" fmla="*/ 27831 h 55662"/>
                  <a:gd name="connsiteX1" fmla="*/ 27836 w 55671"/>
                  <a:gd name="connsiteY1" fmla="*/ 55663 h 55662"/>
                  <a:gd name="connsiteX2" fmla="*/ 0 w 55671"/>
                  <a:gd name="connsiteY2" fmla="*/ 27831 h 55662"/>
                  <a:gd name="connsiteX3" fmla="*/ 27836 w 55671"/>
                  <a:gd name="connsiteY3" fmla="*/ 0 h 55662"/>
                  <a:gd name="connsiteX4" fmla="*/ 55672 w 55671"/>
                  <a:gd name="connsiteY4" fmla="*/ 27831 h 556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5671" h="55662">
                    <a:moveTo>
                      <a:pt x="55672" y="27831"/>
                    </a:moveTo>
                    <a:cubicBezTo>
                      <a:pt x="55672" y="43202"/>
                      <a:pt x="43209" y="55663"/>
                      <a:pt x="27836" y="55663"/>
                    </a:cubicBezTo>
                    <a:cubicBezTo>
                      <a:pt x="12463" y="55663"/>
                      <a:pt x="0" y="43202"/>
                      <a:pt x="0" y="27831"/>
                    </a:cubicBezTo>
                    <a:cubicBezTo>
                      <a:pt x="0" y="12461"/>
                      <a:pt x="12463" y="0"/>
                      <a:pt x="27836" y="0"/>
                    </a:cubicBezTo>
                    <a:cubicBezTo>
                      <a:pt x="43209" y="0"/>
                      <a:pt x="55672" y="12461"/>
                      <a:pt x="55672" y="27831"/>
                    </a:cubicBezTo>
                    <a:close/>
                  </a:path>
                </a:pathLst>
              </a:custGeom>
              <a:grpFill/>
              <a:ln w="0" cap="flat">
                <a:noFill/>
                <a:prstDash val="solid"/>
                <a:miter/>
              </a:ln>
            </p:spPr>
            <p:txBody>
              <a:bodyPr rtlCol="0" anchor="ctr"/>
              <a:lstStyle/>
              <a:p>
                <a:endParaRPr lang="en-US"/>
              </a:p>
            </p:txBody>
          </p:sp>
          <p:sp>
            <p:nvSpPr>
              <p:cNvPr id="33" name="Freeform 32">
                <a:extLst>
                  <a:ext uri="{FF2B5EF4-FFF2-40B4-BE49-F238E27FC236}">
                    <a16:creationId xmlns:a16="http://schemas.microsoft.com/office/drawing/2014/main" id="{946FE946-AB95-30B1-ABBC-9A2B31280EFE}"/>
                  </a:ext>
                </a:extLst>
              </p:cNvPr>
              <p:cNvSpPr/>
              <p:nvPr/>
            </p:nvSpPr>
            <p:spPr>
              <a:xfrm>
                <a:off x="7180762" y="5054110"/>
                <a:ext cx="55671" cy="55662"/>
              </a:xfrm>
              <a:custGeom>
                <a:avLst/>
                <a:gdLst>
                  <a:gd name="connsiteX0" fmla="*/ 55672 w 55671"/>
                  <a:gd name="connsiteY0" fmla="*/ 27831 h 55662"/>
                  <a:gd name="connsiteX1" fmla="*/ 27836 w 55671"/>
                  <a:gd name="connsiteY1" fmla="*/ 55663 h 55662"/>
                  <a:gd name="connsiteX2" fmla="*/ 0 w 55671"/>
                  <a:gd name="connsiteY2" fmla="*/ 27831 h 55662"/>
                  <a:gd name="connsiteX3" fmla="*/ 27836 w 55671"/>
                  <a:gd name="connsiteY3" fmla="*/ 0 h 55662"/>
                  <a:gd name="connsiteX4" fmla="*/ 55672 w 55671"/>
                  <a:gd name="connsiteY4" fmla="*/ 27831 h 556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5671" h="55662">
                    <a:moveTo>
                      <a:pt x="55672" y="27831"/>
                    </a:moveTo>
                    <a:cubicBezTo>
                      <a:pt x="55672" y="43202"/>
                      <a:pt x="43209" y="55663"/>
                      <a:pt x="27836" y="55663"/>
                    </a:cubicBezTo>
                    <a:cubicBezTo>
                      <a:pt x="12463" y="55663"/>
                      <a:pt x="0" y="43202"/>
                      <a:pt x="0" y="27831"/>
                    </a:cubicBezTo>
                    <a:cubicBezTo>
                      <a:pt x="0" y="12461"/>
                      <a:pt x="12463" y="0"/>
                      <a:pt x="27836" y="0"/>
                    </a:cubicBezTo>
                    <a:cubicBezTo>
                      <a:pt x="43209" y="0"/>
                      <a:pt x="55672" y="12461"/>
                      <a:pt x="55672" y="27831"/>
                    </a:cubicBezTo>
                    <a:close/>
                  </a:path>
                </a:pathLst>
              </a:custGeom>
              <a:grpFill/>
              <a:ln w="0" cap="flat">
                <a:noFill/>
                <a:prstDash val="solid"/>
                <a:miter/>
              </a:ln>
            </p:spPr>
            <p:txBody>
              <a:bodyPr rtlCol="0" anchor="ctr"/>
              <a:lstStyle/>
              <a:p>
                <a:endParaRPr lang="en-US"/>
              </a:p>
            </p:txBody>
          </p:sp>
        </p:grpSp>
        <p:grpSp>
          <p:nvGrpSpPr>
            <p:cNvPr id="34" name="Graphic 2">
              <a:extLst>
                <a:ext uri="{FF2B5EF4-FFF2-40B4-BE49-F238E27FC236}">
                  <a16:creationId xmlns:a16="http://schemas.microsoft.com/office/drawing/2014/main" id="{5597DC7E-4310-6008-7469-39A0564C3545}"/>
                </a:ext>
              </a:extLst>
            </p:cNvPr>
            <p:cNvGrpSpPr/>
            <p:nvPr/>
          </p:nvGrpSpPr>
          <p:grpSpPr>
            <a:xfrm>
              <a:off x="7695839" y="2723281"/>
              <a:ext cx="1937772" cy="1433222"/>
              <a:chOff x="7695839" y="2723281"/>
              <a:chExt cx="1937772" cy="1433222"/>
            </a:xfrm>
            <a:grpFill/>
          </p:grpSpPr>
          <p:sp>
            <p:nvSpPr>
              <p:cNvPr id="35" name="Freeform 34">
                <a:extLst>
                  <a:ext uri="{FF2B5EF4-FFF2-40B4-BE49-F238E27FC236}">
                    <a16:creationId xmlns:a16="http://schemas.microsoft.com/office/drawing/2014/main" id="{EA8AB102-5ADB-70FA-14DB-FEAC51BAA12F}"/>
                  </a:ext>
                </a:extLst>
              </p:cNvPr>
              <p:cNvSpPr/>
              <p:nvPr/>
            </p:nvSpPr>
            <p:spPr>
              <a:xfrm>
                <a:off x="9577939" y="3159957"/>
                <a:ext cx="55671" cy="55662"/>
              </a:xfrm>
              <a:custGeom>
                <a:avLst/>
                <a:gdLst>
                  <a:gd name="connsiteX0" fmla="*/ 55672 w 55671"/>
                  <a:gd name="connsiteY0" fmla="*/ 27831 h 55662"/>
                  <a:gd name="connsiteX1" fmla="*/ 27836 w 55671"/>
                  <a:gd name="connsiteY1" fmla="*/ 55663 h 55662"/>
                  <a:gd name="connsiteX2" fmla="*/ 0 w 55671"/>
                  <a:gd name="connsiteY2" fmla="*/ 27831 h 55662"/>
                  <a:gd name="connsiteX3" fmla="*/ 27836 w 55671"/>
                  <a:gd name="connsiteY3" fmla="*/ 0 h 55662"/>
                  <a:gd name="connsiteX4" fmla="*/ 55672 w 55671"/>
                  <a:gd name="connsiteY4" fmla="*/ 27831 h 556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5671" h="55662">
                    <a:moveTo>
                      <a:pt x="55672" y="27831"/>
                    </a:moveTo>
                    <a:cubicBezTo>
                      <a:pt x="55672" y="43202"/>
                      <a:pt x="43209" y="55663"/>
                      <a:pt x="27836" y="55663"/>
                    </a:cubicBezTo>
                    <a:cubicBezTo>
                      <a:pt x="12463" y="55663"/>
                      <a:pt x="0" y="43202"/>
                      <a:pt x="0" y="27831"/>
                    </a:cubicBezTo>
                    <a:cubicBezTo>
                      <a:pt x="0" y="12461"/>
                      <a:pt x="12463" y="0"/>
                      <a:pt x="27836" y="0"/>
                    </a:cubicBezTo>
                    <a:cubicBezTo>
                      <a:pt x="43209" y="0"/>
                      <a:pt x="55672" y="12461"/>
                      <a:pt x="55672" y="27831"/>
                    </a:cubicBezTo>
                    <a:close/>
                  </a:path>
                </a:pathLst>
              </a:custGeom>
              <a:grpFill/>
              <a:ln w="0" cap="flat">
                <a:noFill/>
                <a:prstDash val="solid"/>
                <a:miter/>
              </a:ln>
            </p:spPr>
            <p:txBody>
              <a:bodyPr rtlCol="0" anchor="ctr"/>
              <a:lstStyle/>
              <a:p>
                <a:endParaRPr lang="en-US"/>
              </a:p>
            </p:txBody>
          </p:sp>
          <p:sp>
            <p:nvSpPr>
              <p:cNvPr id="36" name="Freeform 35">
                <a:extLst>
                  <a:ext uri="{FF2B5EF4-FFF2-40B4-BE49-F238E27FC236}">
                    <a16:creationId xmlns:a16="http://schemas.microsoft.com/office/drawing/2014/main" id="{79BCA1E8-AF5B-8F88-96C6-D8C9B20D5144}"/>
                  </a:ext>
                </a:extLst>
              </p:cNvPr>
              <p:cNvSpPr/>
              <p:nvPr/>
            </p:nvSpPr>
            <p:spPr>
              <a:xfrm>
                <a:off x="9325801" y="2723281"/>
                <a:ext cx="55671" cy="55662"/>
              </a:xfrm>
              <a:custGeom>
                <a:avLst/>
                <a:gdLst>
                  <a:gd name="connsiteX0" fmla="*/ 55672 w 55671"/>
                  <a:gd name="connsiteY0" fmla="*/ 27832 h 55662"/>
                  <a:gd name="connsiteX1" fmla="*/ 27836 w 55671"/>
                  <a:gd name="connsiteY1" fmla="*/ 55663 h 55662"/>
                  <a:gd name="connsiteX2" fmla="*/ 0 w 55671"/>
                  <a:gd name="connsiteY2" fmla="*/ 27832 h 55662"/>
                  <a:gd name="connsiteX3" fmla="*/ 27836 w 55671"/>
                  <a:gd name="connsiteY3" fmla="*/ 0 h 55662"/>
                  <a:gd name="connsiteX4" fmla="*/ 55672 w 55671"/>
                  <a:gd name="connsiteY4" fmla="*/ 27832 h 556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5671" h="55662">
                    <a:moveTo>
                      <a:pt x="55672" y="27832"/>
                    </a:moveTo>
                    <a:cubicBezTo>
                      <a:pt x="55672" y="43202"/>
                      <a:pt x="43209" y="55663"/>
                      <a:pt x="27836" y="55663"/>
                    </a:cubicBezTo>
                    <a:cubicBezTo>
                      <a:pt x="12463" y="55663"/>
                      <a:pt x="0" y="43202"/>
                      <a:pt x="0" y="27832"/>
                    </a:cubicBezTo>
                    <a:cubicBezTo>
                      <a:pt x="0" y="12461"/>
                      <a:pt x="12463" y="0"/>
                      <a:pt x="27836" y="0"/>
                    </a:cubicBezTo>
                    <a:cubicBezTo>
                      <a:pt x="43209" y="0"/>
                      <a:pt x="55672" y="12461"/>
                      <a:pt x="55672" y="27832"/>
                    </a:cubicBezTo>
                    <a:close/>
                  </a:path>
                </a:pathLst>
              </a:custGeom>
              <a:grpFill/>
              <a:ln w="0" cap="flat">
                <a:noFill/>
                <a:prstDash val="solid"/>
                <a:miter/>
              </a:ln>
            </p:spPr>
            <p:txBody>
              <a:bodyPr rtlCol="0" anchor="ctr"/>
              <a:lstStyle/>
              <a:p>
                <a:endParaRPr lang="en-US"/>
              </a:p>
            </p:txBody>
          </p:sp>
          <p:sp>
            <p:nvSpPr>
              <p:cNvPr id="37" name="Freeform 36">
                <a:extLst>
                  <a:ext uri="{FF2B5EF4-FFF2-40B4-BE49-F238E27FC236}">
                    <a16:creationId xmlns:a16="http://schemas.microsoft.com/office/drawing/2014/main" id="{A416E6C6-1F07-3CF8-B0CD-B098E843A73F}"/>
                  </a:ext>
                </a:extLst>
              </p:cNvPr>
              <p:cNvSpPr/>
              <p:nvPr/>
            </p:nvSpPr>
            <p:spPr>
              <a:xfrm>
                <a:off x="9325843" y="4100869"/>
                <a:ext cx="55643" cy="55635"/>
              </a:xfrm>
              <a:custGeom>
                <a:avLst/>
                <a:gdLst>
                  <a:gd name="connsiteX0" fmla="*/ 47502 w 55643"/>
                  <a:gd name="connsiteY0" fmla="*/ 47494 h 55635"/>
                  <a:gd name="connsiteX1" fmla="*/ 47502 w 55643"/>
                  <a:gd name="connsiteY1" fmla="*/ 8141 h 55635"/>
                  <a:gd name="connsiteX2" fmla="*/ 8142 w 55643"/>
                  <a:gd name="connsiteY2" fmla="*/ 8141 h 55635"/>
                  <a:gd name="connsiteX3" fmla="*/ 8142 w 55643"/>
                  <a:gd name="connsiteY3" fmla="*/ 47494 h 55635"/>
                  <a:gd name="connsiteX4" fmla="*/ 47502 w 55643"/>
                  <a:gd name="connsiteY4" fmla="*/ 47494 h 5563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5643" h="55635">
                    <a:moveTo>
                      <a:pt x="47502" y="47494"/>
                    </a:moveTo>
                    <a:cubicBezTo>
                      <a:pt x="58358" y="36640"/>
                      <a:pt x="58358" y="18995"/>
                      <a:pt x="47502" y="8141"/>
                    </a:cubicBezTo>
                    <a:cubicBezTo>
                      <a:pt x="36646" y="-2714"/>
                      <a:pt x="18998" y="-2714"/>
                      <a:pt x="8142" y="8141"/>
                    </a:cubicBezTo>
                    <a:cubicBezTo>
                      <a:pt x="-2714" y="18995"/>
                      <a:pt x="-2714" y="36640"/>
                      <a:pt x="8142" y="47494"/>
                    </a:cubicBezTo>
                    <a:cubicBezTo>
                      <a:pt x="18998" y="58349"/>
                      <a:pt x="36646" y="58349"/>
                      <a:pt x="47502" y="47494"/>
                    </a:cubicBezTo>
                    <a:close/>
                  </a:path>
                </a:pathLst>
              </a:custGeom>
              <a:grpFill/>
              <a:ln w="0" cap="flat">
                <a:noFill/>
                <a:prstDash val="solid"/>
                <a:miter/>
              </a:ln>
            </p:spPr>
            <p:txBody>
              <a:bodyPr rtlCol="0" anchor="ctr"/>
              <a:lstStyle/>
              <a:p>
                <a:endParaRPr lang="en-US"/>
              </a:p>
            </p:txBody>
          </p:sp>
          <p:sp>
            <p:nvSpPr>
              <p:cNvPr id="38" name="Freeform 37">
                <a:extLst>
                  <a:ext uri="{FF2B5EF4-FFF2-40B4-BE49-F238E27FC236}">
                    <a16:creationId xmlns:a16="http://schemas.microsoft.com/office/drawing/2014/main" id="{62405C9C-9257-AB1D-833E-1A05EAE31321}"/>
                  </a:ext>
                </a:extLst>
              </p:cNvPr>
              <p:cNvSpPr/>
              <p:nvPr/>
            </p:nvSpPr>
            <p:spPr>
              <a:xfrm>
                <a:off x="9577940" y="3664208"/>
                <a:ext cx="55670" cy="55661"/>
              </a:xfrm>
              <a:custGeom>
                <a:avLst/>
                <a:gdLst>
                  <a:gd name="connsiteX0" fmla="*/ 54725 w 55670"/>
                  <a:gd name="connsiteY0" fmla="*/ 35011 h 55661"/>
                  <a:gd name="connsiteX1" fmla="*/ 35017 w 55670"/>
                  <a:gd name="connsiteY1" fmla="*/ 946 h 55661"/>
                  <a:gd name="connsiteX2" fmla="*/ 946 w 55670"/>
                  <a:gd name="connsiteY2" fmla="*/ 20650 h 55661"/>
                  <a:gd name="connsiteX3" fmla="*/ 20653 w 55670"/>
                  <a:gd name="connsiteY3" fmla="*/ 54716 h 55661"/>
                  <a:gd name="connsiteX4" fmla="*/ 54725 w 55670"/>
                  <a:gd name="connsiteY4" fmla="*/ 35011 h 5566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5670" h="55661">
                    <a:moveTo>
                      <a:pt x="54725" y="35011"/>
                    </a:moveTo>
                    <a:cubicBezTo>
                      <a:pt x="58677" y="20149"/>
                      <a:pt x="49881" y="4898"/>
                      <a:pt x="35017" y="946"/>
                    </a:cubicBezTo>
                    <a:cubicBezTo>
                      <a:pt x="20153" y="-3007"/>
                      <a:pt x="4898" y="5788"/>
                      <a:pt x="946" y="20650"/>
                    </a:cubicBezTo>
                    <a:cubicBezTo>
                      <a:pt x="-3007" y="35512"/>
                      <a:pt x="5789" y="50764"/>
                      <a:pt x="20653" y="54716"/>
                    </a:cubicBezTo>
                    <a:cubicBezTo>
                      <a:pt x="35518" y="58668"/>
                      <a:pt x="50772" y="49873"/>
                      <a:pt x="54725" y="35011"/>
                    </a:cubicBezTo>
                    <a:close/>
                  </a:path>
                </a:pathLst>
              </a:custGeom>
              <a:grpFill/>
              <a:ln w="0" cap="flat">
                <a:noFill/>
                <a:prstDash val="solid"/>
                <a:miter/>
              </a:ln>
            </p:spPr>
            <p:txBody>
              <a:bodyPr rtlCol="0" anchor="ctr"/>
              <a:lstStyle/>
              <a:p>
                <a:endParaRPr lang="en-US"/>
              </a:p>
            </p:txBody>
          </p:sp>
          <p:sp>
            <p:nvSpPr>
              <p:cNvPr id="39" name="Freeform 38">
                <a:extLst>
                  <a:ext uri="{FF2B5EF4-FFF2-40B4-BE49-F238E27FC236}">
                    <a16:creationId xmlns:a16="http://schemas.microsoft.com/office/drawing/2014/main" id="{F30A0CAE-F520-0412-68BC-4E01729A207F}"/>
                  </a:ext>
                </a:extLst>
              </p:cNvPr>
              <p:cNvSpPr/>
              <p:nvPr/>
            </p:nvSpPr>
            <p:spPr>
              <a:xfrm>
                <a:off x="7695839" y="3159957"/>
                <a:ext cx="55671" cy="55662"/>
              </a:xfrm>
              <a:custGeom>
                <a:avLst/>
                <a:gdLst>
                  <a:gd name="connsiteX0" fmla="*/ 55672 w 55671"/>
                  <a:gd name="connsiteY0" fmla="*/ 27831 h 55662"/>
                  <a:gd name="connsiteX1" fmla="*/ 27836 w 55671"/>
                  <a:gd name="connsiteY1" fmla="*/ 55663 h 55662"/>
                  <a:gd name="connsiteX2" fmla="*/ 0 w 55671"/>
                  <a:gd name="connsiteY2" fmla="*/ 27831 h 55662"/>
                  <a:gd name="connsiteX3" fmla="*/ 27836 w 55671"/>
                  <a:gd name="connsiteY3" fmla="*/ 0 h 55662"/>
                  <a:gd name="connsiteX4" fmla="*/ 55672 w 55671"/>
                  <a:gd name="connsiteY4" fmla="*/ 27831 h 556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5671" h="55662">
                    <a:moveTo>
                      <a:pt x="55672" y="27831"/>
                    </a:moveTo>
                    <a:cubicBezTo>
                      <a:pt x="55672" y="43202"/>
                      <a:pt x="43209" y="55663"/>
                      <a:pt x="27836" y="55663"/>
                    </a:cubicBezTo>
                    <a:cubicBezTo>
                      <a:pt x="12463" y="55663"/>
                      <a:pt x="0" y="43202"/>
                      <a:pt x="0" y="27831"/>
                    </a:cubicBezTo>
                    <a:cubicBezTo>
                      <a:pt x="0" y="12461"/>
                      <a:pt x="12463" y="0"/>
                      <a:pt x="27836" y="0"/>
                    </a:cubicBezTo>
                    <a:cubicBezTo>
                      <a:pt x="43209" y="0"/>
                      <a:pt x="55672" y="12461"/>
                      <a:pt x="55672" y="27831"/>
                    </a:cubicBezTo>
                    <a:close/>
                  </a:path>
                </a:pathLst>
              </a:custGeom>
              <a:grpFill/>
              <a:ln w="0" cap="flat">
                <a:noFill/>
                <a:prstDash val="solid"/>
                <a:miter/>
              </a:ln>
            </p:spPr>
            <p:txBody>
              <a:bodyPr rtlCol="0" anchor="ctr"/>
              <a:lstStyle/>
              <a:p>
                <a:endParaRPr lang="en-US"/>
              </a:p>
            </p:txBody>
          </p:sp>
          <p:sp>
            <p:nvSpPr>
              <p:cNvPr id="40" name="Freeform 39">
                <a:extLst>
                  <a:ext uri="{FF2B5EF4-FFF2-40B4-BE49-F238E27FC236}">
                    <a16:creationId xmlns:a16="http://schemas.microsoft.com/office/drawing/2014/main" id="{44D6219C-5358-BD7E-D08A-DFC18A798D03}"/>
                  </a:ext>
                </a:extLst>
              </p:cNvPr>
              <p:cNvSpPr/>
              <p:nvPr/>
            </p:nvSpPr>
            <p:spPr>
              <a:xfrm>
                <a:off x="7695839" y="3664151"/>
                <a:ext cx="55671" cy="55662"/>
              </a:xfrm>
              <a:custGeom>
                <a:avLst/>
                <a:gdLst>
                  <a:gd name="connsiteX0" fmla="*/ 55672 w 55671"/>
                  <a:gd name="connsiteY0" fmla="*/ 27831 h 55662"/>
                  <a:gd name="connsiteX1" fmla="*/ 27836 w 55671"/>
                  <a:gd name="connsiteY1" fmla="*/ 55663 h 55662"/>
                  <a:gd name="connsiteX2" fmla="*/ 0 w 55671"/>
                  <a:gd name="connsiteY2" fmla="*/ 27831 h 55662"/>
                  <a:gd name="connsiteX3" fmla="*/ 27836 w 55671"/>
                  <a:gd name="connsiteY3" fmla="*/ 0 h 55662"/>
                  <a:gd name="connsiteX4" fmla="*/ 55672 w 55671"/>
                  <a:gd name="connsiteY4" fmla="*/ 27831 h 556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5671" h="55662">
                    <a:moveTo>
                      <a:pt x="55672" y="27831"/>
                    </a:moveTo>
                    <a:cubicBezTo>
                      <a:pt x="55672" y="43202"/>
                      <a:pt x="43209" y="55663"/>
                      <a:pt x="27836" y="55663"/>
                    </a:cubicBezTo>
                    <a:cubicBezTo>
                      <a:pt x="12463" y="55663"/>
                      <a:pt x="0" y="43202"/>
                      <a:pt x="0" y="27831"/>
                    </a:cubicBezTo>
                    <a:cubicBezTo>
                      <a:pt x="0" y="12461"/>
                      <a:pt x="12463" y="0"/>
                      <a:pt x="27836" y="0"/>
                    </a:cubicBezTo>
                    <a:cubicBezTo>
                      <a:pt x="43209" y="0"/>
                      <a:pt x="55672" y="12461"/>
                      <a:pt x="55672" y="27831"/>
                    </a:cubicBezTo>
                    <a:close/>
                  </a:path>
                </a:pathLst>
              </a:custGeom>
              <a:grpFill/>
              <a:ln w="0" cap="flat">
                <a:noFill/>
                <a:prstDash val="solid"/>
                <a:miter/>
              </a:ln>
            </p:spPr>
            <p:txBody>
              <a:bodyPr rtlCol="0" anchor="ctr"/>
              <a:lstStyle/>
              <a:p>
                <a:endParaRPr lang="en-US"/>
              </a:p>
            </p:txBody>
          </p:sp>
          <p:sp>
            <p:nvSpPr>
              <p:cNvPr id="41" name="Freeform 40">
                <a:extLst>
                  <a:ext uri="{FF2B5EF4-FFF2-40B4-BE49-F238E27FC236}">
                    <a16:creationId xmlns:a16="http://schemas.microsoft.com/office/drawing/2014/main" id="{93445B44-77A5-5269-2AA4-35C9D993C1BD}"/>
                  </a:ext>
                </a:extLst>
              </p:cNvPr>
              <p:cNvSpPr/>
              <p:nvPr/>
            </p:nvSpPr>
            <p:spPr>
              <a:xfrm>
                <a:off x="7948032" y="2723281"/>
                <a:ext cx="55671" cy="55662"/>
              </a:xfrm>
              <a:custGeom>
                <a:avLst/>
                <a:gdLst>
                  <a:gd name="connsiteX0" fmla="*/ 55672 w 55671"/>
                  <a:gd name="connsiteY0" fmla="*/ 27832 h 55662"/>
                  <a:gd name="connsiteX1" fmla="*/ 27836 w 55671"/>
                  <a:gd name="connsiteY1" fmla="*/ 55663 h 55662"/>
                  <a:gd name="connsiteX2" fmla="*/ 0 w 55671"/>
                  <a:gd name="connsiteY2" fmla="*/ 27832 h 55662"/>
                  <a:gd name="connsiteX3" fmla="*/ 27836 w 55671"/>
                  <a:gd name="connsiteY3" fmla="*/ 0 h 55662"/>
                  <a:gd name="connsiteX4" fmla="*/ 55672 w 55671"/>
                  <a:gd name="connsiteY4" fmla="*/ 27832 h 556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5671" h="55662">
                    <a:moveTo>
                      <a:pt x="55672" y="27832"/>
                    </a:moveTo>
                    <a:cubicBezTo>
                      <a:pt x="55672" y="43202"/>
                      <a:pt x="43209" y="55663"/>
                      <a:pt x="27836" y="55663"/>
                    </a:cubicBezTo>
                    <a:cubicBezTo>
                      <a:pt x="12463" y="55663"/>
                      <a:pt x="0" y="43202"/>
                      <a:pt x="0" y="27832"/>
                    </a:cubicBezTo>
                    <a:cubicBezTo>
                      <a:pt x="0" y="12461"/>
                      <a:pt x="12463" y="0"/>
                      <a:pt x="27836" y="0"/>
                    </a:cubicBezTo>
                    <a:cubicBezTo>
                      <a:pt x="43209" y="0"/>
                      <a:pt x="55672" y="12461"/>
                      <a:pt x="55672" y="27832"/>
                    </a:cubicBezTo>
                    <a:close/>
                  </a:path>
                </a:pathLst>
              </a:custGeom>
              <a:grpFill/>
              <a:ln w="0" cap="flat">
                <a:noFill/>
                <a:prstDash val="solid"/>
                <a:miter/>
              </a:ln>
            </p:spPr>
            <p:txBody>
              <a:bodyPr rtlCol="0" anchor="ctr"/>
              <a:lstStyle/>
              <a:p>
                <a:endParaRPr lang="en-US"/>
              </a:p>
            </p:txBody>
          </p:sp>
          <p:sp>
            <p:nvSpPr>
              <p:cNvPr id="42" name="Freeform 41">
                <a:extLst>
                  <a:ext uri="{FF2B5EF4-FFF2-40B4-BE49-F238E27FC236}">
                    <a16:creationId xmlns:a16="http://schemas.microsoft.com/office/drawing/2014/main" id="{1DAA5440-F19C-B01F-C166-54F622F93FA8}"/>
                  </a:ext>
                </a:extLst>
              </p:cNvPr>
              <p:cNvSpPr/>
              <p:nvPr/>
            </p:nvSpPr>
            <p:spPr>
              <a:xfrm>
                <a:off x="7947977" y="4100827"/>
                <a:ext cx="55671" cy="55662"/>
              </a:xfrm>
              <a:custGeom>
                <a:avLst/>
                <a:gdLst>
                  <a:gd name="connsiteX0" fmla="*/ 55672 w 55671"/>
                  <a:gd name="connsiteY0" fmla="*/ 27831 h 55662"/>
                  <a:gd name="connsiteX1" fmla="*/ 27836 w 55671"/>
                  <a:gd name="connsiteY1" fmla="*/ 55663 h 55662"/>
                  <a:gd name="connsiteX2" fmla="*/ 0 w 55671"/>
                  <a:gd name="connsiteY2" fmla="*/ 27831 h 55662"/>
                  <a:gd name="connsiteX3" fmla="*/ 27836 w 55671"/>
                  <a:gd name="connsiteY3" fmla="*/ 0 h 55662"/>
                  <a:gd name="connsiteX4" fmla="*/ 55672 w 55671"/>
                  <a:gd name="connsiteY4" fmla="*/ 27831 h 556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5671" h="55662">
                    <a:moveTo>
                      <a:pt x="55672" y="27831"/>
                    </a:moveTo>
                    <a:cubicBezTo>
                      <a:pt x="55672" y="43202"/>
                      <a:pt x="43209" y="55663"/>
                      <a:pt x="27836" y="55663"/>
                    </a:cubicBezTo>
                    <a:cubicBezTo>
                      <a:pt x="12463" y="55663"/>
                      <a:pt x="0" y="43202"/>
                      <a:pt x="0" y="27831"/>
                    </a:cubicBezTo>
                    <a:cubicBezTo>
                      <a:pt x="0" y="12461"/>
                      <a:pt x="12463" y="0"/>
                      <a:pt x="27836" y="0"/>
                    </a:cubicBezTo>
                    <a:cubicBezTo>
                      <a:pt x="43209" y="0"/>
                      <a:pt x="55672" y="12461"/>
                      <a:pt x="55672" y="27831"/>
                    </a:cubicBezTo>
                    <a:close/>
                  </a:path>
                </a:pathLst>
              </a:custGeom>
              <a:grpFill/>
              <a:ln w="0" cap="flat">
                <a:noFill/>
                <a:prstDash val="solid"/>
                <a:miter/>
              </a:ln>
            </p:spPr>
            <p:txBody>
              <a:bodyPr rtlCol="0" anchor="ctr"/>
              <a:lstStyle/>
              <a:p>
                <a:endParaRPr lang="en-US"/>
              </a:p>
            </p:txBody>
          </p:sp>
        </p:grpSp>
      </p:grpSp>
      <p:sp>
        <p:nvSpPr>
          <p:cNvPr id="46" name="Freeform 45">
            <a:extLst>
              <a:ext uri="{FF2B5EF4-FFF2-40B4-BE49-F238E27FC236}">
                <a16:creationId xmlns:a16="http://schemas.microsoft.com/office/drawing/2014/main" id="{5AC52DFF-0F62-E3BB-6662-DD19CDAC1931}"/>
              </a:ext>
            </a:extLst>
          </p:cNvPr>
          <p:cNvSpPr/>
          <p:nvPr/>
        </p:nvSpPr>
        <p:spPr>
          <a:xfrm rot="20678400">
            <a:off x="5946199" y="3620241"/>
            <a:ext cx="887967" cy="887823"/>
          </a:xfrm>
          <a:custGeom>
            <a:avLst/>
            <a:gdLst>
              <a:gd name="connsiteX0" fmla="*/ 807243 w 807243"/>
              <a:gd name="connsiteY0" fmla="*/ 403556 h 807112"/>
              <a:gd name="connsiteX1" fmla="*/ 403622 w 807243"/>
              <a:gd name="connsiteY1" fmla="*/ 807112 h 807112"/>
              <a:gd name="connsiteX2" fmla="*/ 0 w 807243"/>
              <a:gd name="connsiteY2" fmla="*/ 403556 h 807112"/>
              <a:gd name="connsiteX3" fmla="*/ 403622 w 807243"/>
              <a:gd name="connsiteY3" fmla="*/ 0 h 807112"/>
              <a:gd name="connsiteX4" fmla="*/ 807243 w 807243"/>
              <a:gd name="connsiteY4" fmla="*/ 403556 h 80711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07243" h="807112">
                <a:moveTo>
                  <a:pt x="807243" y="403556"/>
                </a:moveTo>
                <a:cubicBezTo>
                  <a:pt x="807243" y="626434"/>
                  <a:pt x="626536" y="807112"/>
                  <a:pt x="403622" y="807112"/>
                </a:cubicBezTo>
                <a:cubicBezTo>
                  <a:pt x="180708" y="807112"/>
                  <a:pt x="0" y="626434"/>
                  <a:pt x="0" y="403556"/>
                </a:cubicBezTo>
                <a:cubicBezTo>
                  <a:pt x="0" y="180678"/>
                  <a:pt x="180708" y="0"/>
                  <a:pt x="403622" y="0"/>
                </a:cubicBezTo>
                <a:cubicBezTo>
                  <a:pt x="626536" y="0"/>
                  <a:pt x="807243" y="180678"/>
                  <a:pt x="807243" y="403556"/>
                </a:cubicBezTo>
                <a:close/>
              </a:path>
            </a:pathLst>
          </a:custGeom>
          <a:solidFill>
            <a:srgbClr val="FFFFFF"/>
          </a:solidFill>
          <a:ln w="15875" cap="flat">
            <a:solidFill>
              <a:schemeClr val="bg1">
                <a:lumMod val="85000"/>
              </a:schemeClr>
            </a:solidFill>
            <a:prstDash val="solid"/>
            <a:miter/>
          </a:ln>
        </p:spPr>
        <p:txBody>
          <a:bodyPr rtlCol="0" anchor="ctr"/>
          <a:lstStyle/>
          <a:p>
            <a:endParaRPr lang="en-US"/>
          </a:p>
        </p:txBody>
      </p:sp>
      <p:sp>
        <p:nvSpPr>
          <p:cNvPr id="47" name="Freeform 46">
            <a:extLst>
              <a:ext uri="{FF2B5EF4-FFF2-40B4-BE49-F238E27FC236}">
                <a16:creationId xmlns:a16="http://schemas.microsoft.com/office/drawing/2014/main" id="{834302C5-A9E6-3B85-5BC4-3B26A0766409}"/>
              </a:ext>
            </a:extLst>
          </p:cNvPr>
          <p:cNvSpPr/>
          <p:nvPr/>
        </p:nvSpPr>
        <p:spPr>
          <a:xfrm>
            <a:off x="5946264" y="4714919"/>
            <a:ext cx="887966" cy="887823"/>
          </a:xfrm>
          <a:custGeom>
            <a:avLst/>
            <a:gdLst>
              <a:gd name="connsiteX0" fmla="*/ 807243 w 807242"/>
              <a:gd name="connsiteY0" fmla="*/ 403556 h 807112"/>
              <a:gd name="connsiteX1" fmla="*/ 403621 w 807242"/>
              <a:gd name="connsiteY1" fmla="*/ 807112 h 807112"/>
              <a:gd name="connsiteX2" fmla="*/ 0 w 807242"/>
              <a:gd name="connsiteY2" fmla="*/ 403556 h 807112"/>
              <a:gd name="connsiteX3" fmla="*/ 403621 w 807242"/>
              <a:gd name="connsiteY3" fmla="*/ 0 h 807112"/>
              <a:gd name="connsiteX4" fmla="*/ 807243 w 807242"/>
              <a:gd name="connsiteY4" fmla="*/ 403556 h 80711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07242" h="807112">
                <a:moveTo>
                  <a:pt x="807243" y="403556"/>
                </a:moveTo>
                <a:cubicBezTo>
                  <a:pt x="807243" y="626434"/>
                  <a:pt x="626535" y="807112"/>
                  <a:pt x="403621" y="807112"/>
                </a:cubicBezTo>
                <a:cubicBezTo>
                  <a:pt x="180707" y="807112"/>
                  <a:pt x="0" y="626434"/>
                  <a:pt x="0" y="403556"/>
                </a:cubicBezTo>
                <a:cubicBezTo>
                  <a:pt x="0" y="180678"/>
                  <a:pt x="180707" y="0"/>
                  <a:pt x="403621" y="0"/>
                </a:cubicBezTo>
                <a:cubicBezTo>
                  <a:pt x="626535" y="0"/>
                  <a:pt x="807243" y="180678"/>
                  <a:pt x="807243" y="403556"/>
                </a:cubicBezTo>
                <a:close/>
              </a:path>
            </a:pathLst>
          </a:custGeom>
          <a:solidFill>
            <a:srgbClr val="FFFFFF"/>
          </a:solidFill>
          <a:ln w="15875" cap="flat">
            <a:solidFill>
              <a:schemeClr val="bg1">
                <a:lumMod val="85000"/>
              </a:schemeClr>
            </a:solidFill>
            <a:prstDash val="solid"/>
            <a:miter/>
          </a:ln>
        </p:spPr>
        <p:txBody>
          <a:bodyPr rtlCol="0" anchor="ctr"/>
          <a:lstStyle/>
          <a:p>
            <a:endParaRPr lang="en-US"/>
          </a:p>
        </p:txBody>
      </p:sp>
      <p:sp>
        <p:nvSpPr>
          <p:cNvPr id="48" name="Freeform 47">
            <a:extLst>
              <a:ext uri="{FF2B5EF4-FFF2-40B4-BE49-F238E27FC236}">
                <a16:creationId xmlns:a16="http://schemas.microsoft.com/office/drawing/2014/main" id="{412D38E7-098E-313D-C457-75BCC6BFBD17}"/>
              </a:ext>
            </a:extLst>
          </p:cNvPr>
          <p:cNvSpPr/>
          <p:nvPr/>
        </p:nvSpPr>
        <p:spPr>
          <a:xfrm rot="20678400">
            <a:off x="5946244" y="2525544"/>
            <a:ext cx="887967" cy="887823"/>
          </a:xfrm>
          <a:custGeom>
            <a:avLst/>
            <a:gdLst>
              <a:gd name="connsiteX0" fmla="*/ 807243 w 807243"/>
              <a:gd name="connsiteY0" fmla="*/ 403556 h 807112"/>
              <a:gd name="connsiteX1" fmla="*/ 403622 w 807243"/>
              <a:gd name="connsiteY1" fmla="*/ 807113 h 807112"/>
              <a:gd name="connsiteX2" fmla="*/ 0 w 807243"/>
              <a:gd name="connsiteY2" fmla="*/ 403556 h 807112"/>
              <a:gd name="connsiteX3" fmla="*/ 403622 w 807243"/>
              <a:gd name="connsiteY3" fmla="*/ 0 h 807112"/>
              <a:gd name="connsiteX4" fmla="*/ 807243 w 807243"/>
              <a:gd name="connsiteY4" fmla="*/ 403556 h 80711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07243" h="807112">
                <a:moveTo>
                  <a:pt x="807243" y="403556"/>
                </a:moveTo>
                <a:cubicBezTo>
                  <a:pt x="807243" y="626434"/>
                  <a:pt x="626536" y="807113"/>
                  <a:pt x="403622" y="807113"/>
                </a:cubicBezTo>
                <a:cubicBezTo>
                  <a:pt x="180708" y="807113"/>
                  <a:pt x="0" y="626434"/>
                  <a:pt x="0" y="403556"/>
                </a:cubicBezTo>
                <a:cubicBezTo>
                  <a:pt x="0" y="180678"/>
                  <a:pt x="180708" y="0"/>
                  <a:pt x="403622" y="0"/>
                </a:cubicBezTo>
                <a:cubicBezTo>
                  <a:pt x="626536" y="0"/>
                  <a:pt x="807243" y="180678"/>
                  <a:pt x="807243" y="403556"/>
                </a:cubicBezTo>
                <a:close/>
              </a:path>
            </a:pathLst>
          </a:custGeom>
          <a:solidFill>
            <a:srgbClr val="FFFFFF"/>
          </a:solidFill>
          <a:ln w="15875" cap="flat">
            <a:solidFill>
              <a:schemeClr val="bg1">
                <a:lumMod val="85000"/>
              </a:schemeClr>
            </a:solidFill>
            <a:prstDash val="solid"/>
            <a:miter/>
          </a:ln>
        </p:spPr>
        <p:txBody>
          <a:bodyPr rtlCol="0" anchor="ctr"/>
          <a:lstStyle/>
          <a:p>
            <a:endParaRPr lang="en-US"/>
          </a:p>
        </p:txBody>
      </p:sp>
      <p:sp>
        <p:nvSpPr>
          <p:cNvPr id="49" name="Freeform 48">
            <a:extLst>
              <a:ext uri="{FF2B5EF4-FFF2-40B4-BE49-F238E27FC236}">
                <a16:creationId xmlns:a16="http://schemas.microsoft.com/office/drawing/2014/main" id="{0685F5EF-6DFD-6DEE-568C-455A2BAC1C1D}"/>
              </a:ext>
            </a:extLst>
          </p:cNvPr>
          <p:cNvSpPr/>
          <p:nvPr/>
        </p:nvSpPr>
        <p:spPr>
          <a:xfrm rot="20678400">
            <a:off x="5946274" y="1430848"/>
            <a:ext cx="887967" cy="887823"/>
          </a:xfrm>
          <a:custGeom>
            <a:avLst/>
            <a:gdLst>
              <a:gd name="connsiteX0" fmla="*/ 807243 w 807243"/>
              <a:gd name="connsiteY0" fmla="*/ 403556 h 807112"/>
              <a:gd name="connsiteX1" fmla="*/ 403622 w 807243"/>
              <a:gd name="connsiteY1" fmla="*/ 807112 h 807112"/>
              <a:gd name="connsiteX2" fmla="*/ 0 w 807243"/>
              <a:gd name="connsiteY2" fmla="*/ 403556 h 807112"/>
              <a:gd name="connsiteX3" fmla="*/ 403622 w 807243"/>
              <a:gd name="connsiteY3" fmla="*/ 0 h 807112"/>
              <a:gd name="connsiteX4" fmla="*/ 807243 w 807243"/>
              <a:gd name="connsiteY4" fmla="*/ 403556 h 80711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07243" h="807112">
                <a:moveTo>
                  <a:pt x="807243" y="403556"/>
                </a:moveTo>
                <a:cubicBezTo>
                  <a:pt x="807243" y="626434"/>
                  <a:pt x="626536" y="807112"/>
                  <a:pt x="403622" y="807112"/>
                </a:cubicBezTo>
                <a:cubicBezTo>
                  <a:pt x="180708" y="807112"/>
                  <a:pt x="0" y="626434"/>
                  <a:pt x="0" y="403556"/>
                </a:cubicBezTo>
                <a:cubicBezTo>
                  <a:pt x="0" y="180678"/>
                  <a:pt x="180708" y="0"/>
                  <a:pt x="403622" y="0"/>
                </a:cubicBezTo>
                <a:cubicBezTo>
                  <a:pt x="626536" y="0"/>
                  <a:pt x="807243" y="180678"/>
                  <a:pt x="807243" y="403556"/>
                </a:cubicBezTo>
                <a:close/>
              </a:path>
            </a:pathLst>
          </a:custGeom>
          <a:solidFill>
            <a:srgbClr val="FFFFFF"/>
          </a:solidFill>
          <a:ln w="15875" cap="flat">
            <a:solidFill>
              <a:schemeClr val="bg1">
                <a:lumMod val="85000"/>
              </a:schemeClr>
            </a:solidFill>
            <a:prstDash val="solid"/>
            <a:miter/>
          </a:ln>
        </p:spPr>
        <p:txBody>
          <a:bodyPr rtlCol="0" anchor="ctr"/>
          <a:lstStyle/>
          <a:p>
            <a:endParaRPr lang="en-US"/>
          </a:p>
        </p:txBody>
      </p:sp>
      <p:sp>
        <p:nvSpPr>
          <p:cNvPr id="51" name="Freeform 50">
            <a:extLst>
              <a:ext uri="{FF2B5EF4-FFF2-40B4-BE49-F238E27FC236}">
                <a16:creationId xmlns:a16="http://schemas.microsoft.com/office/drawing/2014/main" id="{9A4ABBD8-E70D-C2B9-F428-B6B4FCD90FEC}"/>
              </a:ext>
            </a:extLst>
          </p:cNvPr>
          <p:cNvSpPr/>
          <p:nvPr/>
        </p:nvSpPr>
        <p:spPr>
          <a:xfrm>
            <a:off x="9832776" y="3620197"/>
            <a:ext cx="887966" cy="887823"/>
          </a:xfrm>
          <a:custGeom>
            <a:avLst/>
            <a:gdLst>
              <a:gd name="connsiteX0" fmla="*/ 807243 w 807242"/>
              <a:gd name="connsiteY0" fmla="*/ 403556 h 807112"/>
              <a:gd name="connsiteX1" fmla="*/ 403621 w 807242"/>
              <a:gd name="connsiteY1" fmla="*/ 0 h 807112"/>
              <a:gd name="connsiteX2" fmla="*/ 0 w 807242"/>
              <a:gd name="connsiteY2" fmla="*/ 403556 h 807112"/>
              <a:gd name="connsiteX3" fmla="*/ 403621 w 807242"/>
              <a:gd name="connsiteY3" fmla="*/ 807112 h 807112"/>
              <a:gd name="connsiteX4" fmla="*/ 807243 w 807242"/>
              <a:gd name="connsiteY4" fmla="*/ 403556 h 80711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07242" h="807112">
                <a:moveTo>
                  <a:pt x="807243" y="403556"/>
                </a:moveTo>
                <a:cubicBezTo>
                  <a:pt x="807243" y="180682"/>
                  <a:pt x="626532" y="0"/>
                  <a:pt x="403621" y="0"/>
                </a:cubicBezTo>
                <a:cubicBezTo>
                  <a:pt x="180711" y="0"/>
                  <a:pt x="0" y="180682"/>
                  <a:pt x="0" y="403556"/>
                </a:cubicBezTo>
                <a:cubicBezTo>
                  <a:pt x="0" y="626430"/>
                  <a:pt x="180711" y="807112"/>
                  <a:pt x="403621" y="807112"/>
                </a:cubicBezTo>
                <a:cubicBezTo>
                  <a:pt x="626532" y="807112"/>
                  <a:pt x="807243" y="626430"/>
                  <a:pt x="807243" y="403556"/>
                </a:cubicBezTo>
                <a:close/>
              </a:path>
            </a:pathLst>
          </a:custGeom>
          <a:solidFill>
            <a:srgbClr val="FFFFFF"/>
          </a:solidFill>
          <a:ln w="15875" cap="flat">
            <a:solidFill>
              <a:schemeClr val="bg1">
                <a:lumMod val="85000"/>
              </a:schemeClr>
            </a:solidFill>
            <a:prstDash val="solid"/>
            <a:miter/>
          </a:ln>
        </p:spPr>
        <p:txBody>
          <a:bodyPr rtlCol="0" anchor="ctr"/>
          <a:lstStyle/>
          <a:p>
            <a:endParaRPr lang="en-US"/>
          </a:p>
        </p:txBody>
      </p:sp>
      <p:sp>
        <p:nvSpPr>
          <p:cNvPr id="52" name="Freeform 51">
            <a:extLst>
              <a:ext uri="{FF2B5EF4-FFF2-40B4-BE49-F238E27FC236}">
                <a16:creationId xmlns:a16="http://schemas.microsoft.com/office/drawing/2014/main" id="{CD8AB7EE-A99B-ADBF-89EB-507436C0D484}"/>
              </a:ext>
            </a:extLst>
          </p:cNvPr>
          <p:cNvSpPr/>
          <p:nvPr/>
        </p:nvSpPr>
        <p:spPr>
          <a:xfrm>
            <a:off x="9832776" y="4714919"/>
            <a:ext cx="887966" cy="887823"/>
          </a:xfrm>
          <a:custGeom>
            <a:avLst/>
            <a:gdLst>
              <a:gd name="connsiteX0" fmla="*/ 807243 w 807242"/>
              <a:gd name="connsiteY0" fmla="*/ 403556 h 807112"/>
              <a:gd name="connsiteX1" fmla="*/ 403621 w 807242"/>
              <a:gd name="connsiteY1" fmla="*/ 0 h 807112"/>
              <a:gd name="connsiteX2" fmla="*/ 0 w 807242"/>
              <a:gd name="connsiteY2" fmla="*/ 403556 h 807112"/>
              <a:gd name="connsiteX3" fmla="*/ 403621 w 807242"/>
              <a:gd name="connsiteY3" fmla="*/ 807112 h 807112"/>
              <a:gd name="connsiteX4" fmla="*/ 807243 w 807242"/>
              <a:gd name="connsiteY4" fmla="*/ 403556 h 80711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07242" h="807112">
                <a:moveTo>
                  <a:pt x="807243" y="403556"/>
                </a:moveTo>
                <a:cubicBezTo>
                  <a:pt x="807243" y="180682"/>
                  <a:pt x="626532" y="0"/>
                  <a:pt x="403621" y="0"/>
                </a:cubicBezTo>
                <a:cubicBezTo>
                  <a:pt x="180711" y="0"/>
                  <a:pt x="0" y="180682"/>
                  <a:pt x="0" y="403556"/>
                </a:cubicBezTo>
                <a:cubicBezTo>
                  <a:pt x="0" y="626430"/>
                  <a:pt x="180711" y="807112"/>
                  <a:pt x="403621" y="807112"/>
                </a:cubicBezTo>
                <a:cubicBezTo>
                  <a:pt x="626532" y="807112"/>
                  <a:pt x="807243" y="626430"/>
                  <a:pt x="807243" y="403556"/>
                </a:cubicBezTo>
                <a:close/>
              </a:path>
            </a:pathLst>
          </a:custGeom>
          <a:solidFill>
            <a:srgbClr val="FFFFFF"/>
          </a:solidFill>
          <a:ln w="15875" cap="flat">
            <a:solidFill>
              <a:schemeClr val="bg1">
                <a:lumMod val="85000"/>
              </a:schemeClr>
            </a:solidFill>
            <a:prstDash val="solid"/>
            <a:miter/>
          </a:ln>
        </p:spPr>
        <p:txBody>
          <a:bodyPr rtlCol="0" anchor="ctr"/>
          <a:lstStyle/>
          <a:p>
            <a:endParaRPr lang="en-US"/>
          </a:p>
        </p:txBody>
      </p:sp>
      <p:sp>
        <p:nvSpPr>
          <p:cNvPr id="53" name="Freeform 52">
            <a:extLst>
              <a:ext uri="{FF2B5EF4-FFF2-40B4-BE49-F238E27FC236}">
                <a16:creationId xmlns:a16="http://schemas.microsoft.com/office/drawing/2014/main" id="{554916E2-99C4-C9F6-05F5-A95ACEDB4D1F}"/>
              </a:ext>
            </a:extLst>
          </p:cNvPr>
          <p:cNvSpPr/>
          <p:nvPr/>
        </p:nvSpPr>
        <p:spPr>
          <a:xfrm>
            <a:off x="9832776" y="2525530"/>
            <a:ext cx="887966" cy="887823"/>
          </a:xfrm>
          <a:custGeom>
            <a:avLst/>
            <a:gdLst>
              <a:gd name="connsiteX0" fmla="*/ 807243 w 807242"/>
              <a:gd name="connsiteY0" fmla="*/ 403556 h 807112"/>
              <a:gd name="connsiteX1" fmla="*/ 403621 w 807242"/>
              <a:gd name="connsiteY1" fmla="*/ 0 h 807112"/>
              <a:gd name="connsiteX2" fmla="*/ 0 w 807242"/>
              <a:gd name="connsiteY2" fmla="*/ 403556 h 807112"/>
              <a:gd name="connsiteX3" fmla="*/ 403621 w 807242"/>
              <a:gd name="connsiteY3" fmla="*/ 807112 h 807112"/>
              <a:gd name="connsiteX4" fmla="*/ 807243 w 807242"/>
              <a:gd name="connsiteY4" fmla="*/ 403556 h 80711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07242" h="807112">
                <a:moveTo>
                  <a:pt x="807243" y="403556"/>
                </a:moveTo>
                <a:cubicBezTo>
                  <a:pt x="807243" y="180682"/>
                  <a:pt x="626532" y="0"/>
                  <a:pt x="403621" y="0"/>
                </a:cubicBezTo>
                <a:cubicBezTo>
                  <a:pt x="180711" y="0"/>
                  <a:pt x="0" y="180682"/>
                  <a:pt x="0" y="403556"/>
                </a:cubicBezTo>
                <a:cubicBezTo>
                  <a:pt x="0" y="626430"/>
                  <a:pt x="180711" y="807112"/>
                  <a:pt x="403621" y="807112"/>
                </a:cubicBezTo>
                <a:cubicBezTo>
                  <a:pt x="626532" y="807112"/>
                  <a:pt x="807243" y="626430"/>
                  <a:pt x="807243" y="403556"/>
                </a:cubicBezTo>
                <a:close/>
              </a:path>
            </a:pathLst>
          </a:custGeom>
          <a:solidFill>
            <a:srgbClr val="FFFFFF"/>
          </a:solidFill>
          <a:ln w="15875" cap="flat">
            <a:solidFill>
              <a:schemeClr val="bg1">
                <a:lumMod val="85000"/>
              </a:schemeClr>
            </a:solidFill>
            <a:prstDash val="solid"/>
            <a:miter/>
          </a:ln>
        </p:spPr>
        <p:txBody>
          <a:bodyPr rtlCol="0" anchor="ctr"/>
          <a:lstStyle/>
          <a:p>
            <a:endParaRPr lang="en-US"/>
          </a:p>
        </p:txBody>
      </p:sp>
      <p:sp>
        <p:nvSpPr>
          <p:cNvPr id="54" name="Freeform 53">
            <a:extLst>
              <a:ext uri="{FF2B5EF4-FFF2-40B4-BE49-F238E27FC236}">
                <a16:creationId xmlns:a16="http://schemas.microsoft.com/office/drawing/2014/main" id="{0FF0C236-6A3C-1A92-05FE-4312B6862BAF}"/>
              </a:ext>
            </a:extLst>
          </p:cNvPr>
          <p:cNvSpPr/>
          <p:nvPr/>
        </p:nvSpPr>
        <p:spPr>
          <a:xfrm>
            <a:off x="9832776" y="1430808"/>
            <a:ext cx="887966" cy="887823"/>
          </a:xfrm>
          <a:custGeom>
            <a:avLst/>
            <a:gdLst>
              <a:gd name="connsiteX0" fmla="*/ 807243 w 807242"/>
              <a:gd name="connsiteY0" fmla="*/ 403556 h 807112"/>
              <a:gd name="connsiteX1" fmla="*/ 403621 w 807242"/>
              <a:gd name="connsiteY1" fmla="*/ 0 h 807112"/>
              <a:gd name="connsiteX2" fmla="*/ 0 w 807242"/>
              <a:gd name="connsiteY2" fmla="*/ 403556 h 807112"/>
              <a:gd name="connsiteX3" fmla="*/ 403621 w 807242"/>
              <a:gd name="connsiteY3" fmla="*/ 807112 h 807112"/>
              <a:gd name="connsiteX4" fmla="*/ 807243 w 807242"/>
              <a:gd name="connsiteY4" fmla="*/ 403556 h 80711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07242" h="807112">
                <a:moveTo>
                  <a:pt x="807243" y="403556"/>
                </a:moveTo>
                <a:cubicBezTo>
                  <a:pt x="807243" y="180682"/>
                  <a:pt x="626532" y="0"/>
                  <a:pt x="403621" y="0"/>
                </a:cubicBezTo>
                <a:cubicBezTo>
                  <a:pt x="180711" y="0"/>
                  <a:pt x="0" y="180682"/>
                  <a:pt x="0" y="403556"/>
                </a:cubicBezTo>
                <a:cubicBezTo>
                  <a:pt x="0" y="626430"/>
                  <a:pt x="180711" y="807112"/>
                  <a:pt x="403621" y="807112"/>
                </a:cubicBezTo>
                <a:cubicBezTo>
                  <a:pt x="626532" y="807112"/>
                  <a:pt x="807243" y="626430"/>
                  <a:pt x="807243" y="403556"/>
                </a:cubicBezTo>
                <a:close/>
              </a:path>
            </a:pathLst>
          </a:custGeom>
          <a:solidFill>
            <a:srgbClr val="FFFFFF"/>
          </a:solidFill>
          <a:ln w="15875" cap="flat">
            <a:solidFill>
              <a:schemeClr val="bg1">
                <a:lumMod val="85000"/>
              </a:schemeClr>
            </a:solidFill>
            <a:prstDash val="solid"/>
            <a:miter/>
          </a:ln>
        </p:spPr>
        <p:txBody>
          <a:bodyPr rtlCol="0" anchor="ctr"/>
          <a:lstStyle/>
          <a:p>
            <a:endParaRPr lang="en-US"/>
          </a:p>
        </p:txBody>
      </p:sp>
      <p:sp>
        <p:nvSpPr>
          <p:cNvPr id="59" name="Google Shape;293;p36">
            <a:extLst>
              <a:ext uri="{FF2B5EF4-FFF2-40B4-BE49-F238E27FC236}">
                <a16:creationId xmlns:a16="http://schemas.microsoft.com/office/drawing/2014/main" id="{8CB02546-5235-289D-B335-84FBA3526BAF}"/>
              </a:ext>
            </a:extLst>
          </p:cNvPr>
          <p:cNvSpPr txBox="1"/>
          <p:nvPr/>
        </p:nvSpPr>
        <p:spPr>
          <a:xfrm>
            <a:off x="5929375" y="1826105"/>
            <a:ext cx="907188" cy="523178"/>
          </a:xfrm>
          <a:prstGeom prst="rect">
            <a:avLst/>
          </a:prstGeom>
          <a:noFill/>
          <a:ln w="12700" cap="flat">
            <a:noFill/>
            <a:miter lim="400000"/>
          </a:ln>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121899" tIns="121899" rIns="121899" bIns="121899" numCol="1" anchor="ctr">
            <a:spAutoFit/>
          </a:bodyPr>
          <a:lstStyle>
            <a:lvl1pPr algn="ctr">
              <a:defRPr sz="1200">
                <a:solidFill>
                  <a:srgbClr val="535353"/>
                </a:solidFill>
                <a:latin typeface="Avenir Heavy"/>
                <a:ea typeface="Avenir Heavy"/>
                <a:cs typeface="Avenir Heavy"/>
                <a:sym typeface="Avenir Heavy"/>
              </a:defRPr>
            </a:lvl1pPr>
          </a:lstStyle>
          <a:p>
            <a:r>
              <a:rPr lang="en-IN" sz="900" dirty="0">
                <a:solidFill>
                  <a:schemeClr val="tx1"/>
                </a:solidFill>
                <a:latin typeface="Manrope" pitchFamily="2" charset="0"/>
              </a:rPr>
              <a:t>Experience Design</a:t>
            </a:r>
          </a:p>
        </p:txBody>
      </p:sp>
      <p:sp>
        <p:nvSpPr>
          <p:cNvPr id="60" name="engineering">
            <a:extLst>
              <a:ext uri="{FF2B5EF4-FFF2-40B4-BE49-F238E27FC236}">
                <a16:creationId xmlns:a16="http://schemas.microsoft.com/office/drawing/2014/main" id="{F361D41E-500B-C875-CCDD-4182F5C8C67E}"/>
              </a:ext>
            </a:extLst>
          </p:cNvPr>
          <p:cNvSpPr txBox="1"/>
          <p:nvPr/>
        </p:nvSpPr>
        <p:spPr>
          <a:xfrm>
            <a:off x="9916738" y="1913435"/>
            <a:ext cx="725610" cy="276997"/>
          </a:xfrm>
          <a:prstGeom prst="rect">
            <a:avLst/>
          </a:prstGeom>
          <a:noFill/>
          <a:ln w="12700" cap="flat">
            <a:noFill/>
            <a:miter lim="400000"/>
          </a:ln>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60959" tIns="60959" rIns="60959" bIns="60959" numCol="1" anchor="t">
            <a:spAutoFit/>
          </a:bodyPr>
          <a:lstStyle>
            <a:lvl1pPr algn="ctr">
              <a:defRPr sz="1200">
                <a:solidFill>
                  <a:srgbClr val="535353"/>
                </a:solidFill>
                <a:latin typeface="Avenir Heavy"/>
                <a:ea typeface="Avenir Heavy"/>
                <a:cs typeface="Avenir Heavy"/>
                <a:sym typeface="Avenir Heavy"/>
              </a:defRPr>
            </a:lvl1pPr>
          </a:lstStyle>
          <a:p>
            <a:r>
              <a:rPr lang="en-US" sz="1000" dirty="0">
                <a:solidFill>
                  <a:schemeClr val="tx1"/>
                </a:solidFill>
                <a:latin typeface="Manrope" pitchFamily="2" charset="0"/>
              </a:rPr>
              <a:t>Mobility</a:t>
            </a:r>
            <a:endParaRPr sz="1000" dirty="0">
              <a:solidFill>
                <a:schemeClr val="tx1"/>
              </a:solidFill>
              <a:latin typeface="Manrope" pitchFamily="2" charset="0"/>
            </a:endParaRPr>
          </a:p>
        </p:txBody>
      </p:sp>
      <p:sp>
        <p:nvSpPr>
          <p:cNvPr id="61" name="Google Shape;293;p36">
            <a:extLst>
              <a:ext uri="{FF2B5EF4-FFF2-40B4-BE49-F238E27FC236}">
                <a16:creationId xmlns:a16="http://schemas.microsoft.com/office/drawing/2014/main" id="{F19798F7-591F-AEE4-D715-2E1B3F922627}"/>
              </a:ext>
            </a:extLst>
          </p:cNvPr>
          <p:cNvSpPr txBox="1"/>
          <p:nvPr/>
        </p:nvSpPr>
        <p:spPr>
          <a:xfrm>
            <a:off x="6015311" y="2972583"/>
            <a:ext cx="749742" cy="400067"/>
          </a:xfrm>
          <a:prstGeom prst="rect">
            <a:avLst/>
          </a:prstGeom>
          <a:noFill/>
          <a:ln w="12700" cap="flat">
            <a:noFill/>
            <a:miter lim="400000"/>
          </a:ln>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121899" tIns="121899" rIns="121899" bIns="121899" numCol="1" anchor="ctr">
            <a:spAutoFit/>
          </a:bodyPr>
          <a:lstStyle>
            <a:lvl1pPr algn="ctr">
              <a:defRPr sz="1200">
                <a:solidFill>
                  <a:srgbClr val="535353"/>
                </a:solidFill>
                <a:latin typeface="Avenir Heavy"/>
                <a:ea typeface="Avenir Heavy"/>
                <a:cs typeface="Avenir Heavy"/>
                <a:sym typeface="Avenir Heavy"/>
              </a:defRPr>
            </a:lvl1pPr>
          </a:lstStyle>
          <a:p>
            <a:r>
              <a:rPr sz="1000" dirty="0">
                <a:solidFill>
                  <a:schemeClr val="tx1"/>
                </a:solidFill>
                <a:latin typeface="Manrope" pitchFamily="2" charset="0"/>
              </a:rPr>
              <a:t>strategy</a:t>
            </a:r>
          </a:p>
        </p:txBody>
      </p:sp>
      <p:sp>
        <p:nvSpPr>
          <p:cNvPr id="62" name="Text Placeholder 2">
            <a:extLst>
              <a:ext uri="{FF2B5EF4-FFF2-40B4-BE49-F238E27FC236}">
                <a16:creationId xmlns:a16="http://schemas.microsoft.com/office/drawing/2014/main" id="{0A1214D8-BE0D-CA77-EF50-557885902ACE}"/>
              </a:ext>
            </a:extLst>
          </p:cNvPr>
          <p:cNvSpPr txBox="1">
            <a:spLocks/>
          </p:cNvSpPr>
          <p:nvPr/>
        </p:nvSpPr>
        <p:spPr>
          <a:xfrm>
            <a:off x="548938" y="2392044"/>
            <a:ext cx="4742590" cy="1862372"/>
          </a:xfrm>
        </p:spPr>
        <p:txBody>
          <a:bodyPr lIns="91440" tIns="45720" rIns="91440" bIns="45720" anchor="t">
            <a:noAutofit/>
          </a:bodyPr>
          <a:lstStyle>
            <a:lvl1pPr marL="228600" indent="-228600" algn="l" defTabSz="914400" rtl="0" eaLnBrk="1" latinLnBrk="0" hangingPunct="1">
              <a:lnSpc>
                <a:spcPct val="90000"/>
              </a:lnSpc>
              <a:spcBef>
                <a:spcPts val="1000"/>
              </a:spcBef>
              <a:buClr>
                <a:schemeClr val="accent1"/>
              </a:buClr>
              <a:buFont typeface="Arial" panose="020B0604020202020204" pitchFamily="34" charset="0"/>
              <a:buChar char="•"/>
              <a:defRPr sz="14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Clr>
                <a:schemeClr val="accent1"/>
              </a:buClr>
              <a:buFont typeface="Arial" panose="020B0604020202020204" pitchFamily="34" charset="0"/>
              <a:buChar char="•"/>
              <a:defRPr sz="1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Clr>
                <a:schemeClr val="accent1"/>
              </a:buClr>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Clr>
                <a:schemeClr val="accent1"/>
              </a:buClr>
              <a:buFont typeface="Arial" panose="020B0604020202020204" pitchFamily="34" charset="0"/>
              <a:buChar char="•"/>
              <a:defRPr sz="14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Clr>
                <a:schemeClr val="accent1"/>
              </a:buClr>
              <a:buFont typeface="Arial" panose="020B0604020202020204" pitchFamily="34" charset="0"/>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00000"/>
              </a:lnSpc>
              <a:buNone/>
            </a:pPr>
            <a:r>
              <a:rPr lang="en-US" sz="2400" dirty="0">
                <a:solidFill>
                  <a:schemeClr val="bg1"/>
                </a:solidFill>
              </a:rPr>
              <a:t>Mobile-first approach through omnichannel enablement with E2E strategy and solution partnership accelerated via composability and MACH</a:t>
            </a:r>
          </a:p>
        </p:txBody>
      </p:sp>
      <p:sp>
        <p:nvSpPr>
          <p:cNvPr id="63" name="cloud">
            <a:extLst>
              <a:ext uri="{FF2B5EF4-FFF2-40B4-BE49-F238E27FC236}">
                <a16:creationId xmlns:a16="http://schemas.microsoft.com/office/drawing/2014/main" id="{F4BA189B-23A7-413C-5DAD-2F5D4FFBE76C}"/>
              </a:ext>
            </a:extLst>
          </p:cNvPr>
          <p:cNvSpPr txBox="1"/>
          <p:nvPr/>
        </p:nvSpPr>
        <p:spPr>
          <a:xfrm>
            <a:off x="9946936" y="3045811"/>
            <a:ext cx="659645" cy="276997"/>
          </a:xfrm>
          <a:prstGeom prst="rect">
            <a:avLst/>
          </a:prstGeom>
          <a:noFill/>
          <a:ln w="12700" cap="flat">
            <a:noFill/>
            <a:miter lim="400000"/>
          </a:ln>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60959" tIns="60959" rIns="60959" bIns="60959" numCol="1" anchor="t">
            <a:spAutoFit/>
          </a:bodyPr>
          <a:lstStyle>
            <a:lvl1pPr algn="ctr">
              <a:defRPr sz="1200">
                <a:solidFill>
                  <a:srgbClr val="535353"/>
                </a:solidFill>
                <a:latin typeface="Avenir Heavy"/>
                <a:ea typeface="Avenir Heavy"/>
                <a:cs typeface="Avenir Heavy"/>
                <a:sym typeface="Avenir Heavy"/>
              </a:defRPr>
            </a:lvl1pPr>
          </a:lstStyle>
          <a:p>
            <a:r>
              <a:rPr lang="en-US" sz="1000" dirty="0">
                <a:solidFill>
                  <a:schemeClr val="tx1"/>
                </a:solidFill>
                <a:latin typeface="Manrope" pitchFamily="2" charset="0"/>
              </a:rPr>
              <a:t>Cloud</a:t>
            </a:r>
            <a:endParaRPr sz="1000" dirty="0">
              <a:solidFill>
                <a:schemeClr val="tx1"/>
              </a:solidFill>
              <a:latin typeface="Manrope" pitchFamily="2" charset="0"/>
            </a:endParaRPr>
          </a:p>
        </p:txBody>
      </p:sp>
      <p:sp>
        <p:nvSpPr>
          <p:cNvPr id="64" name="interaction &amp; personalization">
            <a:extLst>
              <a:ext uri="{FF2B5EF4-FFF2-40B4-BE49-F238E27FC236}">
                <a16:creationId xmlns:a16="http://schemas.microsoft.com/office/drawing/2014/main" id="{5DB4EB07-9A70-7F44-BC4B-0494C505CFFE}"/>
              </a:ext>
            </a:extLst>
          </p:cNvPr>
          <p:cNvSpPr txBox="1"/>
          <p:nvPr/>
        </p:nvSpPr>
        <p:spPr>
          <a:xfrm>
            <a:off x="5974384" y="3968876"/>
            <a:ext cx="840101" cy="369332"/>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60959" rIns="60959">
            <a:spAutoFit/>
          </a:bodyPr>
          <a:lstStyle>
            <a:lvl1pPr algn="ctr">
              <a:defRPr sz="1200">
                <a:solidFill>
                  <a:schemeClr val="accent5">
                    <a:lumOff val="-6549"/>
                  </a:schemeClr>
                </a:solidFill>
                <a:latin typeface="Avenir Heavy"/>
                <a:ea typeface="Avenir Heavy"/>
                <a:cs typeface="Avenir Heavy"/>
                <a:sym typeface="Avenir Heavy"/>
              </a:defRPr>
            </a:lvl1pPr>
          </a:lstStyle>
          <a:p>
            <a:r>
              <a:rPr lang="en-US" sz="900" dirty="0">
                <a:solidFill>
                  <a:schemeClr val="tx1"/>
                </a:solidFill>
                <a:latin typeface="Manrope" pitchFamily="2" charset="0"/>
              </a:rPr>
              <a:t>Shoppable</a:t>
            </a:r>
          </a:p>
          <a:p>
            <a:r>
              <a:rPr lang="en-US" sz="900" dirty="0">
                <a:solidFill>
                  <a:schemeClr val="tx1"/>
                </a:solidFill>
                <a:latin typeface="Manrope" pitchFamily="2" charset="0"/>
              </a:rPr>
              <a:t>Experiences</a:t>
            </a:r>
            <a:endParaRPr sz="900" dirty="0">
              <a:solidFill>
                <a:schemeClr val="tx1"/>
              </a:solidFill>
              <a:latin typeface="Manrope" pitchFamily="2" charset="0"/>
            </a:endParaRPr>
          </a:p>
        </p:txBody>
      </p:sp>
      <p:sp>
        <p:nvSpPr>
          <p:cNvPr id="65" name="analytics">
            <a:extLst>
              <a:ext uri="{FF2B5EF4-FFF2-40B4-BE49-F238E27FC236}">
                <a16:creationId xmlns:a16="http://schemas.microsoft.com/office/drawing/2014/main" id="{ACCAA2ED-7453-F2ED-9BAD-93C490D734BB}"/>
              </a:ext>
            </a:extLst>
          </p:cNvPr>
          <p:cNvSpPr txBox="1"/>
          <p:nvPr/>
        </p:nvSpPr>
        <p:spPr>
          <a:xfrm>
            <a:off x="5969380" y="5089438"/>
            <a:ext cx="864156" cy="430885"/>
          </a:xfrm>
          <a:prstGeom prst="rect">
            <a:avLst/>
          </a:prstGeom>
          <a:noFill/>
          <a:ln w="12700" cap="flat">
            <a:noFill/>
            <a:miter lim="400000"/>
          </a:ln>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60959" tIns="60959" rIns="60959" bIns="60959" numCol="1" anchor="t">
            <a:spAutoFit/>
          </a:bodyPr>
          <a:lstStyle>
            <a:lvl1pPr algn="ctr">
              <a:defRPr sz="1200">
                <a:solidFill>
                  <a:srgbClr val="535353"/>
                </a:solidFill>
                <a:latin typeface="Avenir Heavy"/>
                <a:ea typeface="Avenir Heavy"/>
                <a:cs typeface="Avenir Heavy"/>
                <a:sym typeface="Avenir Heavy"/>
              </a:defRPr>
            </a:lvl1pPr>
          </a:lstStyle>
          <a:p>
            <a:r>
              <a:rPr lang="en-US" sz="1000" dirty="0">
                <a:solidFill>
                  <a:schemeClr val="tx1"/>
                </a:solidFill>
                <a:latin typeface="Manrope" pitchFamily="2" charset="0"/>
              </a:rPr>
              <a:t>Data &amp; Analytics</a:t>
            </a:r>
          </a:p>
        </p:txBody>
      </p:sp>
      <p:sp>
        <p:nvSpPr>
          <p:cNvPr id="66" name="cloud">
            <a:extLst>
              <a:ext uri="{FF2B5EF4-FFF2-40B4-BE49-F238E27FC236}">
                <a16:creationId xmlns:a16="http://schemas.microsoft.com/office/drawing/2014/main" id="{CC7B78C5-D53E-2A7B-6813-80B8B78ABDCC}"/>
              </a:ext>
            </a:extLst>
          </p:cNvPr>
          <p:cNvSpPr txBox="1"/>
          <p:nvPr/>
        </p:nvSpPr>
        <p:spPr>
          <a:xfrm>
            <a:off x="9767236" y="3957952"/>
            <a:ext cx="1024615" cy="372408"/>
          </a:xfrm>
          <a:prstGeom prst="rect">
            <a:avLst/>
          </a:prstGeom>
          <a:noFill/>
          <a:ln w="12700" cap="flat">
            <a:noFill/>
            <a:miter lim="400000"/>
          </a:ln>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60959" tIns="60959" rIns="60959" bIns="60959" numCol="1" anchor="t">
            <a:spAutoFit/>
          </a:bodyPr>
          <a:lstStyle>
            <a:lvl1pPr algn="ctr">
              <a:defRPr sz="1200">
                <a:solidFill>
                  <a:srgbClr val="535353"/>
                </a:solidFill>
                <a:latin typeface="Avenir Heavy"/>
                <a:ea typeface="Avenir Heavy"/>
                <a:cs typeface="Avenir Heavy"/>
                <a:sym typeface="Avenir Heavy"/>
              </a:defRPr>
            </a:lvl1pPr>
          </a:lstStyle>
          <a:p>
            <a:pPr>
              <a:lnSpc>
                <a:spcPct val="90000"/>
              </a:lnSpc>
            </a:pPr>
            <a:r>
              <a:rPr lang="en-US" sz="900" dirty="0">
                <a:solidFill>
                  <a:schemeClr val="tx1"/>
                </a:solidFill>
                <a:latin typeface="Manrope" pitchFamily="2" charset="0"/>
              </a:rPr>
              <a:t>Marketing &amp; Content Platforms</a:t>
            </a:r>
          </a:p>
        </p:txBody>
      </p:sp>
      <p:sp>
        <p:nvSpPr>
          <p:cNvPr id="67" name="analytics">
            <a:extLst>
              <a:ext uri="{FF2B5EF4-FFF2-40B4-BE49-F238E27FC236}">
                <a16:creationId xmlns:a16="http://schemas.microsoft.com/office/drawing/2014/main" id="{C37E25F8-EA50-5C0C-0714-89A5032B0CC7}"/>
              </a:ext>
            </a:extLst>
          </p:cNvPr>
          <p:cNvSpPr txBox="1"/>
          <p:nvPr/>
        </p:nvSpPr>
        <p:spPr>
          <a:xfrm>
            <a:off x="9892866" y="5105324"/>
            <a:ext cx="793704" cy="430885"/>
          </a:xfrm>
          <a:prstGeom prst="rect">
            <a:avLst/>
          </a:prstGeom>
          <a:noFill/>
          <a:ln w="12700" cap="flat">
            <a:noFill/>
            <a:miter lim="400000"/>
          </a:ln>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60959" tIns="60959" rIns="60959" bIns="60959" numCol="1" anchor="t">
            <a:spAutoFit/>
          </a:bodyPr>
          <a:lstStyle>
            <a:lvl1pPr algn="ctr">
              <a:defRPr sz="1200">
                <a:solidFill>
                  <a:srgbClr val="535353"/>
                </a:solidFill>
                <a:latin typeface="Avenir Heavy"/>
                <a:ea typeface="Avenir Heavy"/>
                <a:cs typeface="Avenir Heavy"/>
                <a:sym typeface="Avenir Heavy"/>
              </a:defRPr>
            </a:lvl1pPr>
          </a:lstStyle>
          <a:p>
            <a:r>
              <a:rPr lang="en-US" sz="1000" dirty="0">
                <a:solidFill>
                  <a:schemeClr val="tx1"/>
                </a:solidFill>
                <a:latin typeface="Manrope" pitchFamily="2" charset="0"/>
              </a:rPr>
              <a:t>Marketing Services</a:t>
            </a:r>
            <a:endParaRPr sz="1000" dirty="0">
              <a:solidFill>
                <a:schemeClr val="tx1"/>
              </a:solidFill>
              <a:latin typeface="Manrope" pitchFamily="2" charset="0"/>
            </a:endParaRPr>
          </a:p>
        </p:txBody>
      </p:sp>
      <p:pic>
        <p:nvPicPr>
          <p:cNvPr id="68" name="Graphic 67">
            <a:extLst>
              <a:ext uri="{FF2B5EF4-FFF2-40B4-BE49-F238E27FC236}">
                <a16:creationId xmlns:a16="http://schemas.microsoft.com/office/drawing/2014/main" id="{68EC3E14-0803-4A74-2037-937DC4BC6A4F}"/>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6214764" y="1602915"/>
            <a:ext cx="336409" cy="277803"/>
          </a:xfrm>
          <a:prstGeom prst="rect">
            <a:avLst/>
          </a:prstGeom>
        </p:spPr>
      </p:pic>
      <p:pic>
        <p:nvPicPr>
          <p:cNvPr id="69" name="Graphic 68">
            <a:extLst>
              <a:ext uri="{FF2B5EF4-FFF2-40B4-BE49-F238E27FC236}">
                <a16:creationId xmlns:a16="http://schemas.microsoft.com/office/drawing/2014/main" id="{A66BBFEA-B34E-3731-0A04-A55262F4F4D7}"/>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6238421" y="2701459"/>
            <a:ext cx="326075" cy="318614"/>
          </a:xfrm>
          <a:prstGeom prst="rect">
            <a:avLst/>
          </a:prstGeom>
        </p:spPr>
      </p:pic>
      <p:pic>
        <p:nvPicPr>
          <p:cNvPr id="71" name="Graphic 70">
            <a:extLst>
              <a:ext uri="{FF2B5EF4-FFF2-40B4-BE49-F238E27FC236}">
                <a16:creationId xmlns:a16="http://schemas.microsoft.com/office/drawing/2014/main" id="{4074A00D-0190-E96D-6994-999E15DDEE92}"/>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6236315" y="3712312"/>
            <a:ext cx="288856" cy="289738"/>
          </a:xfrm>
          <a:prstGeom prst="rect">
            <a:avLst/>
          </a:prstGeom>
        </p:spPr>
      </p:pic>
      <p:pic>
        <p:nvPicPr>
          <p:cNvPr id="75" name="Graphic 74">
            <a:extLst>
              <a:ext uri="{FF2B5EF4-FFF2-40B4-BE49-F238E27FC236}">
                <a16:creationId xmlns:a16="http://schemas.microsoft.com/office/drawing/2014/main" id="{A769C666-23C7-B88A-282F-E41B71E960D3}"/>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6257981" y="4836775"/>
            <a:ext cx="286954" cy="291268"/>
          </a:xfrm>
          <a:prstGeom prst="rect">
            <a:avLst/>
          </a:prstGeom>
        </p:spPr>
      </p:pic>
      <p:pic>
        <p:nvPicPr>
          <p:cNvPr id="77" name="Graphic 76">
            <a:extLst>
              <a:ext uri="{FF2B5EF4-FFF2-40B4-BE49-F238E27FC236}">
                <a16:creationId xmlns:a16="http://schemas.microsoft.com/office/drawing/2014/main" id="{7E13FDBE-8165-A858-2307-80E4F2054EC3}"/>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10115471" y="1581141"/>
            <a:ext cx="346805" cy="340991"/>
          </a:xfrm>
          <a:prstGeom prst="rect">
            <a:avLst/>
          </a:prstGeom>
        </p:spPr>
      </p:pic>
      <p:pic>
        <p:nvPicPr>
          <p:cNvPr id="79" name="Graphic 78">
            <a:extLst>
              <a:ext uri="{FF2B5EF4-FFF2-40B4-BE49-F238E27FC236}">
                <a16:creationId xmlns:a16="http://schemas.microsoft.com/office/drawing/2014/main" id="{11C0B408-052D-0E82-59ED-8835B895696F}"/>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10119700" y="2703110"/>
            <a:ext cx="315310" cy="315310"/>
          </a:xfrm>
          <a:prstGeom prst="rect">
            <a:avLst/>
          </a:prstGeom>
        </p:spPr>
      </p:pic>
      <p:pic>
        <p:nvPicPr>
          <p:cNvPr id="80" name="Graphic 79">
            <a:extLst>
              <a:ext uri="{FF2B5EF4-FFF2-40B4-BE49-F238E27FC236}">
                <a16:creationId xmlns:a16="http://schemas.microsoft.com/office/drawing/2014/main" id="{3F8921F2-00E9-3200-AF86-720B152A686D}"/>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p:blipFill>
        <p:spPr>
          <a:xfrm>
            <a:off x="10132901" y="3710135"/>
            <a:ext cx="287713" cy="287713"/>
          </a:xfrm>
          <a:prstGeom prst="rect">
            <a:avLst/>
          </a:prstGeom>
        </p:spPr>
      </p:pic>
      <p:pic>
        <p:nvPicPr>
          <p:cNvPr id="82" name="Graphic 81">
            <a:extLst>
              <a:ext uri="{FF2B5EF4-FFF2-40B4-BE49-F238E27FC236}">
                <a16:creationId xmlns:a16="http://schemas.microsoft.com/office/drawing/2014/main" id="{CAFBF3CA-EF23-548E-2807-14373E80067E}"/>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11"/>
              </a:ext>
            </a:extLst>
          </a:blip>
          <a:stretch>
            <a:fillRect/>
          </a:stretch>
        </p:blipFill>
        <p:spPr>
          <a:xfrm>
            <a:off x="10128550" y="4826140"/>
            <a:ext cx="315310" cy="315310"/>
          </a:xfrm>
          <a:prstGeom prst="rect">
            <a:avLst/>
          </a:prstGeom>
        </p:spPr>
      </p:pic>
      <p:sp>
        <p:nvSpPr>
          <p:cNvPr id="83" name="Freeform 82">
            <a:extLst>
              <a:ext uri="{FF2B5EF4-FFF2-40B4-BE49-F238E27FC236}">
                <a16:creationId xmlns:a16="http://schemas.microsoft.com/office/drawing/2014/main" id="{AD9C575B-E8E3-EA4B-DD60-E24F6177A1AF}"/>
              </a:ext>
            </a:extLst>
          </p:cNvPr>
          <p:cNvSpPr/>
          <p:nvPr/>
        </p:nvSpPr>
        <p:spPr>
          <a:xfrm>
            <a:off x="7359273" y="2542674"/>
            <a:ext cx="1948405" cy="1948201"/>
          </a:xfrm>
          <a:custGeom>
            <a:avLst/>
            <a:gdLst>
              <a:gd name="connsiteX0" fmla="*/ 1607471 w 1948405"/>
              <a:gd name="connsiteY0" fmla="*/ 1662874 h 1948201"/>
              <a:gd name="connsiteX1" fmla="*/ 1663143 w 1948405"/>
              <a:gd name="connsiteY1" fmla="*/ 1607211 h 1948201"/>
              <a:gd name="connsiteX2" fmla="*/ 1701278 w 1948405"/>
              <a:gd name="connsiteY2" fmla="*/ 1622407 h 1948201"/>
              <a:gd name="connsiteX3" fmla="*/ 1899526 w 1948405"/>
              <a:gd name="connsiteY3" fmla="*/ 1279523 h 1948201"/>
              <a:gd name="connsiteX4" fmla="*/ 1859553 w 1948405"/>
              <a:gd name="connsiteY4" fmla="*/ 1226142 h 1948201"/>
              <a:gd name="connsiteX5" fmla="*/ 1915225 w 1948405"/>
              <a:gd name="connsiteY5" fmla="*/ 1170480 h 1948201"/>
              <a:gd name="connsiteX6" fmla="*/ 1928252 w 1948405"/>
              <a:gd name="connsiteY6" fmla="*/ 1172094 h 1948201"/>
              <a:gd name="connsiteX7" fmla="*/ 1948406 w 1948405"/>
              <a:gd name="connsiteY7" fmla="*/ 974045 h 1948201"/>
              <a:gd name="connsiteX8" fmla="*/ 1928252 w 1948405"/>
              <a:gd name="connsiteY8" fmla="*/ 775997 h 1948201"/>
              <a:gd name="connsiteX9" fmla="*/ 1861446 w 1948405"/>
              <a:gd name="connsiteY9" fmla="*/ 736365 h 1948201"/>
              <a:gd name="connsiteX10" fmla="*/ 1899526 w 1948405"/>
              <a:gd name="connsiteY10" fmla="*/ 668623 h 1948201"/>
              <a:gd name="connsiteX11" fmla="*/ 1701222 w 1948405"/>
              <a:gd name="connsiteY11" fmla="*/ 325739 h 1948201"/>
              <a:gd name="connsiteX12" fmla="*/ 1663087 w 1948405"/>
              <a:gd name="connsiteY12" fmla="*/ 340935 h 1948201"/>
              <a:gd name="connsiteX13" fmla="*/ 1607415 w 1948405"/>
              <a:gd name="connsiteY13" fmla="*/ 285272 h 1948201"/>
              <a:gd name="connsiteX14" fmla="*/ 1622614 w 1948405"/>
              <a:gd name="connsiteY14" fmla="*/ 247143 h 1948201"/>
              <a:gd name="connsiteX15" fmla="*/ 974203 w 1948405"/>
              <a:gd name="connsiteY15" fmla="*/ 0 h 1948201"/>
              <a:gd name="connsiteX16" fmla="*/ 325792 w 1948405"/>
              <a:gd name="connsiteY16" fmla="*/ 247143 h 1948201"/>
              <a:gd name="connsiteX17" fmla="*/ 340990 w 1948405"/>
              <a:gd name="connsiteY17" fmla="*/ 285272 h 1948201"/>
              <a:gd name="connsiteX18" fmla="*/ 285319 w 1948405"/>
              <a:gd name="connsiteY18" fmla="*/ 340935 h 1948201"/>
              <a:gd name="connsiteX19" fmla="*/ 247183 w 1948405"/>
              <a:gd name="connsiteY19" fmla="*/ 325739 h 1948201"/>
              <a:gd name="connsiteX20" fmla="*/ 48880 w 1948405"/>
              <a:gd name="connsiteY20" fmla="*/ 668623 h 1948201"/>
              <a:gd name="connsiteX21" fmla="*/ 86960 w 1948405"/>
              <a:gd name="connsiteY21" fmla="*/ 736365 h 1948201"/>
              <a:gd name="connsiteX22" fmla="*/ 20153 w 1948405"/>
              <a:gd name="connsiteY22" fmla="*/ 775997 h 1948201"/>
              <a:gd name="connsiteX23" fmla="*/ 0 w 1948405"/>
              <a:gd name="connsiteY23" fmla="*/ 974045 h 1948201"/>
              <a:gd name="connsiteX24" fmla="*/ 20153 w 1948405"/>
              <a:gd name="connsiteY24" fmla="*/ 1172094 h 1948201"/>
              <a:gd name="connsiteX25" fmla="*/ 33236 w 1948405"/>
              <a:gd name="connsiteY25" fmla="*/ 1170480 h 1948201"/>
              <a:gd name="connsiteX26" fmla="*/ 88908 w 1948405"/>
              <a:gd name="connsiteY26" fmla="*/ 1226142 h 1948201"/>
              <a:gd name="connsiteX27" fmla="*/ 48936 w 1948405"/>
              <a:gd name="connsiteY27" fmla="*/ 1279523 h 1948201"/>
              <a:gd name="connsiteX28" fmla="*/ 247239 w 1948405"/>
              <a:gd name="connsiteY28" fmla="*/ 1622407 h 1948201"/>
              <a:gd name="connsiteX29" fmla="*/ 285430 w 1948405"/>
              <a:gd name="connsiteY29" fmla="*/ 1607211 h 1948201"/>
              <a:gd name="connsiteX30" fmla="*/ 341102 w 1948405"/>
              <a:gd name="connsiteY30" fmla="*/ 1662874 h 1948201"/>
              <a:gd name="connsiteX31" fmla="*/ 325903 w 1948405"/>
              <a:gd name="connsiteY31" fmla="*/ 1701058 h 1948201"/>
              <a:gd name="connsiteX32" fmla="*/ 974314 w 1948405"/>
              <a:gd name="connsiteY32" fmla="*/ 1948202 h 1948201"/>
              <a:gd name="connsiteX33" fmla="*/ 1622725 w 1948405"/>
              <a:gd name="connsiteY33" fmla="*/ 1701058 h 1948201"/>
              <a:gd name="connsiteX34" fmla="*/ 1607527 w 1948405"/>
              <a:gd name="connsiteY34" fmla="*/ 1662929 h 19482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1948405" h="1948201">
                <a:moveTo>
                  <a:pt x="1607471" y="1662874"/>
                </a:moveTo>
                <a:cubicBezTo>
                  <a:pt x="1607471" y="1632148"/>
                  <a:pt x="1632412" y="1607211"/>
                  <a:pt x="1663143" y="1607211"/>
                </a:cubicBezTo>
                <a:cubicBezTo>
                  <a:pt x="1677952" y="1607211"/>
                  <a:pt x="1691313" y="1613000"/>
                  <a:pt x="1701278" y="1622407"/>
                </a:cubicBezTo>
                <a:cubicBezTo>
                  <a:pt x="1789128" y="1523995"/>
                  <a:pt x="1857271" y="1407659"/>
                  <a:pt x="1899526" y="1279523"/>
                </a:cubicBezTo>
                <a:cubicBezTo>
                  <a:pt x="1876422" y="1272732"/>
                  <a:pt x="1859553" y="1251413"/>
                  <a:pt x="1859553" y="1226142"/>
                </a:cubicBezTo>
                <a:cubicBezTo>
                  <a:pt x="1859553" y="1195417"/>
                  <a:pt x="1884494" y="1170480"/>
                  <a:pt x="1915225" y="1170480"/>
                </a:cubicBezTo>
                <a:cubicBezTo>
                  <a:pt x="1919735" y="1170480"/>
                  <a:pt x="1924077" y="1171092"/>
                  <a:pt x="1928252" y="1172094"/>
                </a:cubicBezTo>
                <a:cubicBezTo>
                  <a:pt x="1941447" y="1108137"/>
                  <a:pt x="1948406" y="1041898"/>
                  <a:pt x="1948406" y="974045"/>
                </a:cubicBezTo>
                <a:cubicBezTo>
                  <a:pt x="1948406" y="906192"/>
                  <a:pt x="1941447" y="839953"/>
                  <a:pt x="1928252" y="775997"/>
                </a:cubicBezTo>
                <a:cubicBezTo>
                  <a:pt x="1898969" y="783066"/>
                  <a:pt x="1869296" y="765588"/>
                  <a:pt x="1861446" y="736365"/>
                </a:cubicBezTo>
                <a:cubicBezTo>
                  <a:pt x="1853596" y="707142"/>
                  <a:pt x="1870632" y="677139"/>
                  <a:pt x="1899526" y="668623"/>
                </a:cubicBezTo>
                <a:cubicBezTo>
                  <a:pt x="1857215" y="540487"/>
                  <a:pt x="1789073" y="424151"/>
                  <a:pt x="1701222" y="325739"/>
                </a:cubicBezTo>
                <a:cubicBezTo>
                  <a:pt x="1691257" y="335146"/>
                  <a:pt x="1677840" y="340935"/>
                  <a:pt x="1663087" y="340935"/>
                </a:cubicBezTo>
                <a:cubicBezTo>
                  <a:pt x="1632356" y="340935"/>
                  <a:pt x="1607415" y="315998"/>
                  <a:pt x="1607415" y="285272"/>
                </a:cubicBezTo>
                <a:cubicBezTo>
                  <a:pt x="1607415" y="270466"/>
                  <a:pt x="1613205" y="257107"/>
                  <a:pt x="1622614" y="247143"/>
                </a:cubicBezTo>
                <a:cubicBezTo>
                  <a:pt x="1450365" y="93458"/>
                  <a:pt x="1223223" y="0"/>
                  <a:pt x="974203" y="0"/>
                </a:cubicBezTo>
                <a:cubicBezTo>
                  <a:pt x="725182" y="0"/>
                  <a:pt x="498041" y="93458"/>
                  <a:pt x="325792" y="247143"/>
                </a:cubicBezTo>
                <a:cubicBezTo>
                  <a:pt x="335201" y="257107"/>
                  <a:pt x="340990" y="270522"/>
                  <a:pt x="340990" y="285272"/>
                </a:cubicBezTo>
                <a:cubicBezTo>
                  <a:pt x="340990" y="315998"/>
                  <a:pt x="316049" y="340935"/>
                  <a:pt x="285319" y="340935"/>
                </a:cubicBezTo>
                <a:cubicBezTo>
                  <a:pt x="270510" y="340935"/>
                  <a:pt x="257149" y="335146"/>
                  <a:pt x="247183" y="325739"/>
                </a:cubicBezTo>
                <a:cubicBezTo>
                  <a:pt x="159333" y="424151"/>
                  <a:pt x="91191" y="540487"/>
                  <a:pt x="48880" y="668623"/>
                </a:cubicBezTo>
                <a:cubicBezTo>
                  <a:pt x="77774" y="677139"/>
                  <a:pt x="94754" y="707142"/>
                  <a:pt x="86960" y="736365"/>
                </a:cubicBezTo>
                <a:cubicBezTo>
                  <a:pt x="79110" y="765588"/>
                  <a:pt x="49381" y="783066"/>
                  <a:pt x="20153" y="775997"/>
                </a:cubicBezTo>
                <a:cubicBezTo>
                  <a:pt x="6959" y="839953"/>
                  <a:pt x="0" y="906192"/>
                  <a:pt x="0" y="974045"/>
                </a:cubicBezTo>
                <a:cubicBezTo>
                  <a:pt x="0" y="1041898"/>
                  <a:pt x="6959" y="1108137"/>
                  <a:pt x="20153" y="1172094"/>
                </a:cubicBezTo>
                <a:cubicBezTo>
                  <a:pt x="24329" y="1171092"/>
                  <a:pt x="28727" y="1170480"/>
                  <a:pt x="33236" y="1170480"/>
                </a:cubicBezTo>
                <a:cubicBezTo>
                  <a:pt x="63967" y="1170480"/>
                  <a:pt x="88908" y="1195417"/>
                  <a:pt x="88908" y="1226142"/>
                </a:cubicBezTo>
                <a:cubicBezTo>
                  <a:pt x="88908" y="1251413"/>
                  <a:pt x="72039" y="1272732"/>
                  <a:pt x="48936" y="1279523"/>
                </a:cubicBezTo>
                <a:cubicBezTo>
                  <a:pt x="91246" y="1407659"/>
                  <a:pt x="159389" y="1523995"/>
                  <a:pt x="247239" y="1622407"/>
                </a:cubicBezTo>
                <a:cubicBezTo>
                  <a:pt x="257204" y="1613000"/>
                  <a:pt x="270621" y="1607211"/>
                  <a:pt x="285430" y="1607211"/>
                </a:cubicBezTo>
                <a:cubicBezTo>
                  <a:pt x="316161" y="1607211"/>
                  <a:pt x="341102" y="1632148"/>
                  <a:pt x="341102" y="1662874"/>
                </a:cubicBezTo>
                <a:cubicBezTo>
                  <a:pt x="341102" y="1677680"/>
                  <a:pt x="335312" y="1691039"/>
                  <a:pt x="325903" y="1701058"/>
                </a:cubicBezTo>
                <a:cubicBezTo>
                  <a:pt x="498152" y="1854744"/>
                  <a:pt x="725294" y="1948202"/>
                  <a:pt x="974314" y="1948202"/>
                </a:cubicBezTo>
                <a:cubicBezTo>
                  <a:pt x="1223335" y="1948202"/>
                  <a:pt x="1450532" y="1854744"/>
                  <a:pt x="1622725" y="1701058"/>
                </a:cubicBezTo>
                <a:cubicBezTo>
                  <a:pt x="1613316" y="1691095"/>
                  <a:pt x="1607527" y="1677680"/>
                  <a:pt x="1607527" y="1662929"/>
                </a:cubicBezTo>
                <a:close/>
              </a:path>
            </a:pathLst>
          </a:custGeom>
          <a:solidFill>
            <a:schemeClr val="accent2"/>
          </a:solidFill>
          <a:ln w="0" cap="flat">
            <a:noFill/>
            <a:prstDash val="solid"/>
            <a:miter/>
          </a:ln>
        </p:spPr>
        <p:txBody>
          <a:bodyPr rtlCol="0" anchor="ctr"/>
          <a:lstStyle/>
          <a:p>
            <a:endParaRPr lang="en-US"/>
          </a:p>
        </p:txBody>
      </p:sp>
      <p:sp>
        <p:nvSpPr>
          <p:cNvPr id="84" name="Freeform 83">
            <a:extLst>
              <a:ext uri="{FF2B5EF4-FFF2-40B4-BE49-F238E27FC236}">
                <a16:creationId xmlns:a16="http://schemas.microsoft.com/office/drawing/2014/main" id="{32A08EFA-9494-18F4-B437-6DC6FD10A567}"/>
              </a:ext>
            </a:extLst>
          </p:cNvPr>
          <p:cNvSpPr/>
          <p:nvPr/>
        </p:nvSpPr>
        <p:spPr>
          <a:xfrm>
            <a:off x="7442781" y="2626168"/>
            <a:ext cx="1781501" cy="1781212"/>
          </a:xfrm>
          <a:custGeom>
            <a:avLst/>
            <a:gdLst>
              <a:gd name="connsiteX0" fmla="*/ 1781501 w 1781501"/>
              <a:gd name="connsiteY0" fmla="*/ 890606 h 1781212"/>
              <a:gd name="connsiteX1" fmla="*/ 890751 w 1781501"/>
              <a:gd name="connsiteY1" fmla="*/ 1781213 h 1781212"/>
              <a:gd name="connsiteX2" fmla="*/ 0 w 1781501"/>
              <a:gd name="connsiteY2" fmla="*/ 890606 h 1781212"/>
              <a:gd name="connsiteX3" fmla="*/ 890751 w 1781501"/>
              <a:gd name="connsiteY3" fmla="*/ 0 h 1781212"/>
              <a:gd name="connsiteX4" fmla="*/ 1781501 w 1781501"/>
              <a:gd name="connsiteY4" fmla="*/ 890606 h 178121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81501" h="1781212">
                <a:moveTo>
                  <a:pt x="1781501" y="890606"/>
                </a:moveTo>
                <a:cubicBezTo>
                  <a:pt x="1781501" y="1382475"/>
                  <a:pt x="1382699" y="1781213"/>
                  <a:pt x="890751" y="1781213"/>
                </a:cubicBezTo>
                <a:cubicBezTo>
                  <a:pt x="398803" y="1781213"/>
                  <a:pt x="0" y="1382475"/>
                  <a:pt x="0" y="890606"/>
                </a:cubicBezTo>
                <a:cubicBezTo>
                  <a:pt x="0" y="398738"/>
                  <a:pt x="398803" y="0"/>
                  <a:pt x="890751" y="0"/>
                </a:cubicBezTo>
                <a:cubicBezTo>
                  <a:pt x="1382699" y="0"/>
                  <a:pt x="1781501" y="398738"/>
                  <a:pt x="1781501" y="890606"/>
                </a:cubicBezTo>
                <a:close/>
              </a:path>
            </a:pathLst>
          </a:custGeom>
          <a:solidFill>
            <a:srgbClr val="FFFFFF"/>
          </a:solidFill>
          <a:ln w="0" cap="flat">
            <a:noFill/>
            <a:prstDash val="solid"/>
            <a:miter/>
          </a:ln>
        </p:spPr>
        <p:txBody>
          <a:bodyPr rtlCol="0" anchor="ctr"/>
          <a:lstStyle/>
          <a:p>
            <a:endParaRPr lang="en-US"/>
          </a:p>
        </p:txBody>
      </p:sp>
      <p:pic>
        <p:nvPicPr>
          <p:cNvPr id="85" name="Picture 84">
            <a:extLst>
              <a:ext uri="{FF2B5EF4-FFF2-40B4-BE49-F238E27FC236}">
                <a16:creationId xmlns:a16="http://schemas.microsoft.com/office/drawing/2014/main" id="{9D2C57EA-F382-7AD0-E78E-85CDB03F2EBB}"/>
              </a:ext>
            </a:extLst>
          </p:cNvPr>
          <p:cNvPicPr>
            <a:picLocks noChangeAspect="1"/>
          </p:cNvPicPr>
          <p:nvPr/>
        </p:nvPicPr>
        <p:blipFill>
          <a:blip r:embed="rId12" cstate="screen">
            <a:duotone>
              <a:schemeClr val="accent4">
                <a:shade val="45000"/>
                <a:satMod val="135000"/>
              </a:schemeClr>
              <a:prstClr val="white"/>
            </a:duotone>
            <a:extLst>
              <a:ext uri="{28A0092B-C50C-407E-A947-70E740481C1C}">
                <a14:useLocalDpi xmlns:a14="http://schemas.microsoft.com/office/drawing/2010/main"/>
              </a:ext>
            </a:extLst>
          </a:blip>
          <a:stretch>
            <a:fillRect/>
          </a:stretch>
        </p:blipFill>
        <p:spPr>
          <a:xfrm>
            <a:off x="8014651" y="2908404"/>
            <a:ext cx="648534" cy="730545"/>
          </a:xfrm>
          <a:prstGeom prst="rect">
            <a:avLst/>
          </a:prstGeom>
        </p:spPr>
      </p:pic>
      <p:sp>
        <p:nvSpPr>
          <p:cNvPr id="86" name="Google Shape;293;p36">
            <a:extLst>
              <a:ext uri="{FF2B5EF4-FFF2-40B4-BE49-F238E27FC236}">
                <a16:creationId xmlns:a16="http://schemas.microsoft.com/office/drawing/2014/main" id="{9D759461-65C3-F7F5-A41B-CC0D800CE6EC}"/>
              </a:ext>
            </a:extLst>
          </p:cNvPr>
          <p:cNvSpPr txBox="1"/>
          <p:nvPr/>
        </p:nvSpPr>
        <p:spPr>
          <a:xfrm>
            <a:off x="7797998" y="3706554"/>
            <a:ext cx="1097698" cy="430845"/>
          </a:xfrm>
          <a:prstGeom prst="rect">
            <a:avLst/>
          </a:prstGeom>
          <a:noFill/>
          <a:ln w="12700" cap="flat">
            <a:noFill/>
            <a:miter lim="400000"/>
          </a:ln>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121899" tIns="121899" rIns="121899" bIns="121899" numCol="1" anchor="t">
            <a:spAutoFit/>
          </a:bodyPr>
          <a:lstStyle>
            <a:lvl1pPr algn="ctr">
              <a:defRPr sz="1200">
                <a:solidFill>
                  <a:srgbClr val="535353"/>
                </a:solidFill>
                <a:latin typeface="Avenir Heavy"/>
                <a:ea typeface="Avenir Heavy"/>
                <a:cs typeface="Avenir Heavy"/>
                <a:sym typeface="Avenir Heavy"/>
              </a:defRPr>
            </a:lvl1pPr>
          </a:lstStyle>
          <a:p>
            <a:r>
              <a:rPr lang="en-IN" b="1" dirty="0">
                <a:solidFill>
                  <a:schemeClr val="tx1"/>
                </a:solidFill>
                <a:latin typeface="+mn-lt"/>
              </a:rPr>
              <a:t>innovation</a:t>
            </a:r>
          </a:p>
        </p:txBody>
      </p:sp>
    </p:spTree>
    <p:extLst>
      <p:ext uri="{BB962C8B-B14F-4D97-AF65-F5344CB8AC3E}">
        <p14:creationId xmlns:p14="http://schemas.microsoft.com/office/powerpoint/2010/main" val="58071631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DC502F5-C420-6A28-A622-64EA2BB30FF9}"/>
            </a:ext>
          </a:extLst>
        </p:cNvPr>
        <p:cNvGrpSpPr/>
        <p:nvPr/>
      </p:nvGrpSpPr>
      <p:grpSpPr>
        <a:xfrm>
          <a:off x="0" y="0"/>
          <a:ext cx="0" cy="0"/>
          <a:chOff x="0" y="0"/>
          <a:chExt cx="0" cy="0"/>
        </a:xfrm>
      </p:grpSpPr>
      <p:sp>
        <p:nvSpPr>
          <p:cNvPr id="6" name="Rounded Rectangle 32">
            <a:extLst>
              <a:ext uri="{FF2B5EF4-FFF2-40B4-BE49-F238E27FC236}">
                <a16:creationId xmlns:a16="http://schemas.microsoft.com/office/drawing/2014/main" id="{E9E5F648-3858-2682-A406-24B5DECA2348}"/>
              </a:ext>
            </a:extLst>
          </p:cNvPr>
          <p:cNvSpPr/>
          <p:nvPr/>
        </p:nvSpPr>
        <p:spPr>
          <a:xfrm>
            <a:off x="7522590" y="2040458"/>
            <a:ext cx="4045521" cy="3052325"/>
          </a:xfrm>
          <a:prstGeom prst="rect">
            <a:avLst/>
          </a:prstGeom>
          <a:noFill/>
          <a:ln w="12700">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p:nvSpPr>
          <p:cNvPr id="30" name="Rounded Rectangle 32">
            <a:extLst>
              <a:ext uri="{FF2B5EF4-FFF2-40B4-BE49-F238E27FC236}">
                <a16:creationId xmlns:a16="http://schemas.microsoft.com/office/drawing/2014/main" id="{07ADC561-D50E-0D3B-2A5C-47ED82CDB47E}"/>
              </a:ext>
            </a:extLst>
          </p:cNvPr>
          <p:cNvSpPr/>
          <p:nvPr/>
        </p:nvSpPr>
        <p:spPr>
          <a:xfrm>
            <a:off x="623889" y="2040458"/>
            <a:ext cx="6430054" cy="3052325"/>
          </a:xfrm>
          <a:prstGeom prst="rect">
            <a:avLst/>
          </a:prstGeom>
          <a:noFill/>
          <a:ln w="12700">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p:nvSpPr>
          <p:cNvPr id="5" name="Rounded Rectangle 32">
            <a:extLst>
              <a:ext uri="{FF2B5EF4-FFF2-40B4-BE49-F238E27FC236}">
                <a16:creationId xmlns:a16="http://schemas.microsoft.com/office/drawing/2014/main" id="{258F0192-4ADB-5058-6EC2-E7F0D18E626F}"/>
              </a:ext>
            </a:extLst>
          </p:cNvPr>
          <p:cNvSpPr/>
          <p:nvPr/>
        </p:nvSpPr>
        <p:spPr>
          <a:xfrm>
            <a:off x="7522588" y="1466441"/>
            <a:ext cx="4045521" cy="574017"/>
          </a:xfrm>
          <a:prstGeom prst="rect">
            <a:avLst/>
          </a:prstGeom>
          <a:solidFill>
            <a:schemeClr val="accent2"/>
          </a:solidFill>
          <a:ln w="12700">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dirty="0">
              <a:solidFill>
                <a:schemeClr val="bg1"/>
              </a:solidFill>
            </a:endParaRPr>
          </a:p>
        </p:txBody>
      </p:sp>
      <p:sp>
        <p:nvSpPr>
          <p:cNvPr id="4" name="Rounded Rectangle 32">
            <a:extLst>
              <a:ext uri="{FF2B5EF4-FFF2-40B4-BE49-F238E27FC236}">
                <a16:creationId xmlns:a16="http://schemas.microsoft.com/office/drawing/2014/main" id="{7F1A9B31-C5BA-9320-527A-8F9FE68C21F1}"/>
              </a:ext>
            </a:extLst>
          </p:cNvPr>
          <p:cNvSpPr/>
          <p:nvPr/>
        </p:nvSpPr>
        <p:spPr>
          <a:xfrm>
            <a:off x="623889" y="1466441"/>
            <a:ext cx="6430054" cy="574017"/>
          </a:xfrm>
          <a:prstGeom prst="rect">
            <a:avLst/>
          </a:prstGeom>
          <a:solidFill>
            <a:srgbClr val="3C2DDA"/>
          </a:solidFill>
          <a:ln w="12700">
            <a:solidFill>
              <a:srgbClr val="3C2DDA"/>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p:nvSpPr>
          <p:cNvPr id="2" name="Text Placeholder 1">
            <a:extLst>
              <a:ext uri="{FF2B5EF4-FFF2-40B4-BE49-F238E27FC236}">
                <a16:creationId xmlns:a16="http://schemas.microsoft.com/office/drawing/2014/main" id="{8A7FCD7F-B9C2-D1EE-C6A3-055E022B9958}"/>
              </a:ext>
            </a:extLst>
          </p:cNvPr>
          <p:cNvSpPr>
            <a:spLocks noGrp="1"/>
          </p:cNvSpPr>
          <p:nvPr>
            <p:ph type="body" sz="quarter" idx="15"/>
          </p:nvPr>
        </p:nvSpPr>
        <p:spPr>
          <a:xfrm flipH="1">
            <a:off x="623888" y="457200"/>
            <a:ext cx="8172450" cy="244101"/>
          </a:xfrm>
        </p:spPr>
        <p:txBody>
          <a:bodyPr/>
          <a:lstStyle/>
          <a:p>
            <a:r>
              <a:rPr lang="en-US" dirty="0"/>
              <a:t>Our Focus Area – </a:t>
            </a:r>
            <a:r>
              <a:rPr lang="en-US" b="1" dirty="0"/>
              <a:t>Shoppable Commerce</a:t>
            </a:r>
          </a:p>
        </p:txBody>
      </p:sp>
      <p:sp>
        <p:nvSpPr>
          <p:cNvPr id="3" name="Rectangle 2">
            <a:extLst>
              <a:ext uri="{FF2B5EF4-FFF2-40B4-BE49-F238E27FC236}">
                <a16:creationId xmlns:a16="http://schemas.microsoft.com/office/drawing/2014/main" id="{2E43C0B9-7BC9-2BC2-1A86-2BFEB43A2C36}"/>
              </a:ext>
            </a:extLst>
          </p:cNvPr>
          <p:cNvSpPr/>
          <p:nvPr/>
        </p:nvSpPr>
        <p:spPr>
          <a:xfrm>
            <a:off x="809004" y="1518729"/>
            <a:ext cx="6120196" cy="3506871"/>
          </a:xfrm>
          <a:prstGeom prst="rect">
            <a:avLst/>
          </a:prstGeom>
        </p:spPr>
        <p:txBody>
          <a:bodyPr wrap="square" lIns="91440" tIns="45720" rIns="91440" bIns="45720" anchor="t">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spcBef>
                <a:spcPts val="300"/>
              </a:spcBef>
              <a:spcAft>
                <a:spcPts val="600"/>
              </a:spcAft>
              <a:buClr>
                <a:srgbClr val="29ACE4"/>
              </a:buClr>
            </a:pPr>
            <a:r>
              <a:rPr lang="en-US" sz="1200" dirty="0">
                <a:solidFill>
                  <a:schemeClr val="bg1"/>
                </a:solidFill>
                <a:latin typeface="Manrope Light"/>
                <a:cs typeface="Poppins"/>
              </a:rPr>
              <a:t>Realize and transform B2B, B2C  marketplaces through simplified purposeful customer experiences by leveraging research, insights, platforms, and technologies at scale</a:t>
            </a:r>
          </a:p>
          <a:p>
            <a:pPr>
              <a:spcBef>
                <a:spcPts val="300"/>
              </a:spcBef>
              <a:spcAft>
                <a:spcPts val="600"/>
              </a:spcAft>
              <a:buClr>
                <a:srgbClr val="29ACE4"/>
              </a:buClr>
            </a:pPr>
            <a:endParaRPr lang="en-US" sz="1200" dirty="0">
              <a:solidFill>
                <a:schemeClr val="tx1">
                  <a:lumMod val="50000"/>
                </a:schemeClr>
              </a:solidFill>
              <a:latin typeface="Manrope Light"/>
              <a:cs typeface="Poppins" pitchFamily="2" charset="77"/>
            </a:endParaRPr>
          </a:p>
          <a:p>
            <a:pPr marL="171450" indent="-171450">
              <a:spcBef>
                <a:spcPts val="300"/>
              </a:spcBef>
              <a:spcAft>
                <a:spcPts val="600"/>
              </a:spcAft>
              <a:buClr>
                <a:schemeClr val="tx1"/>
              </a:buClr>
              <a:buFont typeface="Arial" panose="020B0604020202020204" pitchFamily="34" charset="0"/>
              <a:buChar char="•"/>
            </a:pPr>
            <a:r>
              <a:rPr lang="en-US" sz="1200" dirty="0">
                <a:solidFill>
                  <a:schemeClr val="tx1">
                    <a:lumMod val="50000"/>
                  </a:schemeClr>
                </a:solidFill>
                <a:latin typeface="Manrope Light"/>
                <a:cs typeface="Poppins"/>
              </a:rPr>
              <a:t>End-to-end shoppable experience strategy and ecosystem enablement</a:t>
            </a:r>
          </a:p>
          <a:p>
            <a:pPr marL="171450" indent="-171450">
              <a:spcBef>
                <a:spcPts val="300"/>
              </a:spcBef>
              <a:spcAft>
                <a:spcPts val="600"/>
              </a:spcAft>
              <a:buClr>
                <a:schemeClr val="tx1"/>
              </a:buClr>
              <a:buFont typeface="Arial" panose="020B0604020202020204" pitchFamily="34" charset="0"/>
              <a:buChar char="•"/>
            </a:pPr>
            <a:r>
              <a:rPr lang="en-US" sz="1200" dirty="0">
                <a:solidFill>
                  <a:schemeClr val="tx1">
                    <a:lumMod val="50000"/>
                  </a:schemeClr>
                </a:solidFill>
                <a:latin typeface="Manrope Light"/>
                <a:cs typeface="Poppins"/>
              </a:rPr>
              <a:t>Micro-services, API Native, cloud-enabled, headless commerce (MACH)</a:t>
            </a:r>
          </a:p>
          <a:p>
            <a:pPr marL="171450" indent="-171450">
              <a:spcBef>
                <a:spcPts val="300"/>
              </a:spcBef>
              <a:spcAft>
                <a:spcPts val="600"/>
              </a:spcAft>
              <a:buClr>
                <a:schemeClr val="tx1"/>
              </a:buClr>
              <a:buFont typeface="Arial" panose="020B0604020202020204" pitchFamily="34" charset="0"/>
              <a:buChar char="•"/>
            </a:pPr>
            <a:r>
              <a:rPr lang="en-US" sz="1200" dirty="0">
                <a:solidFill>
                  <a:schemeClr val="tx1">
                    <a:lumMod val="50000"/>
                  </a:schemeClr>
                </a:solidFill>
                <a:latin typeface="Manrope Light"/>
                <a:cs typeface="Poppins"/>
              </a:rPr>
              <a:t> Omni-channel shoppable experiences</a:t>
            </a:r>
          </a:p>
          <a:p>
            <a:pPr marL="171450" indent="-171450">
              <a:spcBef>
                <a:spcPts val="300"/>
              </a:spcBef>
              <a:spcAft>
                <a:spcPts val="600"/>
              </a:spcAft>
              <a:buClr>
                <a:schemeClr val="tx1"/>
              </a:buClr>
              <a:buFont typeface="Arial" panose="020B0604020202020204" pitchFamily="34" charset="0"/>
              <a:buChar char="•"/>
            </a:pPr>
            <a:r>
              <a:rPr lang="en-US" sz="1200" dirty="0">
                <a:solidFill>
                  <a:schemeClr val="tx1">
                    <a:lumMod val="50000"/>
                  </a:schemeClr>
                </a:solidFill>
                <a:latin typeface="Manrope Light"/>
                <a:cs typeface="Poppins"/>
              </a:rPr>
              <a:t>Smart search, facets, cataloging and taxonomy enablement</a:t>
            </a:r>
          </a:p>
          <a:p>
            <a:pPr marL="171450" indent="-171450">
              <a:spcBef>
                <a:spcPts val="300"/>
              </a:spcBef>
              <a:spcAft>
                <a:spcPts val="600"/>
              </a:spcAft>
              <a:buClr>
                <a:schemeClr val="tx1"/>
              </a:buClr>
              <a:buFont typeface="Arial" panose="020B0604020202020204" pitchFamily="34" charset="0"/>
              <a:buChar char="•"/>
            </a:pPr>
            <a:r>
              <a:rPr lang="en-US" sz="1200" dirty="0">
                <a:solidFill>
                  <a:schemeClr val="tx1">
                    <a:lumMod val="50000"/>
                  </a:schemeClr>
                </a:solidFill>
                <a:latin typeface="Manrope Light"/>
                <a:cs typeface="Poppins"/>
              </a:rPr>
              <a:t>Personalization, segmentations, analytics.</a:t>
            </a:r>
          </a:p>
          <a:p>
            <a:pPr marL="171450" indent="-171450">
              <a:spcBef>
                <a:spcPts val="300"/>
              </a:spcBef>
              <a:spcAft>
                <a:spcPts val="600"/>
              </a:spcAft>
              <a:buClr>
                <a:schemeClr val="tx1"/>
              </a:buClr>
              <a:buFont typeface="Arial" panose="020B0604020202020204" pitchFamily="34" charset="0"/>
              <a:buChar char="•"/>
            </a:pPr>
            <a:r>
              <a:rPr lang="en-US" sz="1200" dirty="0">
                <a:solidFill>
                  <a:schemeClr val="tx1">
                    <a:lumMod val="50000"/>
                  </a:schemeClr>
                </a:solidFill>
                <a:latin typeface="Manrope Light"/>
                <a:cs typeface="Poppins"/>
              </a:rPr>
              <a:t>Orchestration of different enterprise modules</a:t>
            </a:r>
          </a:p>
          <a:p>
            <a:pPr marL="171450" indent="-171450">
              <a:spcBef>
                <a:spcPts val="300"/>
              </a:spcBef>
              <a:spcAft>
                <a:spcPts val="600"/>
              </a:spcAft>
              <a:buClr>
                <a:schemeClr val="tx1"/>
              </a:buClr>
              <a:buFont typeface="Arial" panose="020B0604020202020204" pitchFamily="34" charset="0"/>
              <a:buChar char="•"/>
            </a:pPr>
            <a:r>
              <a:rPr lang="en-US" sz="1200" dirty="0">
                <a:solidFill>
                  <a:schemeClr val="tx1">
                    <a:lumMod val="50000"/>
                  </a:schemeClr>
                </a:solidFill>
                <a:latin typeface="Manrope Light"/>
                <a:cs typeface="Poppins"/>
              </a:rPr>
              <a:t>Technology rationalization</a:t>
            </a:r>
          </a:p>
          <a:p>
            <a:pPr marL="171450" indent="-171450">
              <a:spcBef>
                <a:spcPts val="300"/>
              </a:spcBef>
              <a:spcAft>
                <a:spcPts val="600"/>
              </a:spcAft>
              <a:buClr>
                <a:schemeClr val="tx1"/>
              </a:buClr>
              <a:buFont typeface="Arial" panose="020B0604020202020204" pitchFamily="34" charset="0"/>
              <a:buChar char="•"/>
            </a:pPr>
            <a:r>
              <a:rPr lang="en-US" sz="1200" dirty="0">
                <a:solidFill>
                  <a:schemeClr val="tx1">
                    <a:lumMod val="50000"/>
                  </a:schemeClr>
                </a:solidFill>
                <a:latin typeface="Manrope Light"/>
                <a:cs typeface="Poppins"/>
              </a:rPr>
              <a:t>Augmenting experience through AR/VR</a:t>
            </a:r>
          </a:p>
          <a:p>
            <a:pPr marL="171450" indent="-171450">
              <a:spcBef>
                <a:spcPts val="300"/>
              </a:spcBef>
              <a:spcAft>
                <a:spcPts val="600"/>
              </a:spcAft>
              <a:buClr>
                <a:schemeClr val="tx1"/>
              </a:buClr>
              <a:buFont typeface="Arial" panose="020B0604020202020204" pitchFamily="34" charset="0"/>
              <a:buChar char="•"/>
            </a:pPr>
            <a:r>
              <a:rPr lang="en-US" sz="1200" dirty="0">
                <a:solidFill>
                  <a:schemeClr val="tx1">
                    <a:lumMod val="50000"/>
                  </a:schemeClr>
                </a:solidFill>
                <a:latin typeface="Manrope Light"/>
                <a:cs typeface="Poppins"/>
              </a:rPr>
              <a:t>Continuous optimization &amp; enhanceme</a:t>
            </a:r>
            <a:r>
              <a:rPr lang="en-US" sz="1400" dirty="0">
                <a:solidFill>
                  <a:schemeClr val="tx1">
                    <a:lumMod val="50000"/>
                  </a:schemeClr>
                </a:solidFill>
                <a:latin typeface="Manrope Light"/>
                <a:cs typeface="Poppins"/>
              </a:rPr>
              <a:t>nts</a:t>
            </a:r>
          </a:p>
        </p:txBody>
      </p:sp>
      <p:pic>
        <p:nvPicPr>
          <p:cNvPr id="25" name="Picture 24" descr="Image result for oracle logo">
            <a:extLst>
              <a:ext uri="{FF2B5EF4-FFF2-40B4-BE49-F238E27FC236}">
                <a16:creationId xmlns:a16="http://schemas.microsoft.com/office/drawing/2014/main" id="{F6C7CF82-2C69-B228-2524-DDAA7715E3E9}"/>
              </a:ext>
            </a:extLst>
          </p:cNvPr>
          <p:cNvPicPr>
            <a:picLocks noChangeAspect="1" noChangeArrowheads="1"/>
          </p:cNvPicPr>
          <p:nvPr/>
        </p:nvPicPr>
        <p:blipFill>
          <a:blip r:embed="rId3" cstate="screen">
            <a:clrChange>
              <a:clrFrom>
                <a:srgbClr val="FFFFFF"/>
              </a:clrFrom>
              <a:clrTo>
                <a:srgbClr val="FFFFFF">
                  <a:alpha val="0"/>
                </a:srgbClr>
              </a:clrTo>
            </a:clrChange>
            <a:extLst>
              <a:ext uri="{28A0092B-C50C-407E-A947-70E740481C1C}">
                <a14:useLocalDpi xmlns:a14="http://schemas.microsoft.com/office/drawing/2010/main"/>
              </a:ext>
            </a:extLst>
          </a:blip>
          <a:srcRect/>
          <a:stretch>
            <a:fillRect/>
          </a:stretch>
        </p:blipFill>
        <p:spPr bwMode="auto">
          <a:xfrm>
            <a:off x="8186591" y="4470329"/>
            <a:ext cx="923636" cy="517236"/>
          </a:xfrm>
          <a:prstGeom prst="rect">
            <a:avLst/>
          </a:prstGeom>
          <a:noFill/>
          <a:extLst>
            <a:ext uri="{909E8E84-426E-40DD-AFC4-6F175D3DCCD1}">
              <a14:hiddenFill xmlns:a14="http://schemas.microsoft.com/office/drawing/2010/main">
                <a:solidFill>
                  <a:srgbClr val="FFFFFF"/>
                </a:solidFill>
              </a14:hiddenFill>
            </a:ext>
          </a:extLst>
        </p:spPr>
      </p:pic>
      <p:sp>
        <p:nvSpPr>
          <p:cNvPr id="29" name="TextBox 11">
            <a:extLst>
              <a:ext uri="{FF2B5EF4-FFF2-40B4-BE49-F238E27FC236}">
                <a16:creationId xmlns:a16="http://schemas.microsoft.com/office/drawing/2014/main" id="{8C1BEAA2-3FA9-6413-F3F8-AA118F25D812}"/>
              </a:ext>
            </a:extLst>
          </p:cNvPr>
          <p:cNvSpPr txBox="1"/>
          <p:nvPr/>
        </p:nvSpPr>
        <p:spPr>
          <a:xfrm>
            <a:off x="8648409" y="1614950"/>
            <a:ext cx="1793878" cy="338554"/>
          </a:xfrm>
          <a:prstGeom prst="rect">
            <a:avLst/>
          </a:prstGeom>
          <a:noFill/>
        </p:spPr>
        <p:txBody>
          <a:bodyPr wrap="square" lIns="91440" tIns="45720" rIns="91440" bIns="45720" rtlCol="0" anchor="t">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US" sz="1600" b="1" dirty="0">
                <a:solidFill>
                  <a:schemeClr val="bg1"/>
                </a:solidFill>
                <a:latin typeface="Manrope Light"/>
                <a:cs typeface="Poppins Medium"/>
              </a:rPr>
              <a:t>Partnering with</a:t>
            </a:r>
          </a:p>
        </p:txBody>
      </p:sp>
      <p:grpSp>
        <p:nvGrpSpPr>
          <p:cNvPr id="19" name="Group 18">
            <a:extLst>
              <a:ext uri="{FF2B5EF4-FFF2-40B4-BE49-F238E27FC236}">
                <a16:creationId xmlns:a16="http://schemas.microsoft.com/office/drawing/2014/main" id="{B82F27EA-E044-40A3-78AF-0E7348B326D1}"/>
              </a:ext>
            </a:extLst>
          </p:cNvPr>
          <p:cNvGrpSpPr/>
          <p:nvPr/>
        </p:nvGrpSpPr>
        <p:grpSpPr>
          <a:xfrm>
            <a:off x="9806860" y="3052886"/>
            <a:ext cx="1270849" cy="370046"/>
            <a:chOff x="9873304" y="2956143"/>
            <a:chExt cx="1270849" cy="370046"/>
          </a:xfrm>
        </p:grpSpPr>
        <p:pic>
          <p:nvPicPr>
            <p:cNvPr id="18" name="Picture 17" descr="A blue and white logo&#10;&#10;Description automatically generated">
              <a:extLst>
                <a:ext uri="{FF2B5EF4-FFF2-40B4-BE49-F238E27FC236}">
                  <a16:creationId xmlns:a16="http://schemas.microsoft.com/office/drawing/2014/main" id="{D4DF94CC-E539-9305-CAE5-01203E78B100}"/>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9873304" y="2956143"/>
              <a:ext cx="1270849" cy="265384"/>
            </a:xfrm>
            <a:prstGeom prst="rect">
              <a:avLst/>
            </a:prstGeom>
          </p:spPr>
        </p:pic>
        <p:pic>
          <p:nvPicPr>
            <p:cNvPr id="33" name="Picture 32" descr="SAP Hybris Overview | chegos.pl">
              <a:extLst>
                <a:ext uri="{FF2B5EF4-FFF2-40B4-BE49-F238E27FC236}">
                  <a16:creationId xmlns:a16="http://schemas.microsoft.com/office/drawing/2014/main" id="{6213B168-A5C9-9CA6-F633-A6DECB07E3B0}"/>
                </a:ext>
              </a:extLst>
            </p:cNvPr>
            <p:cNvPicPr>
              <a:picLocks noChangeAspect="1" noChangeArrowheads="1"/>
            </p:cNvPicPr>
            <p:nvPr/>
          </p:nvPicPr>
          <p:blipFill rotWithShape="1">
            <a:blip r:embed="rId5" cstate="screen">
              <a:extLst>
                <a:ext uri="{28A0092B-C50C-407E-A947-70E740481C1C}">
                  <a14:useLocalDpi xmlns:a14="http://schemas.microsoft.com/office/drawing/2010/main"/>
                </a:ext>
              </a:extLst>
            </a:blip>
            <a:srcRect t="66915" r="16759" b="1119"/>
            <a:stretch/>
          </p:blipFill>
          <p:spPr bwMode="auto">
            <a:xfrm>
              <a:off x="9974404" y="3210472"/>
              <a:ext cx="951576" cy="115717"/>
            </a:xfrm>
            <a:prstGeom prst="rect">
              <a:avLst/>
            </a:prstGeom>
            <a:noFill/>
            <a:extLst>
              <a:ext uri="{909E8E84-426E-40DD-AFC4-6F175D3DCCD1}">
                <a14:hiddenFill xmlns:a14="http://schemas.microsoft.com/office/drawing/2010/main">
                  <a:solidFill>
                    <a:srgbClr val="FFFFFF"/>
                  </a:solidFill>
                </a14:hiddenFill>
              </a:ext>
            </a:extLst>
          </p:spPr>
        </p:pic>
      </p:grpSp>
      <p:pic>
        <p:nvPicPr>
          <p:cNvPr id="7" name="Picture 6" descr="A red letters on a black background&#10;&#10;Description automatically generated">
            <a:extLst>
              <a:ext uri="{FF2B5EF4-FFF2-40B4-BE49-F238E27FC236}">
                <a16:creationId xmlns:a16="http://schemas.microsoft.com/office/drawing/2014/main" id="{17AD60D0-57AA-A110-18D3-1D531A951A76}"/>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8104618" y="2295040"/>
            <a:ext cx="1155317" cy="299660"/>
          </a:xfrm>
          <a:prstGeom prst="rect">
            <a:avLst/>
          </a:prstGeom>
        </p:spPr>
      </p:pic>
      <p:pic>
        <p:nvPicPr>
          <p:cNvPr id="8" name="Picture 7" descr="A black background with grey text&#10;&#10;Description automatically generated">
            <a:extLst>
              <a:ext uri="{FF2B5EF4-FFF2-40B4-BE49-F238E27FC236}">
                <a16:creationId xmlns:a16="http://schemas.microsoft.com/office/drawing/2014/main" id="{BE24786D-9FAB-9929-9F49-4EE4FF2B22C7}"/>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8122104" y="2893910"/>
            <a:ext cx="1120343" cy="535090"/>
          </a:xfrm>
          <a:prstGeom prst="rect">
            <a:avLst/>
          </a:prstGeom>
        </p:spPr>
      </p:pic>
      <p:pic>
        <p:nvPicPr>
          <p:cNvPr id="10" name="Picture 9" descr="A black and blue logo&#10;&#10;Description automatically generated">
            <a:extLst>
              <a:ext uri="{FF2B5EF4-FFF2-40B4-BE49-F238E27FC236}">
                <a16:creationId xmlns:a16="http://schemas.microsoft.com/office/drawing/2014/main" id="{E8B5C9B5-A8F1-12E2-1BD9-EDADF7CB3785}"/>
              </a:ext>
            </a:extLst>
          </p:cNvPr>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9673422" y="3869061"/>
            <a:ext cx="1537727" cy="226775"/>
          </a:xfrm>
          <a:prstGeom prst="rect">
            <a:avLst/>
          </a:prstGeom>
        </p:spPr>
      </p:pic>
      <p:pic>
        <p:nvPicPr>
          <p:cNvPr id="13" name="Picture 12">
            <a:extLst>
              <a:ext uri="{FF2B5EF4-FFF2-40B4-BE49-F238E27FC236}">
                <a16:creationId xmlns:a16="http://schemas.microsoft.com/office/drawing/2014/main" id="{5100A286-C09F-F391-B1E3-51286A7B424C}"/>
              </a:ext>
            </a:extLst>
          </p:cNvPr>
          <p:cNvPicPr>
            <a:picLocks noChangeAspect="1"/>
          </p:cNvPicPr>
          <p:nvPr/>
        </p:nvPicPr>
        <p:blipFill>
          <a:blip r:embed="rId9"/>
          <a:stretch>
            <a:fillRect/>
          </a:stretch>
        </p:blipFill>
        <p:spPr>
          <a:xfrm>
            <a:off x="9871762" y="2293432"/>
            <a:ext cx="1397934" cy="302877"/>
          </a:xfrm>
          <a:prstGeom prst="rect">
            <a:avLst/>
          </a:prstGeom>
        </p:spPr>
      </p:pic>
      <p:pic>
        <p:nvPicPr>
          <p:cNvPr id="9" name="SFCClogo.png" descr="SFCClogo.png">
            <a:extLst>
              <a:ext uri="{FF2B5EF4-FFF2-40B4-BE49-F238E27FC236}">
                <a16:creationId xmlns:a16="http://schemas.microsoft.com/office/drawing/2014/main" id="{C6E87295-B643-ADAE-26F8-2B0C08813D05}"/>
              </a:ext>
            </a:extLst>
          </p:cNvPr>
          <p:cNvPicPr>
            <a:picLocks noChangeAspect="1"/>
          </p:cNvPicPr>
          <p:nvPr/>
        </p:nvPicPr>
        <p:blipFill rotWithShape="1">
          <a:blip r:embed="rId10">
            <a:clrChange>
              <a:clrFrom>
                <a:srgbClr val="FFFFFF"/>
              </a:clrFrom>
              <a:clrTo>
                <a:srgbClr val="FFFFFF">
                  <a:alpha val="0"/>
                </a:srgbClr>
              </a:clrTo>
            </a:clrChange>
          </a:blip>
          <a:srcRect l="11036"/>
          <a:stretch/>
        </p:blipFill>
        <p:spPr>
          <a:xfrm>
            <a:off x="8122104" y="3803509"/>
            <a:ext cx="1220826" cy="357877"/>
          </a:xfrm>
          <a:prstGeom prst="rect">
            <a:avLst/>
          </a:prstGeom>
          <a:ln w="12700">
            <a:miter lim="400000"/>
          </a:ln>
        </p:spPr>
      </p:pic>
    </p:spTree>
    <p:extLst>
      <p:ext uri="{BB962C8B-B14F-4D97-AF65-F5344CB8AC3E}">
        <p14:creationId xmlns:p14="http://schemas.microsoft.com/office/powerpoint/2010/main" val="88508101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80B7F41A-84DA-51F4-7703-D8C3F965301E}"/>
              </a:ext>
            </a:extLst>
          </p:cNvPr>
          <p:cNvSpPr>
            <a:spLocks noGrp="1"/>
          </p:cNvSpPr>
          <p:nvPr>
            <p:ph type="body" sz="quarter" idx="15"/>
          </p:nvPr>
        </p:nvSpPr>
        <p:spPr/>
        <p:txBody>
          <a:bodyPr/>
          <a:lstStyle/>
          <a:p>
            <a:r>
              <a:rPr lang="en-US" dirty="0"/>
              <a:t>D&amp;S: Commerce &amp; Shoppable Experiences</a:t>
            </a:r>
          </a:p>
        </p:txBody>
      </p:sp>
      <p:pic>
        <p:nvPicPr>
          <p:cNvPr id="39" name="Picture 38">
            <a:extLst>
              <a:ext uri="{FF2B5EF4-FFF2-40B4-BE49-F238E27FC236}">
                <a16:creationId xmlns:a16="http://schemas.microsoft.com/office/drawing/2014/main" id="{943302DC-2AF9-AD95-2C82-930339F2E982}"/>
              </a:ext>
            </a:extLst>
          </p:cNvPr>
          <p:cNvPicPr>
            <a:picLocks noChangeAspect="1"/>
          </p:cNvPicPr>
          <p:nvPr/>
        </p:nvPicPr>
        <p:blipFill rotWithShape="1">
          <a:blip r:embed="rId3">
            <a:clrChange>
              <a:clrFrom>
                <a:srgbClr val="FFFFFF"/>
              </a:clrFrom>
              <a:clrTo>
                <a:srgbClr val="FFFFFF">
                  <a:alpha val="0"/>
                </a:srgbClr>
              </a:clrTo>
            </a:clrChange>
            <a:extLst>
              <a:ext uri="{28A0092B-C50C-407E-A947-70E740481C1C}">
                <a14:useLocalDpi xmlns:a14="http://schemas.microsoft.com/office/drawing/2010/main" val="0"/>
              </a:ext>
            </a:extLst>
          </a:blip>
          <a:srcRect t="26547" b="23335"/>
          <a:stretch/>
        </p:blipFill>
        <p:spPr>
          <a:xfrm>
            <a:off x="8703527" y="1973921"/>
            <a:ext cx="905587" cy="272918"/>
          </a:xfrm>
          <a:prstGeom prst="rect">
            <a:avLst/>
          </a:prstGeom>
        </p:spPr>
      </p:pic>
      <p:pic>
        <p:nvPicPr>
          <p:cNvPr id="40" name="Picture 2" descr="Image result for commerce tools">
            <a:extLst>
              <a:ext uri="{FF2B5EF4-FFF2-40B4-BE49-F238E27FC236}">
                <a16:creationId xmlns:a16="http://schemas.microsoft.com/office/drawing/2014/main" id="{FED1C893-F15F-685D-A923-89F1E5C823FB}"/>
              </a:ext>
            </a:extLst>
          </p:cNvPr>
          <p:cNvPicPr>
            <a:picLocks noChangeAspect="1" noChangeArrowheads="1"/>
          </p:cNvPicPr>
          <p:nvPr/>
        </p:nvPicPr>
        <p:blipFill>
          <a:blip r:embed="rId4" cstate="screen">
            <a:extLst>
              <a:ext uri="{28A0092B-C50C-407E-A947-70E740481C1C}">
                <a14:useLocalDpi xmlns:a14="http://schemas.microsoft.com/office/drawing/2010/main"/>
              </a:ext>
            </a:extLst>
          </a:blip>
          <a:srcRect/>
          <a:stretch>
            <a:fillRect/>
          </a:stretch>
        </p:blipFill>
        <p:spPr bwMode="auto">
          <a:xfrm>
            <a:off x="4498046" y="2049909"/>
            <a:ext cx="1076270" cy="153155"/>
          </a:xfrm>
          <a:prstGeom prst="rect">
            <a:avLst/>
          </a:prstGeom>
          <a:noFill/>
          <a:extLst>
            <a:ext uri="{909E8E84-426E-40DD-AFC4-6F175D3DCCD1}">
              <a14:hiddenFill xmlns:a14="http://schemas.microsoft.com/office/drawing/2010/main">
                <a:solidFill>
                  <a:srgbClr val="FFFFFF"/>
                </a:solidFill>
              </a14:hiddenFill>
            </a:ext>
          </a:extLst>
        </p:spPr>
      </p:pic>
      <p:pic>
        <p:nvPicPr>
          <p:cNvPr id="41" name="Picture 40">
            <a:extLst>
              <a:ext uri="{FF2B5EF4-FFF2-40B4-BE49-F238E27FC236}">
                <a16:creationId xmlns:a16="http://schemas.microsoft.com/office/drawing/2014/main" id="{119B57FA-1532-2403-1DAA-A448A30CD809}"/>
              </a:ext>
            </a:extLst>
          </p:cNvPr>
          <p:cNvPicPr>
            <a:picLocks noChangeAspect="1"/>
          </p:cNvPicPr>
          <p:nvPr/>
        </p:nvPicPr>
        <p:blipFill>
          <a:blip r:embed="rId5" cstate="email">
            <a:extLst>
              <a:ext uri="{28A0092B-C50C-407E-A947-70E740481C1C}">
                <a14:useLocalDpi xmlns:a14="http://schemas.microsoft.com/office/drawing/2010/main"/>
              </a:ext>
            </a:extLst>
          </a:blip>
          <a:stretch>
            <a:fillRect/>
          </a:stretch>
        </p:blipFill>
        <p:spPr>
          <a:xfrm>
            <a:off x="7410935" y="1999857"/>
            <a:ext cx="1031147" cy="240008"/>
          </a:xfrm>
          <a:prstGeom prst="rect">
            <a:avLst/>
          </a:prstGeom>
        </p:spPr>
      </p:pic>
      <p:pic>
        <p:nvPicPr>
          <p:cNvPr id="42" name="Picture 2" descr="See the source image">
            <a:extLst>
              <a:ext uri="{FF2B5EF4-FFF2-40B4-BE49-F238E27FC236}">
                <a16:creationId xmlns:a16="http://schemas.microsoft.com/office/drawing/2014/main" id="{6EA02D6E-422D-1412-D1B0-1F425F7E4A95}"/>
              </a:ext>
            </a:extLst>
          </p:cNvPr>
          <p:cNvPicPr>
            <a:picLocks noChangeAspect="1" noChangeArrowheads="1"/>
          </p:cNvPicPr>
          <p:nvPr/>
        </p:nvPicPr>
        <p:blipFill>
          <a:blip r:embed="rId6" cstate="print">
            <a:extLst>
              <a:ext uri="{28A0092B-C50C-407E-A947-70E740481C1C}">
                <a14:useLocalDpi xmlns:a14="http://schemas.microsoft.com/office/drawing/2010/main" val="0"/>
              </a:ext>
            </a:extLst>
          </a:blip>
          <a:srcRect/>
          <a:stretch>
            <a:fillRect/>
          </a:stretch>
        </p:blipFill>
        <p:spPr bwMode="auto">
          <a:xfrm>
            <a:off x="6041763" y="2012021"/>
            <a:ext cx="1031147" cy="202084"/>
          </a:xfrm>
          <a:prstGeom prst="rect">
            <a:avLst/>
          </a:prstGeom>
          <a:noFill/>
          <a:extLst>
            <a:ext uri="{909E8E84-426E-40DD-AFC4-6F175D3DCCD1}">
              <a14:hiddenFill xmlns:a14="http://schemas.microsoft.com/office/drawing/2010/main">
                <a:solidFill>
                  <a:srgbClr val="FFFFFF"/>
                </a:solidFill>
              </a14:hiddenFill>
            </a:ext>
          </a:extLst>
        </p:spPr>
      </p:pic>
      <p:pic>
        <p:nvPicPr>
          <p:cNvPr id="43" name="SFCClogo.png" descr="SFCClogo.png">
            <a:extLst>
              <a:ext uri="{FF2B5EF4-FFF2-40B4-BE49-F238E27FC236}">
                <a16:creationId xmlns:a16="http://schemas.microsoft.com/office/drawing/2014/main" id="{74F6DAAA-1C48-EAEB-F4F3-E321CD7BA9B6}"/>
              </a:ext>
            </a:extLst>
          </p:cNvPr>
          <p:cNvPicPr>
            <a:picLocks noChangeAspect="1"/>
          </p:cNvPicPr>
          <p:nvPr/>
        </p:nvPicPr>
        <p:blipFill rotWithShape="1">
          <a:blip r:embed="rId7">
            <a:clrChange>
              <a:clrFrom>
                <a:srgbClr val="FFFFFF"/>
              </a:clrFrom>
              <a:clrTo>
                <a:srgbClr val="FFFFFF">
                  <a:alpha val="0"/>
                </a:srgbClr>
              </a:clrTo>
            </a:clrChange>
          </a:blip>
          <a:srcRect l="11036"/>
          <a:stretch/>
        </p:blipFill>
        <p:spPr>
          <a:xfrm>
            <a:off x="2990734" y="1945499"/>
            <a:ext cx="1220826" cy="357877"/>
          </a:xfrm>
          <a:prstGeom prst="rect">
            <a:avLst/>
          </a:prstGeom>
          <a:ln w="12700">
            <a:miter lim="400000"/>
          </a:ln>
        </p:spPr>
      </p:pic>
      <p:pic>
        <p:nvPicPr>
          <p:cNvPr id="44" name="Picture 4" descr="Spryker: E-Commerce System for rapidly growing Companies | AOE">
            <a:extLst>
              <a:ext uri="{FF2B5EF4-FFF2-40B4-BE49-F238E27FC236}">
                <a16:creationId xmlns:a16="http://schemas.microsoft.com/office/drawing/2014/main" id="{625B50C4-AE46-2079-D2CD-FA7DC9FBE341}"/>
              </a:ext>
            </a:extLst>
          </p:cNvPr>
          <p:cNvPicPr>
            <a:picLocks noChangeAspect="1" noChangeArrowheads="1"/>
          </p:cNvPicPr>
          <p:nvPr/>
        </p:nvPicPr>
        <p:blipFill>
          <a:blip r:embed="rId8" cstate="email">
            <a:extLst>
              <a:ext uri="{28A0092B-C50C-407E-A947-70E740481C1C}">
                <a14:useLocalDpi xmlns:a14="http://schemas.microsoft.com/office/drawing/2010/main"/>
              </a:ext>
            </a:extLst>
          </a:blip>
          <a:srcRect/>
          <a:stretch>
            <a:fillRect/>
          </a:stretch>
        </p:blipFill>
        <p:spPr bwMode="auto">
          <a:xfrm>
            <a:off x="1984301" y="1941112"/>
            <a:ext cx="645518" cy="362698"/>
          </a:xfrm>
          <a:prstGeom prst="rect">
            <a:avLst/>
          </a:prstGeom>
          <a:noFill/>
          <a:extLst>
            <a:ext uri="{909E8E84-426E-40DD-AFC4-6F175D3DCCD1}">
              <a14:hiddenFill xmlns:a14="http://schemas.microsoft.com/office/drawing/2010/main">
                <a:solidFill>
                  <a:srgbClr val="FFFFFF"/>
                </a:solidFill>
              </a14:hiddenFill>
            </a:ext>
          </a:extLst>
        </p:spPr>
      </p:pic>
      <p:pic>
        <p:nvPicPr>
          <p:cNvPr id="45" name="Picture 44">
            <a:extLst>
              <a:ext uri="{FF2B5EF4-FFF2-40B4-BE49-F238E27FC236}">
                <a16:creationId xmlns:a16="http://schemas.microsoft.com/office/drawing/2014/main" id="{EBE7BC0E-2717-EA77-2EE7-079734718344}"/>
              </a:ext>
            </a:extLst>
          </p:cNvPr>
          <p:cNvPicPr>
            <a:picLocks noChangeAspect="1"/>
          </p:cNvPicPr>
          <p:nvPr/>
        </p:nvPicPr>
        <p:blipFill>
          <a:blip r:embed="rId9" cstate="print">
            <a:extLst>
              <a:ext uri="{28A0092B-C50C-407E-A947-70E740481C1C}">
                <a14:useLocalDpi xmlns:a14="http://schemas.microsoft.com/office/drawing/2010/main" val="0"/>
              </a:ext>
            </a:extLst>
          </a:blip>
          <a:stretch>
            <a:fillRect/>
          </a:stretch>
        </p:blipFill>
        <p:spPr>
          <a:xfrm>
            <a:off x="9979133" y="1921835"/>
            <a:ext cx="645518" cy="363104"/>
          </a:xfrm>
          <a:prstGeom prst="rect">
            <a:avLst/>
          </a:prstGeom>
        </p:spPr>
      </p:pic>
      <p:pic>
        <p:nvPicPr>
          <p:cNvPr id="46" name="Picture 2" descr="Adobe launches its Commerce Cloud, based on its Magento acquisition |  TechCrunch">
            <a:extLst>
              <a:ext uri="{FF2B5EF4-FFF2-40B4-BE49-F238E27FC236}">
                <a16:creationId xmlns:a16="http://schemas.microsoft.com/office/drawing/2014/main" id="{FC3B823D-4B92-26CE-BD48-A3D96835F130}"/>
              </a:ext>
            </a:extLst>
          </p:cNvPr>
          <p:cNvPicPr>
            <a:picLocks noChangeAspect="1" noChangeArrowheads="1"/>
          </p:cNvPicPr>
          <p:nvPr/>
        </p:nvPicPr>
        <p:blipFill>
          <a:blip r:embed="rId10" cstate="print">
            <a:extLst>
              <a:ext uri="{28A0092B-C50C-407E-A947-70E740481C1C}">
                <a14:useLocalDpi xmlns:a14="http://schemas.microsoft.com/office/drawing/2010/main" val="0"/>
              </a:ext>
            </a:extLst>
          </a:blip>
          <a:srcRect/>
          <a:stretch>
            <a:fillRect/>
          </a:stretch>
        </p:blipFill>
        <p:spPr bwMode="auto">
          <a:xfrm>
            <a:off x="712036" y="1896129"/>
            <a:ext cx="934240" cy="388810"/>
          </a:xfrm>
          <a:prstGeom prst="rect">
            <a:avLst/>
          </a:prstGeom>
          <a:noFill/>
          <a:extLst>
            <a:ext uri="{909E8E84-426E-40DD-AFC4-6F175D3DCCD1}">
              <a14:hiddenFill xmlns:a14="http://schemas.microsoft.com/office/drawing/2010/main">
                <a:solidFill>
                  <a:srgbClr val="FFFFFF"/>
                </a:solidFill>
              </a14:hiddenFill>
            </a:ext>
          </a:extLst>
        </p:spPr>
      </p:pic>
      <p:sp>
        <p:nvSpPr>
          <p:cNvPr id="3" name="TextBox 2">
            <a:extLst>
              <a:ext uri="{FF2B5EF4-FFF2-40B4-BE49-F238E27FC236}">
                <a16:creationId xmlns:a16="http://schemas.microsoft.com/office/drawing/2014/main" id="{E470F76F-794B-3FDE-4660-C74F8FED1DD3}"/>
              </a:ext>
            </a:extLst>
          </p:cNvPr>
          <p:cNvSpPr txBox="1"/>
          <p:nvPr/>
        </p:nvSpPr>
        <p:spPr>
          <a:xfrm>
            <a:off x="643849" y="2669535"/>
            <a:ext cx="1041009" cy="184666"/>
          </a:xfrm>
          <a:prstGeom prst="rect">
            <a:avLst/>
          </a:prstGeom>
          <a:noFill/>
        </p:spPr>
        <p:txBody>
          <a:bodyPr wrap="square" lIns="0" tIns="0" rIns="0" bIns="0" rtlCol="0">
            <a:spAutoFit/>
          </a:bodyPr>
          <a:lstStyle/>
          <a:p>
            <a:pPr algn="l"/>
            <a:r>
              <a:rPr lang="en-US" sz="1200" dirty="0"/>
              <a:t>Our Services</a:t>
            </a:r>
          </a:p>
        </p:txBody>
      </p:sp>
      <p:cxnSp>
        <p:nvCxnSpPr>
          <p:cNvPr id="4" name="Straight Connector 3">
            <a:extLst>
              <a:ext uri="{FF2B5EF4-FFF2-40B4-BE49-F238E27FC236}">
                <a16:creationId xmlns:a16="http://schemas.microsoft.com/office/drawing/2014/main" id="{DE798FEE-2E94-9EE4-F315-40EAAADD2E64}"/>
              </a:ext>
            </a:extLst>
          </p:cNvPr>
          <p:cNvCxnSpPr>
            <a:cxnSpLocks/>
          </p:cNvCxnSpPr>
          <p:nvPr/>
        </p:nvCxnSpPr>
        <p:spPr>
          <a:xfrm>
            <a:off x="635279" y="2910379"/>
            <a:ext cx="10932834" cy="0"/>
          </a:xfrm>
          <a:prstGeom prst="line">
            <a:avLst/>
          </a:prstGeom>
          <a:ln w="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5" name="TextBox 4">
            <a:extLst>
              <a:ext uri="{FF2B5EF4-FFF2-40B4-BE49-F238E27FC236}">
                <a16:creationId xmlns:a16="http://schemas.microsoft.com/office/drawing/2014/main" id="{FC28D097-D691-9A57-F499-3A4EA4796D85}"/>
              </a:ext>
            </a:extLst>
          </p:cNvPr>
          <p:cNvSpPr txBox="1"/>
          <p:nvPr/>
        </p:nvSpPr>
        <p:spPr>
          <a:xfrm>
            <a:off x="634325" y="3015394"/>
            <a:ext cx="1350296" cy="484748"/>
          </a:xfrm>
          <a:prstGeom prst="rect">
            <a:avLst/>
          </a:prstGeom>
          <a:noFill/>
        </p:spPr>
        <p:txBody>
          <a:bodyPr wrap="square" lIns="0" tIns="0" rIns="0" bIns="0" rtlCol="0">
            <a:spAutoFit/>
          </a:bodyPr>
          <a:lstStyle/>
          <a:p>
            <a:pPr algn="l"/>
            <a:r>
              <a:rPr lang="en-US" sz="1050" dirty="0">
                <a:latin typeface="Manrope Light" pitchFamily="2" charset="0"/>
              </a:rPr>
              <a:t>Omnichannel</a:t>
            </a:r>
          </a:p>
          <a:p>
            <a:pPr algn="l"/>
            <a:r>
              <a:rPr lang="en-US" sz="1050" dirty="0">
                <a:latin typeface="Manrope Light" pitchFamily="2" charset="0"/>
              </a:rPr>
              <a:t>Shoppable Experience</a:t>
            </a:r>
          </a:p>
        </p:txBody>
      </p:sp>
      <p:sp>
        <p:nvSpPr>
          <p:cNvPr id="6" name="TextBox 5">
            <a:extLst>
              <a:ext uri="{FF2B5EF4-FFF2-40B4-BE49-F238E27FC236}">
                <a16:creationId xmlns:a16="http://schemas.microsoft.com/office/drawing/2014/main" id="{6CDB82C1-35E6-DA95-921E-C5A6F2F9BF43}"/>
              </a:ext>
            </a:extLst>
          </p:cNvPr>
          <p:cNvSpPr txBox="1"/>
          <p:nvPr/>
        </p:nvSpPr>
        <p:spPr>
          <a:xfrm>
            <a:off x="623888" y="3752815"/>
            <a:ext cx="1207529" cy="323165"/>
          </a:xfrm>
          <a:prstGeom prst="rect">
            <a:avLst/>
          </a:prstGeom>
          <a:noFill/>
        </p:spPr>
        <p:txBody>
          <a:bodyPr wrap="square" lIns="0" tIns="0" rIns="0" bIns="0" rtlCol="0">
            <a:spAutoFit/>
          </a:bodyPr>
          <a:lstStyle/>
          <a:p>
            <a:pPr algn="l"/>
            <a:r>
              <a:rPr lang="en-US" sz="1050" dirty="0">
                <a:latin typeface="Manrope Light" pitchFamily="2" charset="0"/>
              </a:rPr>
              <a:t>Cognitive</a:t>
            </a:r>
          </a:p>
          <a:p>
            <a:pPr algn="l"/>
            <a:r>
              <a:rPr lang="en-US" sz="1050" dirty="0">
                <a:latin typeface="Manrope Light" pitchFamily="2" charset="0"/>
              </a:rPr>
              <a:t>Engineering</a:t>
            </a:r>
          </a:p>
        </p:txBody>
      </p:sp>
      <p:sp>
        <p:nvSpPr>
          <p:cNvPr id="7" name="TextBox 6">
            <a:extLst>
              <a:ext uri="{FF2B5EF4-FFF2-40B4-BE49-F238E27FC236}">
                <a16:creationId xmlns:a16="http://schemas.microsoft.com/office/drawing/2014/main" id="{62652585-2BE0-2800-6F03-32D7709B1D71}"/>
              </a:ext>
            </a:extLst>
          </p:cNvPr>
          <p:cNvSpPr txBox="1"/>
          <p:nvPr/>
        </p:nvSpPr>
        <p:spPr>
          <a:xfrm>
            <a:off x="2582550" y="3015391"/>
            <a:ext cx="958434" cy="484748"/>
          </a:xfrm>
          <a:prstGeom prst="rect">
            <a:avLst/>
          </a:prstGeom>
          <a:noFill/>
        </p:spPr>
        <p:txBody>
          <a:bodyPr wrap="square" lIns="0" tIns="0" rIns="0" bIns="0" rtlCol="0">
            <a:spAutoFit/>
          </a:bodyPr>
          <a:lstStyle/>
          <a:p>
            <a:pPr algn="l"/>
            <a:r>
              <a:rPr lang="en-US" sz="1050" dirty="0">
                <a:latin typeface="Manrope Light" pitchFamily="2" charset="0"/>
              </a:rPr>
              <a:t>Augmenting Experience through AR/VR</a:t>
            </a:r>
          </a:p>
        </p:txBody>
      </p:sp>
      <p:sp>
        <p:nvSpPr>
          <p:cNvPr id="8" name="TextBox 7">
            <a:extLst>
              <a:ext uri="{FF2B5EF4-FFF2-40B4-BE49-F238E27FC236}">
                <a16:creationId xmlns:a16="http://schemas.microsoft.com/office/drawing/2014/main" id="{8443DD6B-64A3-D3EC-4135-24D5428CB24A}"/>
              </a:ext>
            </a:extLst>
          </p:cNvPr>
          <p:cNvSpPr txBox="1"/>
          <p:nvPr/>
        </p:nvSpPr>
        <p:spPr>
          <a:xfrm>
            <a:off x="2582550" y="3752815"/>
            <a:ext cx="1286013" cy="323165"/>
          </a:xfrm>
          <a:prstGeom prst="rect">
            <a:avLst/>
          </a:prstGeom>
          <a:noFill/>
        </p:spPr>
        <p:txBody>
          <a:bodyPr wrap="square" lIns="0" tIns="0" rIns="0" bIns="0" rtlCol="0">
            <a:spAutoFit/>
          </a:bodyPr>
          <a:lstStyle/>
          <a:p>
            <a:pPr algn="l"/>
            <a:r>
              <a:rPr lang="en-US" sz="1050" dirty="0">
                <a:latin typeface="Manrope Light" pitchFamily="2" charset="0"/>
              </a:rPr>
              <a:t>Technology Rationalization</a:t>
            </a:r>
          </a:p>
        </p:txBody>
      </p:sp>
      <p:sp>
        <p:nvSpPr>
          <p:cNvPr id="9" name="TextBox 8">
            <a:extLst>
              <a:ext uri="{FF2B5EF4-FFF2-40B4-BE49-F238E27FC236}">
                <a16:creationId xmlns:a16="http://schemas.microsoft.com/office/drawing/2014/main" id="{A224B5CA-5E22-EA7D-FF77-3FAFBE541BA5}"/>
              </a:ext>
            </a:extLst>
          </p:cNvPr>
          <p:cNvSpPr txBox="1"/>
          <p:nvPr/>
        </p:nvSpPr>
        <p:spPr>
          <a:xfrm>
            <a:off x="4701810" y="3752814"/>
            <a:ext cx="1630442" cy="323165"/>
          </a:xfrm>
          <a:prstGeom prst="rect">
            <a:avLst/>
          </a:prstGeom>
          <a:noFill/>
        </p:spPr>
        <p:txBody>
          <a:bodyPr wrap="square" lIns="0" tIns="0" rIns="0" bIns="0" rtlCol="0">
            <a:spAutoFit/>
          </a:bodyPr>
          <a:lstStyle/>
          <a:p>
            <a:pPr algn="l"/>
            <a:r>
              <a:rPr lang="en-US" sz="1050" dirty="0">
                <a:latin typeface="Manrope Light" pitchFamily="2" charset="0"/>
              </a:rPr>
              <a:t>Continuous Feature Enablement</a:t>
            </a:r>
          </a:p>
        </p:txBody>
      </p:sp>
      <p:sp>
        <p:nvSpPr>
          <p:cNvPr id="10" name="TextBox 9">
            <a:extLst>
              <a:ext uri="{FF2B5EF4-FFF2-40B4-BE49-F238E27FC236}">
                <a16:creationId xmlns:a16="http://schemas.microsoft.com/office/drawing/2014/main" id="{8A4B1F62-8DDD-0F1A-0D7D-ED8920105F10}"/>
              </a:ext>
            </a:extLst>
          </p:cNvPr>
          <p:cNvSpPr txBox="1"/>
          <p:nvPr/>
        </p:nvSpPr>
        <p:spPr>
          <a:xfrm>
            <a:off x="7322202" y="3015391"/>
            <a:ext cx="1186619" cy="484748"/>
          </a:xfrm>
          <a:prstGeom prst="rect">
            <a:avLst/>
          </a:prstGeom>
          <a:noFill/>
        </p:spPr>
        <p:txBody>
          <a:bodyPr wrap="square" lIns="0" tIns="0" rIns="0" bIns="0" rtlCol="0">
            <a:spAutoFit/>
          </a:bodyPr>
          <a:lstStyle/>
          <a:p>
            <a:pPr algn="l"/>
            <a:r>
              <a:rPr lang="en-US" sz="1050" dirty="0">
                <a:latin typeface="Manrope Light" pitchFamily="2" charset="0"/>
              </a:rPr>
              <a:t>Headless &amp; Composable Commerce</a:t>
            </a:r>
          </a:p>
        </p:txBody>
      </p:sp>
      <p:sp>
        <p:nvSpPr>
          <p:cNvPr id="11" name="TextBox 10">
            <a:extLst>
              <a:ext uri="{FF2B5EF4-FFF2-40B4-BE49-F238E27FC236}">
                <a16:creationId xmlns:a16="http://schemas.microsoft.com/office/drawing/2014/main" id="{A04F07E6-CFBC-5AFF-AABF-B8256107C265}"/>
              </a:ext>
            </a:extLst>
          </p:cNvPr>
          <p:cNvSpPr txBox="1"/>
          <p:nvPr/>
        </p:nvSpPr>
        <p:spPr>
          <a:xfrm>
            <a:off x="4701810" y="3018589"/>
            <a:ext cx="2009127" cy="484748"/>
          </a:xfrm>
          <a:prstGeom prst="rect">
            <a:avLst/>
          </a:prstGeom>
          <a:noFill/>
        </p:spPr>
        <p:txBody>
          <a:bodyPr wrap="square" lIns="0" tIns="0" rIns="0" bIns="0" rtlCol="0">
            <a:spAutoFit/>
          </a:bodyPr>
          <a:lstStyle/>
          <a:p>
            <a:pPr algn="l"/>
            <a:r>
              <a:rPr lang="en-US" sz="1050" dirty="0">
                <a:latin typeface="Manrope Light" pitchFamily="2" charset="0"/>
              </a:rPr>
              <a:t>End-to-end shoppable experience strategy and ecosystem enablement</a:t>
            </a:r>
          </a:p>
        </p:txBody>
      </p:sp>
      <p:sp>
        <p:nvSpPr>
          <p:cNvPr id="12" name="TextBox 11">
            <a:extLst>
              <a:ext uri="{FF2B5EF4-FFF2-40B4-BE49-F238E27FC236}">
                <a16:creationId xmlns:a16="http://schemas.microsoft.com/office/drawing/2014/main" id="{042AFB8D-2367-64F0-816A-7B56FB0EAE8B}"/>
              </a:ext>
            </a:extLst>
          </p:cNvPr>
          <p:cNvSpPr txBox="1"/>
          <p:nvPr/>
        </p:nvSpPr>
        <p:spPr>
          <a:xfrm>
            <a:off x="9512300" y="3015391"/>
            <a:ext cx="1696680" cy="484748"/>
          </a:xfrm>
          <a:prstGeom prst="rect">
            <a:avLst/>
          </a:prstGeom>
          <a:noFill/>
        </p:spPr>
        <p:txBody>
          <a:bodyPr wrap="square" lIns="0" tIns="0" rIns="0" bIns="0" rtlCol="0">
            <a:spAutoFit/>
          </a:bodyPr>
          <a:lstStyle/>
          <a:p>
            <a:pPr algn="l"/>
            <a:r>
              <a:rPr lang="en-US" sz="1050" dirty="0">
                <a:latin typeface="Manrope Light" pitchFamily="2" charset="0"/>
              </a:rPr>
              <a:t>Scalable Micro-services Enablement (MESH Commerce)</a:t>
            </a:r>
          </a:p>
        </p:txBody>
      </p:sp>
      <p:sp>
        <p:nvSpPr>
          <p:cNvPr id="13" name="TextBox 12">
            <a:extLst>
              <a:ext uri="{FF2B5EF4-FFF2-40B4-BE49-F238E27FC236}">
                <a16:creationId xmlns:a16="http://schemas.microsoft.com/office/drawing/2014/main" id="{D561C8B6-B1E3-ED69-979D-4B3A7B7BD826}"/>
              </a:ext>
            </a:extLst>
          </p:cNvPr>
          <p:cNvSpPr txBox="1"/>
          <p:nvPr/>
        </p:nvSpPr>
        <p:spPr>
          <a:xfrm>
            <a:off x="7321421" y="3752814"/>
            <a:ext cx="1630442" cy="323165"/>
          </a:xfrm>
          <a:prstGeom prst="rect">
            <a:avLst/>
          </a:prstGeom>
          <a:noFill/>
        </p:spPr>
        <p:txBody>
          <a:bodyPr wrap="square" lIns="0" tIns="0" rIns="0" bIns="0" rtlCol="0">
            <a:spAutoFit/>
          </a:bodyPr>
          <a:lstStyle/>
          <a:p>
            <a:pPr algn="l"/>
            <a:r>
              <a:rPr lang="en-US" sz="1050" dirty="0">
                <a:latin typeface="Manrope Light" pitchFamily="2" charset="0"/>
              </a:rPr>
              <a:t>Insights AI/ML-Driven Personalization</a:t>
            </a:r>
          </a:p>
        </p:txBody>
      </p:sp>
      <p:sp>
        <p:nvSpPr>
          <p:cNvPr id="14" name="TextBox 13">
            <a:extLst>
              <a:ext uri="{FF2B5EF4-FFF2-40B4-BE49-F238E27FC236}">
                <a16:creationId xmlns:a16="http://schemas.microsoft.com/office/drawing/2014/main" id="{3073C807-A8EC-AE29-7FE8-D7F7AC7C24D7}"/>
              </a:ext>
            </a:extLst>
          </p:cNvPr>
          <p:cNvSpPr txBox="1"/>
          <p:nvPr/>
        </p:nvSpPr>
        <p:spPr>
          <a:xfrm>
            <a:off x="9512300" y="3755277"/>
            <a:ext cx="2085695" cy="323165"/>
          </a:xfrm>
          <a:prstGeom prst="rect">
            <a:avLst/>
          </a:prstGeom>
          <a:noFill/>
        </p:spPr>
        <p:txBody>
          <a:bodyPr wrap="square" lIns="0" tIns="0" rIns="0" bIns="0" rtlCol="0">
            <a:spAutoFit/>
          </a:bodyPr>
          <a:lstStyle/>
          <a:p>
            <a:pPr algn="l"/>
            <a:r>
              <a:rPr lang="en-US" sz="1050" dirty="0">
                <a:latin typeface="Manrope Light" pitchFamily="2" charset="0"/>
              </a:rPr>
              <a:t>Smart search, facets, cataloging and taxonomy enablement</a:t>
            </a:r>
          </a:p>
        </p:txBody>
      </p:sp>
      <p:sp>
        <p:nvSpPr>
          <p:cNvPr id="15" name="TextBox 14">
            <a:extLst>
              <a:ext uri="{FF2B5EF4-FFF2-40B4-BE49-F238E27FC236}">
                <a16:creationId xmlns:a16="http://schemas.microsoft.com/office/drawing/2014/main" id="{8B2CCB68-59CA-3B3A-26BC-EC093E8951D4}"/>
              </a:ext>
            </a:extLst>
          </p:cNvPr>
          <p:cNvSpPr txBox="1"/>
          <p:nvPr/>
        </p:nvSpPr>
        <p:spPr>
          <a:xfrm>
            <a:off x="652419" y="4395331"/>
            <a:ext cx="3259182" cy="184666"/>
          </a:xfrm>
          <a:prstGeom prst="rect">
            <a:avLst/>
          </a:prstGeom>
          <a:noFill/>
        </p:spPr>
        <p:txBody>
          <a:bodyPr wrap="square" lIns="0" tIns="0" rIns="0" bIns="0" rtlCol="0">
            <a:spAutoFit/>
          </a:bodyPr>
          <a:lstStyle/>
          <a:p>
            <a:pPr algn="l"/>
            <a:r>
              <a:rPr lang="en-US" sz="1200" dirty="0"/>
              <a:t>Shoppable Commerce Practice Services</a:t>
            </a:r>
          </a:p>
        </p:txBody>
      </p:sp>
      <p:cxnSp>
        <p:nvCxnSpPr>
          <p:cNvPr id="16" name="Straight Connector 15">
            <a:extLst>
              <a:ext uri="{FF2B5EF4-FFF2-40B4-BE49-F238E27FC236}">
                <a16:creationId xmlns:a16="http://schemas.microsoft.com/office/drawing/2014/main" id="{D1C6E5A8-6BC2-8B12-4DE9-F730E564AEB4}"/>
              </a:ext>
            </a:extLst>
          </p:cNvPr>
          <p:cNvCxnSpPr>
            <a:cxnSpLocks/>
          </p:cNvCxnSpPr>
          <p:nvPr/>
        </p:nvCxnSpPr>
        <p:spPr>
          <a:xfrm>
            <a:off x="643849" y="4636175"/>
            <a:ext cx="10924264" cy="0"/>
          </a:xfrm>
          <a:prstGeom prst="line">
            <a:avLst/>
          </a:prstGeom>
          <a:ln w="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17" name="TextBox 16">
            <a:extLst>
              <a:ext uri="{FF2B5EF4-FFF2-40B4-BE49-F238E27FC236}">
                <a16:creationId xmlns:a16="http://schemas.microsoft.com/office/drawing/2014/main" id="{E5DC01F7-A390-A4BA-34C6-2200990A1C3A}"/>
              </a:ext>
            </a:extLst>
          </p:cNvPr>
          <p:cNvSpPr txBox="1"/>
          <p:nvPr/>
        </p:nvSpPr>
        <p:spPr>
          <a:xfrm>
            <a:off x="652419" y="4786539"/>
            <a:ext cx="1060970" cy="323165"/>
          </a:xfrm>
          <a:prstGeom prst="rect">
            <a:avLst/>
          </a:prstGeom>
          <a:noFill/>
        </p:spPr>
        <p:txBody>
          <a:bodyPr wrap="square" lIns="0" tIns="0" rIns="0" bIns="0" rtlCol="0">
            <a:spAutoFit/>
          </a:bodyPr>
          <a:lstStyle/>
          <a:p>
            <a:pPr algn="l"/>
            <a:r>
              <a:rPr lang="en-US" sz="1050" dirty="0">
                <a:latin typeface="Manrope Light" pitchFamily="2" charset="0"/>
              </a:rPr>
              <a:t>Strategic Consulting</a:t>
            </a:r>
          </a:p>
        </p:txBody>
      </p:sp>
      <p:sp>
        <p:nvSpPr>
          <p:cNvPr id="18" name="TextBox 17">
            <a:extLst>
              <a:ext uri="{FF2B5EF4-FFF2-40B4-BE49-F238E27FC236}">
                <a16:creationId xmlns:a16="http://schemas.microsoft.com/office/drawing/2014/main" id="{F993C4CE-6550-FBAA-0D91-3F9D50619663}"/>
              </a:ext>
            </a:extLst>
          </p:cNvPr>
          <p:cNvSpPr txBox="1"/>
          <p:nvPr/>
        </p:nvSpPr>
        <p:spPr>
          <a:xfrm>
            <a:off x="6203406" y="4786539"/>
            <a:ext cx="1207529" cy="323165"/>
          </a:xfrm>
          <a:prstGeom prst="rect">
            <a:avLst/>
          </a:prstGeom>
          <a:noFill/>
        </p:spPr>
        <p:txBody>
          <a:bodyPr wrap="square" lIns="0" tIns="0" rIns="0" bIns="0" rtlCol="0">
            <a:spAutoFit/>
          </a:bodyPr>
          <a:lstStyle/>
          <a:p>
            <a:pPr algn="l"/>
            <a:r>
              <a:rPr lang="en-US" sz="1050" dirty="0">
                <a:latin typeface="Manrope Light" pitchFamily="2" charset="0"/>
              </a:rPr>
              <a:t>Seamless Experience Design</a:t>
            </a:r>
          </a:p>
        </p:txBody>
      </p:sp>
      <p:sp>
        <p:nvSpPr>
          <p:cNvPr id="19" name="TextBox 18">
            <a:extLst>
              <a:ext uri="{FF2B5EF4-FFF2-40B4-BE49-F238E27FC236}">
                <a16:creationId xmlns:a16="http://schemas.microsoft.com/office/drawing/2014/main" id="{962AAAF0-7BF4-AE7F-7E68-44FFECEB9295}"/>
              </a:ext>
            </a:extLst>
          </p:cNvPr>
          <p:cNvSpPr txBox="1"/>
          <p:nvPr/>
        </p:nvSpPr>
        <p:spPr>
          <a:xfrm>
            <a:off x="8415902" y="4773642"/>
            <a:ext cx="1350296" cy="323165"/>
          </a:xfrm>
          <a:prstGeom prst="rect">
            <a:avLst/>
          </a:prstGeom>
          <a:noFill/>
        </p:spPr>
        <p:txBody>
          <a:bodyPr wrap="square" lIns="0" tIns="0" rIns="0" bIns="0" rtlCol="0">
            <a:spAutoFit/>
          </a:bodyPr>
          <a:lstStyle/>
          <a:p>
            <a:pPr algn="l"/>
            <a:r>
              <a:rPr lang="en-US" sz="1050" dirty="0">
                <a:latin typeface="Manrope Light" pitchFamily="2" charset="0"/>
              </a:rPr>
              <a:t>Solutions</a:t>
            </a:r>
          </a:p>
          <a:p>
            <a:pPr algn="l"/>
            <a:r>
              <a:rPr lang="en-US" sz="1050" dirty="0">
                <a:latin typeface="Manrope Light" pitchFamily="2" charset="0"/>
              </a:rPr>
              <a:t>Management</a:t>
            </a:r>
          </a:p>
        </p:txBody>
      </p:sp>
      <p:sp>
        <p:nvSpPr>
          <p:cNvPr id="20" name="TextBox 19">
            <a:extLst>
              <a:ext uri="{FF2B5EF4-FFF2-40B4-BE49-F238E27FC236}">
                <a16:creationId xmlns:a16="http://schemas.microsoft.com/office/drawing/2014/main" id="{F825E25C-FF93-3E43-8D71-43EBB381BBD6}"/>
              </a:ext>
            </a:extLst>
          </p:cNvPr>
          <p:cNvSpPr txBox="1"/>
          <p:nvPr/>
        </p:nvSpPr>
        <p:spPr>
          <a:xfrm>
            <a:off x="2474484" y="4773642"/>
            <a:ext cx="1207530" cy="323165"/>
          </a:xfrm>
          <a:prstGeom prst="rect">
            <a:avLst/>
          </a:prstGeom>
          <a:noFill/>
        </p:spPr>
        <p:txBody>
          <a:bodyPr wrap="square" lIns="0" tIns="0" rIns="0" bIns="0" rtlCol="0">
            <a:spAutoFit/>
          </a:bodyPr>
          <a:lstStyle/>
          <a:p>
            <a:pPr algn="l"/>
            <a:r>
              <a:rPr lang="en-US" sz="1050" dirty="0">
                <a:latin typeface="Manrope Light" pitchFamily="2" charset="0"/>
              </a:rPr>
              <a:t>Commerce Optimization</a:t>
            </a:r>
          </a:p>
        </p:txBody>
      </p:sp>
      <p:sp>
        <p:nvSpPr>
          <p:cNvPr id="21" name="TextBox 20">
            <a:extLst>
              <a:ext uri="{FF2B5EF4-FFF2-40B4-BE49-F238E27FC236}">
                <a16:creationId xmlns:a16="http://schemas.microsoft.com/office/drawing/2014/main" id="{45D4086E-11E7-785A-B5D4-4350B932472B}"/>
              </a:ext>
            </a:extLst>
          </p:cNvPr>
          <p:cNvSpPr txBox="1"/>
          <p:nvPr/>
        </p:nvSpPr>
        <p:spPr>
          <a:xfrm>
            <a:off x="4361978" y="4776433"/>
            <a:ext cx="1060970" cy="323165"/>
          </a:xfrm>
          <a:prstGeom prst="rect">
            <a:avLst/>
          </a:prstGeom>
          <a:noFill/>
        </p:spPr>
        <p:txBody>
          <a:bodyPr wrap="square" lIns="0" tIns="0" rIns="0" bIns="0" rtlCol="0">
            <a:spAutoFit/>
          </a:bodyPr>
          <a:lstStyle/>
          <a:p>
            <a:pPr algn="l"/>
            <a:r>
              <a:rPr lang="en-US" sz="1050" dirty="0">
                <a:latin typeface="Manrope Light" pitchFamily="2" charset="0"/>
              </a:rPr>
              <a:t>Headless Commerce</a:t>
            </a:r>
          </a:p>
        </p:txBody>
      </p:sp>
      <p:sp>
        <p:nvSpPr>
          <p:cNvPr id="48" name="TextBox 47">
            <a:extLst>
              <a:ext uri="{FF2B5EF4-FFF2-40B4-BE49-F238E27FC236}">
                <a16:creationId xmlns:a16="http://schemas.microsoft.com/office/drawing/2014/main" id="{CE245472-E94C-5337-09CA-F5C2B3E65F73}"/>
              </a:ext>
            </a:extLst>
          </p:cNvPr>
          <p:cNvSpPr txBox="1"/>
          <p:nvPr/>
        </p:nvSpPr>
        <p:spPr>
          <a:xfrm>
            <a:off x="10001176" y="4786539"/>
            <a:ext cx="1385005" cy="323165"/>
          </a:xfrm>
          <a:prstGeom prst="rect">
            <a:avLst/>
          </a:prstGeom>
          <a:noFill/>
        </p:spPr>
        <p:txBody>
          <a:bodyPr wrap="square" lIns="0" tIns="0" rIns="0" bIns="0" rtlCol="0">
            <a:spAutoFit/>
          </a:bodyPr>
          <a:lstStyle/>
          <a:p>
            <a:pPr algn="l"/>
            <a:r>
              <a:rPr lang="en-US" sz="1050" dirty="0">
                <a:latin typeface="Manrope Light" pitchFamily="2" charset="0"/>
              </a:rPr>
              <a:t>Ecommerce Solution Maturity</a:t>
            </a:r>
          </a:p>
        </p:txBody>
      </p:sp>
      <p:sp>
        <p:nvSpPr>
          <p:cNvPr id="49" name="Rounded Rectangle 25">
            <a:extLst>
              <a:ext uri="{FF2B5EF4-FFF2-40B4-BE49-F238E27FC236}">
                <a16:creationId xmlns:a16="http://schemas.microsoft.com/office/drawing/2014/main" id="{B9CCABB1-74AF-9981-C90E-E2F30FCA196C}"/>
              </a:ext>
            </a:extLst>
          </p:cNvPr>
          <p:cNvSpPr/>
          <p:nvPr/>
        </p:nvSpPr>
        <p:spPr>
          <a:xfrm>
            <a:off x="623889" y="5297386"/>
            <a:ext cx="10974106" cy="925614"/>
          </a:xfrm>
          <a:prstGeom prst="rect">
            <a:avLst/>
          </a:prstGeom>
          <a:solidFill>
            <a:srgbClr val="3B2DD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latin typeface="Manrope" pitchFamily="2" charset="0"/>
            </a:endParaRPr>
          </a:p>
        </p:txBody>
      </p:sp>
      <p:sp>
        <p:nvSpPr>
          <p:cNvPr id="50" name="320+">
            <a:extLst>
              <a:ext uri="{FF2B5EF4-FFF2-40B4-BE49-F238E27FC236}">
                <a16:creationId xmlns:a16="http://schemas.microsoft.com/office/drawing/2014/main" id="{154E956B-192C-4FDC-40C5-0A6B4813F940}"/>
              </a:ext>
            </a:extLst>
          </p:cNvPr>
          <p:cNvSpPr txBox="1"/>
          <p:nvPr/>
        </p:nvSpPr>
        <p:spPr>
          <a:xfrm>
            <a:off x="623888" y="936055"/>
            <a:ext cx="2075770" cy="615553"/>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0" tIns="0" rIns="0" bIns="0">
            <a:spAutoFit/>
          </a:bodyPr>
          <a:lstStyle>
            <a:lvl1pPr algn="ctr">
              <a:defRPr sz="8000">
                <a:solidFill>
                  <a:srgbClr val="3C2CDA"/>
                </a:solidFill>
                <a:latin typeface="Manrope ExtraLight SemiBold"/>
                <a:ea typeface="Manrope ExtraLight SemiBold"/>
                <a:cs typeface="Manrope ExtraLight SemiBold"/>
                <a:sym typeface="Manrope ExtraLight SemiBold"/>
              </a:defRPr>
            </a:lvl1pPr>
          </a:lstStyle>
          <a:p>
            <a:pPr algn="l"/>
            <a:r>
              <a:rPr lang="en-US" sz="2800" dirty="0">
                <a:solidFill>
                  <a:schemeClr val="accent1"/>
                </a:solidFill>
                <a:latin typeface="+mj-lt"/>
              </a:rPr>
              <a:t>300+</a:t>
            </a:r>
            <a:br>
              <a:rPr lang="en-US" sz="1800" dirty="0">
                <a:solidFill>
                  <a:schemeClr val="accent1"/>
                </a:solidFill>
                <a:latin typeface="+mj-lt"/>
              </a:rPr>
            </a:br>
            <a:r>
              <a:rPr lang="en-US" sz="1100" dirty="0">
                <a:solidFill>
                  <a:schemeClr val="tx1"/>
                </a:solidFill>
                <a:latin typeface="+mj-lt"/>
              </a:rPr>
              <a:t>Full Time Consultants</a:t>
            </a:r>
          </a:p>
        </p:txBody>
      </p:sp>
      <p:sp>
        <p:nvSpPr>
          <p:cNvPr id="51" name="320+">
            <a:extLst>
              <a:ext uri="{FF2B5EF4-FFF2-40B4-BE49-F238E27FC236}">
                <a16:creationId xmlns:a16="http://schemas.microsoft.com/office/drawing/2014/main" id="{2CEA2202-29D7-1628-28AA-CE6B3032DE17}"/>
              </a:ext>
            </a:extLst>
          </p:cNvPr>
          <p:cNvSpPr txBox="1"/>
          <p:nvPr/>
        </p:nvSpPr>
        <p:spPr>
          <a:xfrm>
            <a:off x="3317452" y="936054"/>
            <a:ext cx="2290485" cy="600164"/>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0" tIns="0" rIns="0" bIns="0">
            <a:spAutoFit/>
          </a:bodyPr>
          <a:lstStyle>
            <a:lvl1pPr algn="ctr">
              <a:defRPr sz="8000">
                <a:solidFill>
                  <a:srgbClr val="3C2CDA"/>
                </a:solidFill>
                <a:latin typeface="Manrope ExtraLight SemiBold"/>
                <a:ea typeface="Manrope ExtraLight SemiBold"/>
                <a:cs typeface="Manrope ExtraLight SemiBold"/>
                <a:sym typeface="Manrope ExtraLight SemiBold"/>
              </a:defRPr>
            </a:lvl1pPr>
          </a:lstStyle>
          <a:p>
            <a:pPr algn="l"/>
            <a:r>
              <a:rPr lang="en-US" sz="2800" dirty="0">
                <a:solidFill>
                  <a:schemeClr val="accent1"/>
                </a:solidFill>
                <a:latin typeface="+mj-lt"/>
              </a:rPr>
              <a:t>50%</a:t>
            </a:r>
          </a:p>
          <a:p>
            <a:pPr algn="l"/>
            <a:r>
              <a:rPr lang="en-US" sz="1100" dirty="0">
                <a:solidFill>
                  <a:schemeClr val="tx1"/>
                </a:solidFill>
                <a:latin typeface="+mj-lt"/>
              </a:rPr>
              <a:t>Certified Professionals</a:t>
            </a:r>
          </a:p>
        </p:txBody>
      </p:sp>
      <p:sp>
        <p:nvSpPr>
          <p:cNvPr id="52" name="320+">
            <a:extLst>
              <a:ext uri="{FF2B5EF4-FFF2-40B4-BE49-F238E27FC236}">
                <a16:creationId xmlns:a16="http://schemas.microsoft.com/office/drawing/2014/main" id="{9774DBFD-BF73-F752-5E86-A192C4239961}"/>
              </a:ext>
            </a:extLst>
          </p:cNvPr>
          <p:cNvSpPr txBox="1"/>
          <p:nvPr/>
        </p:nvSpPr>
        <p:spPr>
          <a:xfrm>
            <a:off x="6096000" y="936054"/>
            <a:ext cx="3513114" cy="76944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0" tIns="0" rIns="0" bIns="0">
            <a:spAutoFit/>
          </a:bodyPr>
          <a:lstStyle>
            <a:lvl1pPr algn="ctr">
              <a:defRPr sz="8000">
                <a:solidFill>
                  <a:srgbClr val="3C2CDA"/>
                </a:solidFill>
                <a:latin typeface="Manrope ExtraLight SemiBold"/>
                <a:ea typeface="Manrope ExtraLight SemiBold"/>
                <a:cs typeface="Manrope ExtraLight SemiBold"/>
                <a:sym typeface="Manrope ExtraLight SemiBold"/>
              </a:defRPr>
            </a:lvl1pPr>
          </a:lstStyle>
          <a:p>
            <a:pPr algn="l"/>
            <a:r>
              <a:rPr lang="en-US" sz="2800" dirty="0">
                <a:solidFill>
                  <a:schemeClr val="accent1"/>
                </a:solidFill>
                <a:latin typeface="+mj-lt"/>
              </a:rPr>
              <a:t>20+</a:t>
            </a:r>
            <a:br>
              <a:rPr lang="en-US" sz="2800" dirty="0">
                <a:solidFill>
                  <a:schemeClr val="accent1"/>
                </a:solidFill>
                <a:latin typeface="+mj-lt"/>
              </a:rPr>
            </a:br>
            <a:r>
              <a:rPr lang="en-US" sz="1100" dirty="0">
                <a:solidFill>
                  <a:schemeClr val="tx1"/>
                </a:solidFill>
                <a:latin typeface="+mj-lt"/>
              </a:rPr>
              <a:t>Years of avg. leadership  experience</a:t>
            </a:r>
          </a:p>
          <a:p>
            <a:pPr algn="l"/>
            <a:endParaRPr lang="en-US" sz="1100" dirty="0">
              <a:solidFill>
                <a:schemeClr val="tx1"/>
              </a:solidFill>
              <a:latin typeface="+mj-lt"/>
            </a:endParaRPr>
          </a:p>
        </p:txBody>
      </p:sp>
      <p:sp>
        <p:nvSpPr>
          <p:cNvPr id="53" name="320+">
            <a:extLst>
              <a:ext uri="{FF2B5EF4-FFF2-40B4-BE49-F238E27FC236}">
                <a16:creationId xmlns:a16="http://schemas.microsoft.com/office/drawing/2014/main" id="{C8DCC109-593B-5E1B-9F9E-842DF152DD10}"/>
              </a:ext>
            </a:extLst>
          </p:cNvPr>
          <p:cNvSpPr txBox="1"/>
          <p:nvPr/>
        </p:nvSpPr>
        <p:spPr>
          <a:xfrm>
            <a:off x="8963075" y="922294"/>
            <a:ext cx="2290485" cy="76944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0" tIns="0" rIns="0" bIns="0">
            <a:spAutoFit/>
          </a:bodyPr>
          <a:lstStyle>
            <a:lvl1pPr algn="ctr">
              <a:defRPr sz="8000">
                <a:solidFill>
                  <a:srgbClr val="3C2CDA"/>
                </a:solidFill>
                <a:latin typeface="Manrope ExtraLight SemiBold"/>
                <a:ea typeface="Manrope ExtraLight SemiBold"/>
                <a:cs typeface="Manrope ExtraLight SemiBold"/>
                <a:sym typeface="Manrope ExtraLight SemiBold"/>
              </a:defRPr>
            </a:lvl1pPr>
          </a:lstStyle>
          <a:p>
            <a:pPr algn="l"/>
            <a:r>
              <a:rPr lang="en-US" sz="2800" dirty="0">
                <a:solidFill>
                  <a:schemeClr val="accent1"/>
                </a:solidFill>
                <a:latin typeface="+mj-lt"/>
              </a:rPr>
              <a:t>4</a:t>
            </a:r>
            <a:br>
              <a:rPr lang="en-US" sz="1800" dirty="0">
                <a:solidFill>
                  <a:schemeClr val="accent1"/>
                </a:solidFill>
                <a:latin typeface="+mj-lt"/>
              </a:rPr>
            </a:br>
            <a:r>
              <a:rPr lang="en-US" sz="1100" dirty="0">
                <a:solidFill>
                  <a:schemeClr val="tx1"/>
                </a:solidFill>
                <a:latin typeface="+mj-lt"/>
              </a:rPr>
              <a:t>Years of avg. consultant experience</a:t>
            </a:r>
          </a:p>
          <a:p>
            <a:pPr algn="l"/>
            <a:endParaRPr lang="en-US" sz="1100" dirty="0">
              <a:solidFill>
                <a:schemeClr val="tx1"/>
              </a:solidFill>
              <a:latin typeface="+mj-lt"/>
            </a:endParaRPr>
          </a:p>
        </p:txBody>
      </p:sp>
      <p:sp>
        <p:nvSpPr>
          <p:cNvPr id="23" name="TextBox 22">
            <a:extLst>
              <a:ext uri="{FF2B5EF4-FFF2-40B4-BE49-F238E27FC236}">
                <a16:creationId xmlns:a16="http://schemas.microsoft.com/office/drawing/2014/main" id="{0F7A4C2C-D400-A3D6-31E6-A310F83F06DE}"/>
              </a:ext>
            </a:extLst>
          </p:cNvPr>
          <p:cNvSpPr txBox="1"/>
          <p:nvPr/>
        </p:nvSpPr>
        <p:spPr>
          <a:xfrm>
            <a:off x="4816377" y="5481382"/>
            <a:ext cx="2774057" cy="590349"/>
          </a:xfrm>
          <a:prstGeom prst="rect">
            <a:avLst/>
          </a:prstGeom>
          <a:noFill/>
        </p:spPr>
        <p:txBody>
          <a:bodyPr wrap="square" lIns="0" tIns="0" rIns="0" bIns="36000">
            <a:spAutoFit/>
          </a:bodyPr>
          <a:lstStyle>
            <a:defPPr>
              <a:defRPr lang="es-CO"/>
            </a:defPPr>
            <a:lvl1pPr>
              <a:defRPr sz="1200" b="0" i="0" u="none" strike="noStrike">
                <a:solidFill>
                  <a:schemeClr val="tx2"/>
                </a:solidFill>
                <a:effectLst/>
                <a:latin typeface="Arial Nova" panose="020B0504020202020204" pitchFamily="34" charset="0"/>
              </a:defRPr>
            </a:lvl1pPr>
          </a:lstStyle>
          <a:p>
            <a:pPr marL="0" marR="0" lvl="0" indent="0"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dirty="0">
                <a:ln>
                  <a:noFill/>
                </a:ln>
                <a:solidFill>
                  <a:schemeClr val="bg1"/>
                </a:solidFill>
                <a:effectLst/>
                <a:uLnTx/>
                <a:uFillTx/>
                <a:latin typeface="+mj-lt"/>
                <a:ea typeface="+mn-ea"/>
                <a:cs typeface="+mn-cs"/>
              </a:rPr>
              <a:t>Hexaware wins the 2023 ISG ANZ Paragon Award™ in the “Transformation” category for building the best-in-class innovative digital experience platform for a top luxurious retail outlet</a:t>
            </a:r>
          </a:p>
        </p:txBody>
      </p:sp>
      <p:sp>
        <p:nvSpPr>
          <p:cNvPr id="24" name="TextBox 23">
            <a:extLst>
              <a:ext uri="{FF2B5EF4-FFF2-40B4-BE49-F238E27FC236}">
                <a16:creationId xmlns:a16="http://schemas.microsoft.com/office/drawing/2014/main" id="{4E244395-DAF9-990E-2110-DE45155A6730}"/>
              </a:ext>
            </a:extLst>
          </p:cNvPr>
          <p:cNvSpPr txBox="1"/>
          <p:nvPr/>
        </p:nvSpPr>
        <p:spPr>
          <a:xfrm>
            <a:off x="8222085" y="5481382"/>
            <a:ext cx="2774057" cy="590349"/>
          </a:xfrm>
          <a:prstGeom prst="rect">
            <a:avLst/>
          </a:prstGeom>
          <a:noFill/>
        </p:spPr>
        <p:txBody>
          <a:bodyPr wrap="square" lIns="0" tIns="0" rIns="0" bIns="36000">
            <a:spAutoFit/>
          </a:bodyPr>
          <a:lstStyle>
            <a:defPPr>
              <a:defRPr lang="es-CO"/>
            </a:defPPr>
            <a:lvl1pPr>
              <a:defRPr sz="1200" b="0" i="0" u="none" strike="noStrike">
                <a:solidFill>
                  <a:schemeClr val="tx2"/>
                </a:solidFill>
                <a:effectLst/>
                <a:latin typeface="Arial Nova" panose="020B0504020202020204" pitchFamily="34" charset="0"/>
              </a:defRPr>
            </a:lvl1pPr>
          </a:lstStyle>
          <a:p>
            <a:pPr marL="0" marR="0" lvl="0" indent="0"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dirty="0">
                <a:ln>
                  <a:noFill/>
                </a:ln>
                <a:solidFill>
                  <a:schemeClr val="bg1"/>
                </a:solidFill>
                <a:effectLst/>
                <a:uLnTx/>
                <a:uFillTx/>
                <a:latin typeface="+mj-lt"/>
                <a:ea typeface="+mn-ea"/>
                <a:cs typeface="+mn-cs"/>
              </a:rPr>
              <a:t>Hexaware wins the Standout </a:t>
            </a:r>
            <a:r>
              <a:rPr lang="en-US" sz="900" dirty="0">
                <a:solidFill>
                  <a:schemeClr val="bg1"/>
                </a:solidFill>
                <a:latin typeface="+mj-lt"/>
              </a:rPr>
              <a:t>C</a:t>
            </a:r>
            <a:r>
              <a:rPr kumimoji="0" lang="en-US" sz="900" b="0" i="0" u="none" strike="noStrike" kern="1200" cap="none" spc="0" normalizeH="0" baseline="0" noProof="0" dirty="0" err="1">
                <a:ln>
                  <a:noFill/>
                </a:ln>
                <a:solidFill>
                  <a:schemeClr val="bg1"/>
                </a:solidFill>
                <a:effectLst/>
                <a:uLnTx/>
                <a:uFillTx/>
                <a:latin typeface="+mj-lt"/>
                <a:ea typeface="+mn-ea"/>
                <a:cs typeface="+mn-cs"/>
              </a:rPr>
              <a:t>ase</a:t>
            </a:r>
            <a:r>
              <a:rPr kumimoji="0" lang="en-US" sz="900" b="0" i="0" u="none" strike="noStrike" kern="1200" cap="none" spc="0" normalizeH="0" baseline="0" noProof="0" dirty="0">
                <a:ln>
                  <a:noFill/>
                </a:ln>
                <a:solidFill>
                  <a:schemeClr val="bg1"/>
                </a:solidFill>
                <a:effectLst/>
                <a:uLnTx/>
                <a:uFillTx/>
                <a:latin typeface="+mj-lt"/>
                <a:ea typeface="+mn-ea"/>
                <a:cs typeface="+mn-cs"/>
              </a:rPr>
              <a:t> Study </a:t>
            </a:r>
            <a:r>
              <a:rPr lang="en-US" sz="900" dirty="0">
                <a:solidFill>
                  <a:schemeClr val="bg1"/>
                </a:solidFill>
                <a:latin typeface="+mj-lt"/>
              </a:rPr>
              <a:t>A</a:t>
            </a:r>
            <a:r>
              <a:rPr kumimoji="0" lang="en-US" sz="900" b="0" i="0" u="none" strike="noStrike" kern="1200" cap="none" spc="0" normalizeH="0" baseline="0" noProof="0" dirty="0">
                <a:ln>
                  <a:noFill/>
                </a:ln>
                <a:solidFill>
                  <a:schemeClr val="bg1"/>
                </a:solidFill>
                <a:effectLst/>
                <a:uLnTx/>
                <a:uFillTx/>
                <a:latin typeface="+mj-lt"/>
                <a:ea typeface="+mn-ea"/>
                <a:cs typeface="+mn-cs"/>
              </a:rPr>
              <a:t>ward in the 2022 ISG Digital Case Study Awards™ “Expanding revenue and customer relations through a sales app that helps agents close deal”</a:t>
            </a:r>
          </a:p>
        </p:txBody>
      </p:sp>
      <p:sp>
        <p:nvSpPr>
          <p:cNvPr id="28" name="TextBox 27">
            <a:extLst>
              <a:ext uri="{FF2B5EF4-FFF2-40B4-BE49-F238E27FC236}">
                <a16:creationId xmlns:a16="http://schemas.microsoft.com/office/drawing/2014/main" id="{113E2A6C-DD99-E7B5-F0FA-18634DFD4BFB}"/>
              </a:ext>
            </a:extLst>
          </p:cNvPr>
          <p:cNvSpPr txBox="1"/>
          <p:nvPr/>
        </p:nvSpPr>
        <p:spPr>
          <a:xfrm>
            <a:off x="920031" y="5481382"/>
            <a:ext cx="2774057" cy="590349"/>
          </a:xfrm>
          <a:prstGeom prst="rect">
            <a:avLst/>
          </a:prstGeom>
          <a:noFill/>
        </p:spPr>
        <p:txBody>
          <a:bodyPr wrap="square" lIns="0" tIns="0" rIns="0" bIns="36000">
            <a:spAutoFit/>
          </a:bodyPr>
          <a:lstStyle>
            <a:defPPr>
              <a:defRPr lang="es-CO"/>
            </a:defPPr>
            <a:lvl1pPr>
              <a:defRPr sz="1200" b="0" i="0" u="none" strike="noStrike">
                <a:solidFill>
                  <a:schemeClr val="tx2"/>
                </a:solidFill>
                <a:effectLst/>
                <a:latin typeface="Arial Nova" panose="020B0504020202020204" pitchFamily="34" charset="0"/>
              </a:defRPr>
            </a:lvl1pPr>
          </a:lstStyle>
          <a:p>
            <a:pPr marL="0" marR="0" lvl="0" indent="0"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dirty="0">
                <a:ln>
                  <a:noFill/>
                </a:ln>
                <a:solidFill>
                  <a:schemeClr val="bg1"/>
                </a:solidFill>
                <a:effectLst/>
                <a:uLnTx/>
                <a:uFillTx/>
                <a:latin typeface="+mj-lt"/>
                <a:ea typeface="+mn-ea"/>
                <a:cs typeface="+mn-cs"/>
              </a:rPr>
              <a:t>Hexaware wins the Standout Case Study Award in the 2022 ISG Digital Case Study Awards™ for launching a “First-of-its-kind digital customizable fashion showroom experience to engage luxury buyers” </a:t>
            </a:r>
          </a:p>
        </p:txBody>
      </p:sp>
    </p:spTree>
    <p:extLst>
      <p:ext uri="{BB962C8B-B14F-4D97-AF65-F5344CB8AC3E}">
        <p14:creationId xmlns:p14="http://schemas.microsoft.com/office/powerpoint/2010/main" val="193676975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25F0482-C5A5-7E39-F5AB-67E6AE0EB895}"/>
            </a:ext>
          </a:extLst>
        </p:cNvPr>
        <p:cNvGrpSpPr/>
        <p:nvPr/>
      </p:nvGrpSpPr>
      <p:grpSpPr>
        <a:xfrm>
          <a:off x="0" y="0"/>
          <a:ext cx="0" cy="0"/>
          <a:chOff x="0" y="0"/>
          <a:chExt cx="0" cy="0"/>
        </a:xfrm>
      </p:grpSpPr>
      <p:sp>
        <p:nvSpPr>
          <p:cNvPr id="2" name="Text Placeholder 1">
            <a:extLst>
              <a:ext uri="{FF2B5EF4-FFF2-40B4-BE49-F238E27FC236}">
                <a16:creationId xmlns:a16="http://schemas.microsoft.com/office/drawing/2014/main" id="{A1AA0A2C-1471-56CD-A1CC-9B5568561115}"/>
              </a:ext>
            </a:extLst>
          </p:cNvPr>
          <p:cNvSpPr>
            <a:spLocks noGrp="1"/>
          </p:cNvSpPr>
          <p:nvPr>
            <p:ph type="body" sz="quarter" idx="15"/>
          </p:nvPr>
        </p:nvSpPr>
        <p:spPr>
          <a:xfrm flipH="1">
            <a:off x="623888" y="457200"/>
            <a:ext cx="8172450" cy="244101"/>
          </a:xfrm>
        </p:spPr>
        <p:txBody>
          <a:bodyPr/>
          <a:lstStyle/>
          <a:p>
            <a:r>
              <a:rPr lang="en-US"/>
              <a:t>Our Collaboration Partners</a:t>
            </a:r>
          </a:p>
        </p:txBody>
      </p:sp>
      <p:grpSp>
        <p:nvGrpSpPr>
          <p:cNvPr id="15" name="Group 14">
            <a:extLst>
              <a:ext uri="{FF2B5EF4-FFF2-40B4-BE49-F238E27FC236}">
                <a16:creationId xmlns:a16="http://schemas.microsoft.com/office/drawing/2014/main" id="{2D620E62-D750-7A3D-8B81-93F112DCC065}"/>
              </a:ext>
            </a:extLst>
          </p:cNvPr>
          <p:cNvGrpSpPr/>
          <p:nvPr/>
        </p:nvGrpSpPr>
        <p:grpSpPr>
          <a:xfrm>
            <a:off x="5859106" y="3303492"/>
            <a:ext cx="5340706" cy="2924915"/>
            <a:chOff x="6299257" y="2801842"/>
            <a:chExt cx="5340706" cy="2924915"/>
          </a:xfrm>
        </p:grpSpPr>
        <p:pic>
          <p:nvPicPr>
            <p:cNvPr id="22" name="Picture 21">
              <a:extLst>
                <a:ext uri="{FF2B5EF4-FFF2-40B4-BE49-F238E27FC236}">
                  <a16:creationId xmlns:a16="http://schemas.microsoft.com/office/drawing/2014/main" id="{06D3BDDB-B06B-8782-AD83-813942E9D76C}"/>
                </a:ext>
              </a:extLst>
            </p:cNvPr>
            <p:cNvPicPr>
              <a:picLocks noChangeAspect="1"/>
            </p:cNvPicPr>
            <p:nvPr/>
          </p:nvPicPr>
          <p:blipFill>
            <a:blip r:embed="rId2" cstate="screen">
              <a:extLst>
                <a:ext uri="{28A0092B-C50C-407E-A947-70E740481C1C}">
                  <a14:useLocalDpi xmlns:a14="http://schemas.microsoft.com/office/drawing/2010/main"/>
                </a:ext>
              </a:extLst>
            </a:blip>
            <a:stretch>
              <a:fillRect/>
            </a:stretch>
          </p:blipFill>
          <p:spPr>
            <a:xfrm>
              <a:off x="9136942" y="2801842"/>
              <a:ext cx="2503021" cy="2908463"/>
            </a:xfrm>
            <a:prstGeom prst="rect">
              <a:avLst/>
            </a:prstGeom>
            <a:ln>
              <a:noFill/>
            </a:ln>
          </p:spPr>
        </p:pic>
        <p:pic>
          <p:nvPicPr>
            <p:cNvPr id="24" name="Picture 2" descr="See the source image">
              <a:extLst>
                <a:ext uri="{FF2B5EF4-FFF2-40B4-BE49-F238E27FC236}">
                  <a16:creationId xmlns:a16="http://schemas.microsoft.com/office/drawing/2014/main" id="{EDD14599-C1C6-F66A-D0EC-B2A70A915C1E}"/>
                </a:ext>
              </a:extLst>
            </p:cNvPr>
            <p:cNvPicPr>
              <a:picLocks noChangeAspect="1" noChangeArrowheads="1"/>
            </p:cNvPicPr>
            <p:nvPr/>
          </p:nvPicPr>
          <p:blipFill>
            <a:blip r:embed="rId3" cstate="screen">
              <a:extLst>
                <a:ext uri="{28A0092B-C50C-407E-A947-70E740481C1C}">
                  <a14:useLocalDpi xmlns:a14="http://schemas.microsoft.com/office/drawing/2010/main"/>
                </a:ext>
              </a:extLst>
            </a:blip>
            <a:srcRect/>
            <a:stretch>
              <a:fillRect/>
            </a:stretch>
          </p:blipFill>
          <p:spPr bwMode="auto">
            <a:xfrm>
              <a:off x="9514620" y="3433408"/>
              <a:ext cx="1682035" cy="934464"/>
            </a:xfrm>
            <a:prstGeom prst="rect">
              <a:avLst/>
            </a:prstGeom>
            <a:noFill/>
            <a:extLst>
              <a:ext uri="{909E8E84-426E-40DD-AFC4-6F175D3DCCD1}">
                <a14:hiddenFill xmlns:a14="http://schemas.microsoft.com/office/drawing/2010/main">
                  <a:solidFill>
                    <a:srgbClr val="FFFFFF"/>
                  </a:solidFill>
                </a14:hiddenFill>
              </a:ext>
            </a:extLst>
          </p:spPr>
        </p:pic>
        <p:pic>
          <p:nvPicPr>
            <p:cNvPr id="18" name="Picture 17">
              <a:extLst>
                <a:ext uri="{FF2B5EF4-FFF2-40B4-BE49-F238E27FC236}">
                  <a16:creationId xmlns:a16="http://schemas.microsoft.com/office/drawing/2014/main" id="{E2917581-242D-23D7-B2E3-D740CD866000}"/>
                </a:ext>
              </a:extLst>
            </p:cNvPr>
            <p:cNvPicPr>
              <a:picLocks noChangeAspect="1"/>
            </p:cNvPicPr>
            <p:nvPr/>
          </p:nvPicPr>
          <p:blipFill>
            <a:blip r:embed="rId4" cstate="screen">
              <a:extLst>
                <a:ext uri="{28A0092B-C50C-407E-A947-70E740481C1C}">
                  <a14:useLocalDpi xmlns:a14="http://schemas.microsoft.com/office/drawing/2010/main"/>
                </a:ext>
              </a:extLst>
            </a:blip>
            <a:stretch>
              <a:fillRect/>
            </a:stretch>
          </p:blipFill>
          <p:spPr>
            <a:xfrm>
              <a:off x="6299257" y="2818296"/>
              <a:ext cx="2503020" cy="2908461"/>
            </a:xfrm>
            <a:prstGeom prst="rect">
              <a:avLst/>
            </a:prstGeom>
            <a:ln>
              <a:noFill/>
            </a:ln>
          </p:spPr>
        </p:pic>
        <p:pic>
          <p:nvPicPr>
            <p:cNvPr id="20" name="Picture 19" descr="Logo&#10;&#10;Description automatically generated">
              <a:extLst>
                <a:ext uri="{FF2B5EF4-FFF2-40B4-BE49-F238E27FC236}">
                  <a16:creationId xmlns:a16="http://schemas.microsoft.com/office/drawing/2014/main" id="{B5553AEC-5117-BA2F-AB16-032BA89582F7}"/>
                </a:ext>
              </a:extLst>
            </p:cNvPr>
            <p:cNvPicPr>
              <a:picLocks noChangeAspect="1"/>
            </p:cNvPicPr>
            <p:nvPr/>
          </p:nvPicPr>
          <p:blipFill>
            <a:blip r:embed="rId5" cstate="screen">
              <a:extLst>
                <a:ext uri="{28A0092B-C50C-407E-A947-70E740481C1C}">
                  <a14:useLocalDpi xmlns:a14="http://schemas.microsoft.com/office/drawing/2010/main"/>
                </a:ext>
              </a:extLst>
            </a:blip>
            <a:stretch>
              <a:fillRect/>
            </a:stretch>
          </p:blipFill>
          <p:spPr>
            <a:xfrm>
              <a:off x="6721146" y="3704747"/>
              <a:ext cx="1571835" cy="391786"/>
            </a:xfrm>
            <a:prstGeom prst="rect">
              <a:avLst/>
            </a:prstGeom>
          </p:spPr>
        </p:pic>
        <p:sp>
          <p:nvSpPr>
            <p:cNvPr id="21" name="TextBox 20">
              <a:extLst>
                <a:ext uri="{FF2B5EF4-FFF2-40B4-BE49-F238E27FC236}">
                  <a16:creationId xmlns:a16="http://schemas.microsoft.com/office/drawing/2014/main" id="{2DD9CD6C-45B4-B4CB-914A-DD81D4A39258}"/>
                </a:ext>
              </a:extLst>
            </p:cNvPr>
            <p:cNvSpPr txBox="1"/>
            <p:nvPr/>
          </p:nvSpPr>
          <p:spPr>
            <a:xfrm>
              <a:off x="6516075" y="4725961"/>
              <a:ext cx="2023734" cy="769441"/>
            </a:xfrm>
            <a:prstGeom prst="rect">
              <a:avLst/>
            </a:prstGeom>
            <a:noFill/>
          </p:spPr>
          <p:txBody>
            <a:bodyPr wrap="square" lIns="91440" tIns="45720" rIns="91440" bIns="45720" anchor="t">
              <a:spAutoFit/>
            </a:bodyPr>
            <a:lstStyle/>
            <a:p>
              <a:pPr algn="ctr"/>
              <a:r>
                <a:rPr lang="en-US" sz="1600" b="1" dirty="0">
                  <a:solidFill>
                    <a:schemeClr val="bg1"/>
                  </a:solidFill>
                  <a:latin typeface="Manrope"/>
                  <a:cs typeface="Poppins"/>
                </a:rPr>
                <a:t>BRONZE</a:t>
              </a:r>
            </a:p>
            <a:p>
              <a:pPr algn="ctr"/>
              <a:r>
                <a:rPr lang="en-US" sz="1400" dirty="0">
                  <a:solidFill>
                    <a:schemeClr val="bg1"/>
                  </a:solidFill>
                  <a:latin typeface="Manrope" pitchFamily="2" charset="0"/>
                  <a:cs typeface="Poppins Light" panose="00000400000000000000" pitchFamily="2" charset="0"/>
                </a:rPr>
                <a:t>LEVEL PARTNER</a:t>
              </a:r>
            </a:p>
            <a:p>
              <a:pPr algn="ctr"/>
              <a:r>
                <a:rPr lang="en-US" sz="1400" dirty="0">
                  <a:solidFill>
                    <a:schemeClr val="bg1"/>
                  </a:solidFill>
                  <a:latin typeface="Manrope" pitchFamily="2" charset="0"/>
                  <a:cs typeface="Poppins Light" panose="00000400000000000000" pitchFamily="2" charset="0"/>
                </a:rPr>
                <a:t>WITH DRUPAL ACQUIA</a:t>
              </a:r>
            </a:p>
          </p:txBody>
        </p:sp>
        <p:sp>
          <p:nvSpPr>
            <p:cNvPr id="25" name="TextBox 24">
              <a:extLst>
                <a:ext uri="{FF2B5EF4-FFF2-40B4-BE49-F238E27FC236}">
                  <a16:creationId xmlns:a16="http://schemas.microsoft.com/office/drawing/2014/main" id="{7790DF7A-BA3E-2EB2-3915-733B6A95D166}"/>
                </a:ext>
              </a:extLst>
            </p:cNvPr>
            <p:cNvSpPr txBox="1"/>
            <p:nvPr/>
          </p:nvSpPr>
          <p:spPr>
            <a:xfrm>
              <a:off x="9564799" y="4725961"/>
              <a:ext cx="1613002" cy="769441"/>
            </a:xfrm>
            <a:prstGeom prst="rect">
              <a:avLst/>
            </a:prstGeom>
            <a:noFill/>
          </p:spPr>
          <p:txBody>
            <a:bodyPr wrap="square" lIns="91440" tIns="45720" rIns="91440" bIns="45720" anchor="t">
              <a:spAutoFit/>
            </a:bodyPr>
            <a:lstStyle/>
            <a:p>
              <a:pPr algn="ctr"/>
              <a:r>
                <a:rPr lang="en-US" sz="1600" b="1" dirty="0">
                  <a:solidFill>
                    <a:schemeClr val="bg1"/>
                  </a:solidFill>
                  <a:latin typeface="Manrope"/>
                  <a:cs typeface="Poppins"/>
                </a:rPr>
                <a:t>GOLD</a:t>
              </a:r>
            </a:p>
            <a:p>
              <a:pPr algn="ctr"/>
              <a:r>
                <a:rPr lang="en-US" sz="1400" dirty="0">
                  <a:solidFill>
                    <a:schemeClr val="bg1"/>
                  </a:solidFill>
                  <a:latin typeface="Manrope" pitchFamily="2" charset="0"/>
                  <a:cs typeface="Poppins Light" panose="00000400000000000000" pitchFamily="2" charset="0"/>
                </a:rPr>
                <a:t>LEVEL PARTNER</a:t>
              </a:r>
            </a:p>
            <a:p>
              <a:pPr algn="ctr"/>
              <a:r>
                <a:rPr lang="en-US" sz="1400" dirty="0">
                  <a:solidFill>
                    <a:schemeClr val="bg1"/>
                  </a:solidFill>
                  <a:latin typeface="Manrope" pitchFamily="2" charset="0"/>
                  <a:cs typeface="Poppins Light" panose="00000400000000000000" pitchFamily="2" charset="0"/>
                </a:rPr>
                <a:t>WITH SPRYKER</a:t>
              </a:r>
            </a:p>
          </p:txBody>
        </p:sp>
      </p:grpSp>
      <p:sp>
        <p:nvSpPr>
          <p:cNvPr id="10" name="TextBox 9">
            <a:extLst>
              <a:ext uri="{FF2B5EF4-FFF2-40B4-BE49-F238E27FC236}">
                <a16:creationId xmlns:a16="http://schemas.microsoft.com/office/drawing/2014/main" id="{020D63EC-717E-6598-D5D0-2E31980B1C94}"/>
              </a:ext>
            </a:extLst>
          </p:cNvPr>
          <p:cNvSpPr txBox="1"/>
          <p:nvPr/>
        </p:nvSpPr>
        <p:spPr>
          <a:xfrm>
            <a:off x="964184" y="1673247"/>
            <a:ext cx="4060388" cy="4154984"/>
          </a:xfrm>
          <a:prstGeom prst="rect">
            <a:avLst/>
          </a:prstGeom>
          <a:noFill/>
        </p:spPr>
        <p:txBody>
          <a:bodyPr wrap="square">
            <a:spAutoFit/>
          </a:bodyPr>
          <a:lstStyle/>
          <a:p>
            <a:r>
              <a:rPr lang="en-US" sz="2400" dirty="0">
                <a:latin typeface="Manrope Light"/>
              </a:rPr>
              <a:t>We maintain a technology and platform-agnostic approach. </a:t>
            </a:r>
          </a:p>
          <a:p>
            <a:endParaRPr lang="en-US" sz="2400" dirty="0">
              <a:latin typeface="Manrope Light"/>
            </a:endParaRPr>
          </a:p>
          <a:p>
            <a:r>
              <a:rPr lang="en-US" sz="2400" dirty="0">
                <a:latin typeface="Manrope Light"/>
              </a:rPr>
              <a:t>Our team possesses the experience and depth of knowledge to deliver solutions across a wide range of platforms and technologies tailored to your needs.</a:t>
            </a:r>
          </a:p>
        </p:txBody>
      </p:sp>
      <p:grpSp>
        <p:nvGrpSpPr>
          <p:cNvPr id="14" name="Group 13">
            <a:extLst>
              <a:ext uri="{FF2B5EF4-FFF2-40B4-BE49-F238E27FC236}">
                <a16:creationId xmlns:a16="http://schemas.microsoft.com/office/drawing/2014/main" id="{75A489E5-78FD-03BA-1B40-4E86CA240D8D}"/>
              </a:ext>
            </a:extLst>
          </p:cNvPr>
          <p:cNvGrpSpPr/>
          <p:nvPr/>
        </p:nvGrpSpPr>
        <p:grpSpPr>
          <a:xfrm>
            <a:off x="5859108" y="622508"/>
            <a:ext cx="5340704" cy="2908461"/>
            <a:chOff x="623888" y="2811227"/>
            <a:chExt cx="5340704" cy="2908461"/>
          </a:xfrm>
        </p:grpSpPr>
        <p:pic>
          <p:nvPicPr>
            <p:cNvPr id="4" name="Picture 3">
              <a:extLst>
                <a:ext uri="{FF2B5EF4-FFF2-40B4-BE49-F238E27FC236}">
                  <a16:creationId xmlns:a16="http://schemas.microsoft.com/office/drawing/2014/main" id="{09D9D07A-69A8-73CE-8E28-987585821141}"/>
                </a:ext>
              </a:extLst>
            </p:cNvPr>
            <p:cNvPicPr>
              <a:picLocks noChangeAspect="1"/>
            </p:cNvPicPr>
            <p:nvPr/>
          </p:nvPicPr>
          <p:blipFill>
            <a:blip r:embed="rId6" cstate="screen">
              <a:extLst>
                <a:ext uri="{28A0092B-C50C-407E-A947-70E740481C1C}">
                  <a14:useLocalDpi xmlns:a14="http://schemas.microsoft.com/office/drawing/2010/main"/>
                </a:ext>
              </a:extLst>
            </a:blip>
            <a:stretch>
              <a:fillRect/>
            </a:stretch>
          </p:blipFill>
          <p:spPr>
            <a:xfrm>
              <a:off x="623888" y="2811227"/>
              <a:ext cx="2503019" cy="2908460"/>
            </a:xfrm>
            <a:prstGeom prst="rect">
              <a:avLst/>
            </a:prstGeom>
            <a:ln>
              <a:noFill/>
            </a:ln>
          </p:spPr>
        </p:pic>
        <p:pic>
          <p:nvPicPr>
            <p:cNvPr id="5" name="Picture 4" descr="Capabilities">
              <a:extLst>
                <a:ext uri="{FF2B5EF4-FFF2-40B4-BE49-F238E27FC236}">
                  <a16:creationId xmlns:a16="http://schemas.microsoft.com/office/drawing/2014/main" id="{F4E64EB1-5095-E70E-577C-5CF9EB4C5426}"/>
                </a:ext>
              </a:extLst>
            </p:cNvPr>
            <p:cNvPicPr>
              <a:picLocks noChangeAspect="1" noChangeArrowheads="1"/>
            </p:cNvPicPr>
            <p:nvPr/>
          </p:nvPicPr>
          <p:blipFill rotWithShape="1">
            <a:blip r:embed="rId7" cstate="screen">
              <a:clrChange>
                <a:clrFrom>
                  <a:srgbClr val="FFFFFF"/>
                </a:clrFrom>
                <a:clrTo>
                  <a:srgbClr val="FFFFFF">
                    <a:alpha val="0"/>
                  </a:srgbClr>
                </a:clrTo>
              </a:clrChange>
              <a:extLst>
                <a:ext uri="{28A0092B-C50C-407E-A947-70E740481C1C}">
                  <a14:useLocalDpi xmlns:a14="http://schemas.microsoft.com/office/drawing/2010/main"/>
                </a:ext>
              </a:extLst>
            </a:blip>
            <a:srcRect b="25470"/>
            <a:stretch/>
          </p:blipFill>
          <p:spPr bwMode="auto">
            <a:xfrm>
              <a:off x="958553" y="3752503"/>
              <a:ext cx="1820815" cy="352836"/>
            </a:xfrm>
            <a:prstGeom prst="rect">
              <a:avLst/>
            </a:prstGeom>
            <a:noFill/>
            <a:extLst>
              <a:ext uri="{909E8E84-426E-40DD-AFC4-6F175D3DCCD1}">
                <a14:hiddenFill xmlns:a14="http://schemas.microsoft.com/office/drawing/2010/main">
                  <a:solidFill>
                    <a:srgbClr val="FFFFFF"/>
                  </a:solidFill>
                </a14:hiddenFill>
              </a:ext>
            </a:extLst>
          </p:spPr>
        </p:pic>
        <p:sp>
          <p:nvSpPr>
            <p:cNvPr id="7" name="TextBox 6">
              <a:extLst>
                <a:ext uri="{FF2B5EF4-FFF2-40B4-BE49-F238E27FC236}">
                  <a16:creationId xmlns:a16="http://schemas.microsoft.com/office/drawing/2014/main" id="{FF2A6AE9-B607-59C6-EC40-880DB8D400C0}"/>
                </a:ext>
              </a:extLst>
            </p:cNvPr>
            <p:cNvSpPr txBox="1"/>
            <p:nvPr/>
          </p:nvSpPr>
          <p:spPr>
            <a:xfrm>
              <a:off x="1050042" y="4725961"/>
              <a:ext cx="1613002" cy="769441"/>
            </a:xfrm>
            <a:prstGeom prst="rect">
              <a:avLst/>
            </a:prstGeom>
            <a:noFill/>
          </p:spPr>
          <p:txBody>
            <a:bodyPr wrap="square" lIns="91440" tIns="45720" rIns="91440" bIns="45720" anchor="t">
              <a:spAutoFit/>
            </a:bodyPr>
            <a:lstStyle/>
            <a:p>
              <a:pPr algn="ctr"/>
              <a:r>
                <a:rPr lang="en-US" sz="1600" b="1" dirty="0">
                  <a:solidFill>
                    <a:schemeClr val="bg1"/>
                  </a:solidFill>
                  <a:latin typeface="Manrope"/>
                  <a:cs typeface="Poppins"/>
                </a:rPr>
                <a:t>GOLD</a:t>
              </a:r>
            </a:p>
            <a:p>
              <a:pPr algn="ctr"/>
              <a:r>
                <a:rPr lang="en-US" sz="1400" dirty="0">
                  <a:solidFill>
                    <a:schemeClr val="bg1"/>
                  </a:solidFill>
                  <a:latin typeface="Manrope" pitchFamily="2" charset="0"/>
                  <a:cs typeface="Poppins Light" panose="00000400000000000000" pitchFamily="2" charset="0"/>
                </a:rPr>
                <a:t>LEVEL PARTNER</a:t>
              </a:r>
            </a:p>
            <a:p>
              <a:pPr algn="ctr"/>
              <a:r>
                <a:rPr lang="en-US" sz="1400" dirty="0">
                  <a:solidFill>
                    <a:schemeClr val="bg1"/>
                  </a:solidFill>
                  <a:latin typeface="Manrope" pitchFamily="2" charset="0"/>
                  <a:cs typeface="Poppins Light" panose="00000400000000000000" pitchFamily="2" charset="0"/>
                </a:rPr>
                <a:t>WITH ADOBE</a:t>
              </a:r>
            </a:p>
          </p:txBody>
        </p:sp>
        <p:pic>
          <p:nvPicPr>
            <p:cNvPr id="9" name="Picture 8">
              <a:extLst>
                <a:ext uri="{FF2B5EF4-FFF2-40B4-BE49-F238E27FC236}">
                  <a16:creationId xmlns:a16="http://schemas.microsoft.com/office/drawing/2014/main" id="{7F86D8D0-8FEA-3A79-A559-9D47494D8824}"/>
                </a:ext>
              </a:extLst>
            </p:cNvPr>
            <p:cNvPicPr>
              <a:picLocks noChangeAspect="1"/>
            </p:cNvPicPr>
            <p:nvPr/>
          </p:nvPicPr>
          <p:blipFill>
            <a:blip r:embed="rId8" cstate="screen">
              <a:extLst>
                <a:ext uri="{28A0092B-C50C-407E-A947-70E740481C1C}">
                  <a14:useLocalDpi xmlns:a14="http://schemas.microsoft.com/office/drawing/2010/main"/>
                </a:ext>
              </a:extLst>
            </a:blip>
            <a:stretch>
              <a:fillRect/>
            </a:stretch>
          </p:blipFill>
          <p:spPr>
            <a:xfrm>
              <a:off x="3461572" y="2811227"/>
              <a:ext cx="2503020" cy="2908461"/>
            </a:xfrm>
            <a:prstGeom prst="rect">
              <a:avLst/>
            </a:prstGeom>
            <a:ln>
              <a:noFill/>
            </a:ln>
          </p:spPr>
        </p:pic>
        <p:pic>
          <p:nvPicPr>
            <p:cNvPr id="11" name="Picture 10" descr="Sitecore Logo [ Download - Logo - icon ] png svg">
              <a:extLst>
                <a:ext uri="{FF2B5EF4-FFF2-40B4-BE49-F238E27FC236}">
                  <a16:creationId xmlns:a16="http://schemas.microsoft.com/office/drawing/2014/main" id="{E18D774E-C45C-C067-15DD-D26608C024FA}"/>
                </a:ext>
              </a:extLst>
            </p:cNvPr>
            <p:cNvPicPr>
              <a:picLocks noChangeAspect="1" noChangeArrowheads="1"/>
            </p:cNvPicPr>
            <p:nvPr/>
          </p:nvPicPr>
          <p:blipFill>
            <a:blip r:embed="rId9" cstate="screen">
              <a:extLst>
                <a:ext uri="{28A0092B-C50C-407E-A947-70E740481C1C}">
                  <a14:useLocalDpi xmlns:a14="http://schemas.microsoft.com/office/drawing/2010/main"/>
                </a:ext>
              </a:extLst>
            </a:blip>
            <a:srcRect/>
            <a:stretch>
              <a:fillRect/>
            </a:stretch>
          </p:blipFill>
          <p:spPr bwMode="auto">
            <a:xfrm>
              <a:off x="4205430" y="3438326"/>
              <a:ext cx="924628" cy="924628"/>
            </a:xfrm>
            <a:prstGeom prst="rect">
              <a:avLst/>
            </a:prstGeom>
            <a:noFill/>
            <a:extLst>
              <a:ext uri="{909E8E84-426E-40DD-AFC4-6F175D3DCCD1}">
                <a14:hiddenFill xmlns:a14="http://schemas.microsoft.com/office/drawing/2010/main">
                  <a:solidFill>
                    <a:srgbClr val="FFFFFF"/>
                  </a:solidFill>
                </a14:hiddenFill>
              </a:ext>
            </a:extLst>
          </p:spPr>
        </p:pic>
        <p:sp>
          <p:nvSpPr>
            <p:cNvPr id="13" name="TextBox 12">
              <a:extLst>
                <a:ext uri="{FF2B5EF4-FFF2-40B4-BE49-F238E27FC236}">
                  <a16:creationId xmlns:a16="http://schemas.microsoft.com/office/drawing/2014/main" id="{08FBEA62-F561-E65E-5040-56B0CF02F43B}"/>
                </a:ext>
              </a:extLst>
            </p:cNvPr>
            <p:cNvSpPr txBox="1"/>
            <p:nvPr/>
          </p:nvSpPr>
          <p:spPr>
            <a:xfrm>
              <a:off x="3861243" y="4725961"/>
              <a:ext cx="1613002" cy="769441"/>
            </a:xfrm>
            <a:prstGeom prst="rect">
              <a:avLst/>
            </a:prstGeom>
            <a:noFill/>
          </p:spPr>
          <p:txBody>
            <a:bodyPr wrap="square" lIns="91440" tIns="45720" rIns="91440" bIns="45720" anchor="t">
              <a:spAutoFit/>
            </a:bodyPr>
            <a:lstStyle/>
            <a:p>
              <a:pPr algn="ctr"/>
              <a:r>
                <a:rPr lang="en-US" sz="1600" b="1" dirty="0">
                  <a:solidFill>
                    <a:schemeClr val="bg1"/>
                  </a:solidFill>
                  <a:latin typeface="Manrope"/>
                  <a:cs typeface="Poppins"/>
                </a:rPr>
                <a:t>SILVER</a:t>
              </a:r>
            </a:p>
            <a:p>
              <a:pPr algn="ctr"/>
              <a:r>
                <a:rPr lang="en-US" sz="1400" dirty="0">
                  <a:solidFill>
                    <a:schemeClr val="bg1"/>
                  </a:solidFill>
                  <a:latin typeface="Manrope" pitchFamily="2" charset="0"/>
                  <a:cs typeface="Poppins Light" panose="00000400000000000000" pitchFamily="2" charset="0"/>
                </a:rPr>
                <a:t>LEVEL PARTNER</a:t>
              </a:r>
            </a:p>
            <a:p>
              <a:pPr algn="ctr"/>
              <a:r>
                <a:rPr lang="en-US" sz="1400" dirty="0">
                  <a:solidFill>
                    <a:schemeClr val="bg1"/>
                  </a:solidFill>
                  <a:latin typeface="Manrope" pitchFamily="2" charset="0"/>
                  <a:cs typeface="Poppins Light" panose="00000400000000000000" pitchFamily="2" charset="0"/>
                </a:rPr>
                <a:t>WITH SITECORE</a:t>
              </a:r>
            </a:p>
          </p:txBody>
        </p:sp>
      </p:grpSp>
    </p:spTree>
    <p:extLst>
      <p:ext uri="{BB962C8B-B14F-4D97-AF65-F5344CB8AC3E}">
        <p14:creationId xmlns:p14="http://schemas.microsoft.com/office/powerpoint/2010/main" val="359427430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5EE1A86E-0B93-2215-FAC7-62F5105A6DC3}"/>
              </a:ext>
            </a:extLst>
          </p:cNvPr>
          <p:cNvSpPr>
            <a:spLocks noGrp="1"/>
          </p:cNvSpPr>
          <p:nvPr>
            <p:ph type="body" sz="quarter" idx="15"/>
          </p:nvPr>
        </p:nvSpPr>
        <p:spPr/>
        <p:txBody>
          <a:bodyPr/>
          <a:lstStyle/>
          <a:p>
            <a:r>
              <a:rPr lang="en-US" dirty="0"/>
              <a:t>Adobe Expertise</a:t>
            </a:r>
          </a:p>
        </p:txBody>
      </p:sp>
      <p:grpSp>
        <p:nvGrpSpPr>
          <p:cNvPr id="35" name="Group 34">
            <a:extLst>
              <a:ext uri="{FF2B5EF4-FFF2-40B4-BE49-F238E27FC236}">
                <a16:creationId xmlns:a16="http://schemas.microsoft.com/office/drawing/2014/main" id="{A346F6A7-C588-EC7F-F382-F196F758F74E}"/>
              </a:ext>
            </a:extLst>
          </p:cNvPr>
          <p:cNvGrpSpPr/>
          <p:nvPr/>
        </p:nvGrpSpPr>
        <p:grpSpPr>
          <a:xfrm>
            <a:off x="971253" y="1490115"/>
            <a:ext cx="2503019" cy="2908460"/>
            <a:chOff x="958553" y="1377733"/>
            <a:chExt cx="2503019" cy="2908460"/>
          </a:xfrm>
        </p:grpSpPr>
        <p:pic>
          <p:nvPicPr>
            <p:cNvPr id="3" name="Picture 2">
              <a:extLst>
                <a:ext uri="{FF2B5EF4-FFF2-40B4-BE49-F238E27FC236}">
                  <a16:creationId xmlns:a16="http://schemas.microsoft.com/office/drawing/2014/main" id="{8029C048-9C26-831A-1D6D-E789043FBD5A}"/>
                </a:ext>
              </a:extLst>
            </p:cNvPr>
            <p:cNvPicPr>
              <a:picLocks noChangeAspect="1"/>
            </p:cNvPicPr>
            <p:nvPr/>
          </p:nvPicPr>
          <p:blipFill>
            <a:blip r:embed="rId2" cstate="screen">
              <a:extLst>
                <a:ext uri="{28A0092B-C50C-407E-A947-70E740481C1C}">
                  <a14:useLocalDpi xmlns:a14="http://schemas.microsoft.com/office/drawing/2010/main"/>
                </a:ext>
              </a:extLst>
            </a:blip>
            <a:stretch>
              <a:fillRect/>
            </a:stretch>
          </p:blipFill>
          <p:spPr>
            <a:xfrm>
              <a:off x="958553" y="1377733"/>
              <a:ext cx="2503019" cy="2908460"/>
            </a:xfrm>
            <a:prstGeom prst="rect">
              <a:avLst/>
            </a:prstGeom>
            <a:ln>
              <a:noFill/>
            </a:ln>
          </p:spPr>
        </p:pic>
        <p:pic>
          <p:nvPicPr>
            <p:cNvPr id="4" name="Picture 3" descr="Capabilities">
              <a:extLst>
                <a:ext uri="{FF2B5EF4-FFF2-40B4-BE49-F238E27FC236}">
                  <a16:creationId xmlns:a16="http://schemas.microsoft.com/office/drawing/2014/main" id="{0B4CCF0C-4296-D328-5B63-8A731B078011}"/>
                </a:ext>
              </a:extLst>
            </p:cNvPr>
            <p:cNvPicPr>
              <a:picLocks noChangeAspect="1" noChangeArrowheads="1"/>
            </p:cNvPicPr>
            <p:nvPr/>
          </p:nvPicPr>
          <p:blipFill rotWithShape="1">
            <a:blip r:embed="rId3" cstate="screen">
              <a:clrChange>
                <a:clrFrom>
                  <a:srgbClr val="FFFFFF"/>
                </a:clrFrom>
                <a:clrTo>
                  <a:srgbClr val="FFFFFF">
                    <a:alpha val="0"/>
                  </a:srgbClr>
                </a:clrTo>
              </a:clrChange>
              <a:extLst>
                <a:ext uri="{28A0092B-C50C-407E-A947-70E740481C1C}">
                  <a14:useLocalDpi xmlns:a14="http://schemas.microsoft.com/office/drawing/2010/main"/>
                </a:ext>
              </a:extLst>
            </a:blip>
            <a:srcRect b="25470"/>
            <a:stretch/>
          </p:blipFill>
          <p:spPr bwMode="auto">
            <a:xfrm>
              <a:off x="1299655" y="2319011"/>
              <a:ext cx="1820815" cy="352836"/>
            </a:xfrm>
            <a:prstGeom prst="rect">
              <a:avLst/>
            </a:prstGeom>
            <a:noFill/>
            <a:extLst>
              <a:ext uri="{909E8E84-426E-40DD-AFC4-6F175D3DCCD1}">
                <a14:hiddenFill xmlns:a14="http://schemas.microsoft.com/office/drawing/2010/main">
                  <a:solidFill>
                    <a:srgbClr val="FFFFFF"/>
                  </a:solidFill>
                </a14:hiddenFill>
              </a:ext>
            </a:extLst>
          </p:spPr>
        </p:pic>
        <p:sp>
          <p:nvSpPr>
            <p:cNvPr id="5" name="TextBox 4">
              <a:extLst>
                <a:ext uri="{FF2B5EF4-FFF2-40B4-BE49-F238E27FC236}">
                  <a16:creationId xmlns:a16="http://schemas.microsoft.com/office/drawing/2014/main" id="{058EB1FD-128A-9B96-76C8-3D1B619BC494}"/>
                </a:ext>
              </a:extLst>
            </p:cNvPr>
            <p:cNvSpPr txBox="1"/>
            <p:nvPr/>
          </p:nvSpPr>
          <p:spPr>
            <a:xfrm>
              <a:off x="1403561" y="3222275"/>
              <a:ext cx="1613002" cy="769441"/>
            </a:xfrm>
            <a:prstGeom prst="rect">
              <a:avLst/>
            </a:prstGeom>
            <a:noFill/>
          </p:spPr>
          <p:txBody>
            <a:bodyPr wrap="square" lIns="91440" tIns="45720" rIns="91440" bIns="45720" anchor="t">
              <a:spAutoFit/>
            </a:bodyPr>
            <a:lstStyle/>
            <a:p>
              <a:pPr algn="ctr"/>
              <a:r>
                <a:rPr lang="en-US" sz="1600" b="1" dirty="0">
                  <a:solidFill>
                    <a:schemeClr val="bg1"/>
                  </a:solidFill>
                  <a:latin typeface="Manrope"/>
                  <a:cs typeface="Poppins"/>
                </a:rPr>
                <a:t>GOLD</a:t>
              </a:r>
            </a:p>
            <a:p>
              <a:pPr algn="ctr"/>
              <a:r>
                <a:rPr lang="en-US" sz="1400" dirty="0">
                  <a:solidFill>
                    <a:schemeClr val="bg1"/>
                  </a:solidFill>
                  <a:latin typeface="Manrope" pitchFamily="2" charset="0"/>
                  <a:cs typeface="Poppins Light" panose="00000400000000000000" pitchFamily="2" charset="0"/>
                </a:rPr>
                <a:t>LEVEL PARTNER</a:t>
              </a:r>
            </a:p>
            <a:p>
              <a:pPr algn="ctr"/>
              <a:r>
                <a:rPr lang="en-US" sz="1400" dirty="0">
                  <a:solidFill>
                    <a:schemeClr val="bg1"/>
                  </a:solidFill>
                  <a:latin typeface="Manrope" pitchFamily="2" charset="0"/>
                  <a:cs typeface="Poppins Light" panose="00000400000000000000" pitchFamily="2" charset="0"/>
                </a:rPr>
                <a:t>WITH ADOBE</a:t>
              </a:r>
            </a:p>
          </p:txBody>
        </p:sp>
      </p:grpSp>
      <p:sp>
        <p:nvSpPr>
          <p:cNvPr id="7" name="TextBox 6">
            <a:extLst>
              <a:ext uri="{FF2B5EF4-FFF2-40B4-BE49-F238E27FC236}">
                <a16:creationId xmlns:a16="http://schemas.microsoft.com/office/drawing/2014/main" id="{366A38AB-1015-4009-5181-53FBC0ADE397}"/>
              </a:ext>
            </a:extLst>
          </p:cNvPr>
          <p:cNvSpPr txBox="1"/>
          <p:nvPr/>
        </p:nvSpPr>
        <p:spPr>
          <a:xfrm>
            <a:off x="488950" y="1011724"/>
            <a:ext cx="3778250" cy="646331"/>
          </a:xfrm>
          <a:prstGeom prst="rect">
            <a:avLst/>
          </a:prstGeom>
          <a:noFill/>
        </p:spPr>
        <p:txBody>
          <a:bodyPr wrap="square">
            <a:spAutoFit/>
          </a:bodyPr>
          <a:lstStyle/>
          <a:p>
            <a:pPr algn="l"/>
            <a:r>
              <a:rPr lang="en-US" sz="1200" dirty="0">
                <a:latin typeface="Manrope Light"/>
              </a:rPr>
              <a:t>Within the Adobe Experience Cloud suite, we offer expertise in integrating various products to form comprehensive solutions. </a:t>
            </a:r>
          </a:p>
        </p:txBody>
      </p:sp>
      <p:sp>
        <p:nvSpPr>
          <p:cNvPr id="9" name="TextBox 8">
            <a:extLst>
              <a:ext uri="{FF2B5EF4-FFF2-40B4-BE49-F238E27FC236}">
                <a16:creationId xmlns:a16="http://schemas.microsoft.com/office/drawing/2014/main" id="{25F896AD-73B8-B7B3-BD62-BE247C3480A8}"/>
              </a:ext>
            </a:extLst>
          </p:cNvPr>
          <p:cNvSpPr txBox="1"/>
          <p:nvPr/>
        </p:nvSpPr>
        <p:spPr>
          <a:xfrm>
            <a:off x="488950" y="4760174"/>
            <a:ext cx="3778250" cy="1200329"/>
          </a:xfrm>
          <a:prstGeom prst="rect">
            <a:avLst/>
          </a:prstGeom>
          <a:noFill/>
        </p:spPr>
        <p:txBody>
          <a:bodyPr wrap="square">
            <a:spAutoFit/>
          </a:bodyPr>
          <a:lstStyle/>
          <a:p>
            <a:pPr algn="l"/>
            <a:r>
              <a:rPr lang="en-US" sz="1200" dirty="0">
                <a:latin typeface="Manrope Light"/>
              </a:rPr>
              <a:t>We specialize in Adobe-enabled AI solutions, utilizing advanced technologies like generative AI. Our capabilities include generating front end code from design tools such as Figma and Adobe Firefly. Additionally, we leverage Adobe Sensei for personalized experiences.</a:t>
            </a:r>
          </a:p>
        </p:txBody>
      </p:sp>
      <p:grpSp>
        <p:nvGrpSpPr>
          <p:cNvPr id="34" name="Group 33">
            <a:extLst>
              <a:ext uri="{FF2B5EF4-FFF2-40B4-BE49-F238E27FC236}">
                <a16:creationId xmlns:a16="http://schemas.microsoft.com/office/drawing/2014/main" id="{E62FF5FF-BCA6-BDA0-D66F-FDA35AEE690E}"/>
              </a:ext>
            </a:extLst>
          </p:cNvPr>
          <p:cNvGrpSpPr/>
          <p:nvPr/>
        </p:nvGrpSpPr>
        <p:grpSpPr>
          <a:xfrm>
            <a:off x="5613400" y="2003948"/>
            <a:ext cx="6089650" cy="3208290"/>
            <a:chOff x="5448301" y="1484191"/>
            <a:chExt cx="6089650" cy="3208290"/>
          </a:xfrm>
        </p:grpSpPr>
        <p:sp>
          <p:nvSpPr>
            <p:cNvPr id="33" name="TextBox 32">
              <a:extLst>
                <a:ext uri="{FF2B5EF4-FFF2-40B4-BE49-F238E27FC236}">
                  <a16:creationId xmlns:a16="http://schemas.microsoft.com/office/drawing/2014/main" id="{5E8CB848-801B-E97A-E0BB-443FD520637D}"/>
                </a:ext>
              </a:extLst>
            </p:cNvPr>
            <p:cNvSpPr txBox="1"/>
            <p:nvPr/>
          </p:nvSpPr>
          <p:spPr>
            <a:xfrm>
              <a:off x="8887794" y="2656518"/>
              <a:ext cx="2650157" cy="307777"/>
            </a:xfrm>
            <a:prstGeom prst="rect">
              <a:avLst/>
            </a:prstGeom>
            <a:noFill/>
          </p:spPr>
          <p:txBody>
            <a:bodyPr wrap="square">
              <a:spAutoFit/>
            </a:bodyPr>
            <a:lstStyle/>
            <a:p>
              <a:pPr algn="l"/>
              <a:r>
                <a:rPr lang="en-US" sz="1400" dirty="0">
                  <a:latin typeface="Manrope Light"/>
                </a:rPr>
                <a:t>Experience Platform</a:t>
              </a:r>
            </a:p>
          </p:txBody>
        </p:sp>
        <p:pic>
          <p:nvPicPr>
            <p:cNvPr id="1026" name="Picture 2" descr="Image">
              <a:extLst>
                <a:ext uri="{FF2B5EF4-FFF2-40B4-BE49-F238E27FC236}">
                  <a16:creationId xmlns:a16="http://schemas.microsoft.com/office/drawing/2014/main" id="{5BA63B1C-4C1B-824B-EA9C-ADE94DF4B97B}"/>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597901" y="3812079"/>
              <a:ext cx="289893" cy="289893"/>
            </a:xfrm>
            <a:prstGeom prst="rect">
              <a:avLst/>
            </a:prstGeom>
            <a:noFill/>
            <a:extLst>
              <a:ext uri="{909E8E84-426E-40DD-AFC4-6F175D3DCCD1}">
                <a14:hiddenFill xmlns:a14="http://schemas.microsoft.com/office/drawing/2010/main">
                  <a:solidFill>
                    <a:srgbClr val="FFFFFF"/>
                  </a:solidFill>
                </a14:hiddenFill>
              </a:ext>
            </a:extLst>
          </p:spPr>
        </p:pic>
        <p:sp>
          <p:nvSpPr>
            <p:cNvPr id="13" name="TextBox 12">
              <a:extLst>
                <a:ext uri="{FF2B5EF4-FFF2-40B4-BE49-F238E27FC236}">
                  <a16:creationId xmlns:a16="http://schemas.microsoft.com/office/drawing/2014/main" id="{87815EDD-CBFF-7466-46BF-35AD249BDA7E}"/>
                </a:ext>
              </a:extLst>
            </p:cNvPr>
            <p:cNvSpPr txBox="1"/>
            <p:nvPr/>
          </p:nvSpPr>
          <p:spPr>
            <a:xfrm>
              <a:off x="8887794" y="3221568"/>
              <a:ext cx="1735757" cy="307777"/>
            </a:xfrm>
            <a:prstGeom prst="rect">
              <a:avLst/>
            </a:prstGeom>
            <a:noFill/>
          </p:spPr>
          <p:txBody>
            <a:bodyPr wrap="square">
              <a:spAutoFit/>
            </a:bodyPr>
            <a:lstStyle/>
            <a:p>
              <a:pPr algn="l"/>
              <a:r>
                <a:rPr lang="en-US" sz="1400" dirty="0">
                  <a:latin typeface="Manrope Light"/>
                </a:rPr>
                <a:t>Real-Time CDP</a:t>
              </a:r>
            </a:p>
          </p:txBody>
        </p:sp>
        <p:pic>
          <p:nvPicPr>
            <p:cNvPr id="14" name="Picture 2" descr="Image">
              <a:extLst>
                <a:ext uri="{FF2B5EF4-FFF2-40B4-BE49-F238E27FC236}">
                  <a16:creationId xmlns:a16="http://schemas.microsoft.com/office/drawing/2014/main" id="{160BEED6-B40F-E212-EB6C-A66B0041E20D}"/>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448301" y="1493133"/>
              <a:ext cx="289893" cy="289893"/>
            </a:xfrm>
            <a:prstGeom prst="rect">
              <a:avLst/>
            </a:prstGeom>
            <a:noFill/>
            <a:extLst>
              <a:ext uri="{909E8E84-426E-40DD-AFC4-6F175D3DCCD1}">
                <a14:hiddenFill xmlns:a14="http://schemas.microsoft.com/office/drawing/2010/main">
                  <a:solidFill>
                    <a:srgbClr val="FFFFFF"/>
                  </a:solidFill>
                </a14:hiddenFill>
              </a:ext>
            </a:extLst>
          </p:spPr>
        </p:pic>
        <p:sp>
          <p:nvSpPr>
            <p:cNvPr id="15" name="TextBox 14">
              <a:extLst>
                <a:ext uri="{FF2B5EF4-FFF2-40B4-BE49-F238E27FC236}">
                  <a16:creationId xmlns:a16="http://schemas.microsoft.com/office/drawing/2014/main" id="{3A5AF34E-9976-8165-6E69-D8FC692A3308}"/>
                </a:ext>
              </a:extLst>
            </p:cNvPr>
            <p:cNvSpPr txBox="1"/>
            <p:nvPr/>
          </p:nvSpPr>
          <p:spPr>
            <a:xfrm>
              <a:off x="5738194" y="1484191"/>
              <a:ext cx="1735757" cy="307777"/>
            </a:xfrm>
            <a:prstGeom prst="rect">
              <a:avLst/>
            </a:prstGeom>
            <a:noFill/>
          </p:spPr>
          <p:txBody>
            <a:bodyPr wrap="square">
              <a:spAutoFit/>
            </a:bodyPr>
            <a:lstStyle/>
            <a:p>
              <a:pPr algn="l"/>
              <a:r>
                <a:rPr lang="en-US" sz="1400" dirty="0">
                  <a:latin typeface="Manrope Light"/>
                </a:rPr>
                <a:t>Analytics</a:t>
              </a:r>
            </a:p>
          </p:txBody>
        </p:sp>
        <p:pic>
          <p:nvPicPr>
            <p:cNvPr id="16" name="Picture 2" descr="Image">
              <a:extLst>
                <a:ext uri="{FF2B5EF4-FFF2-40B4-BE49-F238E27FC236}">
                  <a16:creationId xmlns:a16="http://schemas.microsoft.com/office/drawing/2014/main" id="{44EE0E2A-032B-9BC2-524C-08C7F69603E1}"/>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448301" y="2073236"/>
              <a:ext cx="289893" cy="289893"/>
            </a:xfrm>
            <a:prstGeom prst="rect">
              <a:avLst/>
            </a:prstGeom>
            <a:noFill/>
            <a:extLst>
              <a:ext uri="{909E8E84-426E-40DD-AFC4-6F175D3DCCD1}">
                <a14:hiddenFill xmlns:a14="http://schemas.microsoft.com/office/drawing/2010/main">
                  <a:solidFill>
                    <a:srgbClr val="FFFFFF"/>
                  </a:solidFill>
                </a14:hiddenFill>
              </a:ext>
            </a:extLst>
          </p:spPr>
        </p:pic>
        <p:sp>
          <p:nvSpPr>
            <p:cNvPr id="17" name="TextBox 16">
              <a:extLst>
                <a:ext uri="{FF2B5EF4-FFF2-40B4-BE49-F238E27FC236}">
                  <a16:creationId xmlns:a16="http://schemas.microsoft.com/office/drawing/2014/main" id="{D5172E22-518F-AEAE-055E-039A60A3C342}"/>
                </a:ext>
              </a:extLst>
            </p:cNvPr>
            <p:cNvSpPr txBox="1"/>
            <p:nvPr/>
          </p:nvSpPr>
          <p:spPr>
            <a:xfrm>
              <a:off x="5738194" y="2064294"/>
              <a:ext cx="2777156" cy="307777"/>
            </a:xfrm>
            <a:prstGeom prst="rect">
              <a:avLst/>
            </a:prstGeom>
            <a:noFill/>
          </p:spPr>
          <p:txBody>
            <a:bodyPr wrap="square">
              <a:spAutoFit/>
            </a:bodyPr>
            <a:lstStyle/>
            <a:p>
              <a:pPr algn="l"/>
              <a:r>
                <a:rPr lang="en-US" sz="1400" dirty="0">
                  <a:latin typeface="Manrope Light"/>
                </a:rPr>
                <a:t>Customer Journey Analytics</a:t>
              </a:r>
            </a:p>
          </p:txBody>
        </p:sp>
        <p:pic>
          <p:nvPicPr>
            <p:cNvPr id="18" name="Picture 2" descr="Image">
              <a:extLst>
                <a:ext uri="{FF2B5EF4-FFF2-40B4-BE49-F238E27FC236}">
                  <a16:creationId xmlns:a16="http://schemas.microsoft.com/office/drawing/2014/main" id="{259A7D02-DDA2-B098-9CE2-80B017F8BE47}"/>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458786" y="2665460"/>
              <a:ext cx="289893" cy="289893"/>
            </a:xfrm>
            <a:prstGeom prst="rect">
              <a:avLst/>
            </a:prstGeom>
            <a:noFill/>
            <a:extLst>
              <a:ext uri="{909E8E84-426E-40DD-AFC4-6F175D3DCCD1}">
                <a14:hiddenFill xmlns:a14="http://schemas.microsoft.com/office/drawing/2010/main">
                  <a:solidFill>
                    <a:srgbClr val="FFFFFF"/>
                  </a:solidFill>
                </a14:hiddenFill>
              </a:ext>
            </a:extLst>
          </p:spPr>
        </p:pic>
        <p:sp>
          <p:nvSpPr>
            <p:cNvPr id="19" name="TextBox 18">
              <a:extLst>
                <a:ext uri="{FF2B5EF4-FFF2-40B4-BE49-F238E27FC236}">
                  <a16:creationId xmlns:a16="http://schemas.microsoft.com/office/drawing/2014/main" id="{57E5AEBB-183B-8160-0C41-BC400E61E843}"/>
                </a:ext>
              </a:extLst>
            </p:cNvPr>
            <p:cNvSpPr txBox="1"/>
            <p:nvPr/>
          </p:nvSpPr>
          <p:spPr>
            <a:xfrm>
              <a:off x="5738194" y="3221568"/>
              <a:ext cx="1735757" cy="307777"/>
            </a:xfrm>
            <a:prstGeom prst="rect">
              <a:avLst/>
            </a:prstGeom>
            <a:noFill/>
          </p:spPr>
          <p:txBody>
            <a:bodyPr wrap="square">
              <a:spAutoFit/>
            </a:bodyPr>
            <a:lstStyle/>
            <a:p>
              <a:pPr algn="l"/>
              <a:r>
                <a:rPr lang="en-US" sz="1400" dirty="0" err="1">
                  <a:latin typeface="Manrope Light"/>
                </a:rPr>
                <a:t>Marketo</a:t>
              </a:r>
              <a:r>
                <a:rPr lang="en-US" sz="1400" dirty="0">
                  <a:latin typeface="Manrope Light"/>
                </a:rPr>
                <a:t> Engage</a:t>
              </a:r>
            </a:p>
          </p:txBody>
        </p:sp>
        <p:pic>
          <p:nvPicPr>
            <p:cNvPr id="20" name="Picture 2" descr="Image">
              <a:extLst>
                <a:ext uri="{FF2B5EF4-FFF2-40B4-BE49-F238E27FC236}">
                  <a16:creationId xmlns:a16="http://schemas.microsoft.com/office/drawing/2014/main" id="{499727AE-A85A-D442-F259-3F0602975703}"/>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458786" y="3230510"/>
              <a:ext cx="289893" cy="289893"/>
            </a:xfrm>
            <a:prstGeom prst="rect">
              <a:avLst/>
            </a:prstGeom>
            <a:noFill/>
            <a:extLst>
              <a:ext uri="{909E8E84-426E-40DD-AFC4-6F175D3DCCD1}">
                <a14:hiddenFill xmlns:a14="http://schemas.microsoft.com/office/drawing/2010/main">
                  <a:solidFill>
                    <a:srgbClr val="FFFFFF"/>
                  </a:solidFill>
                </a14:hiddenFill>
              </a:ext>
            </a:extLst>
          </p:spPr>
        </p:pic>
        <p:sp>
          <p:nvSpPr>
            <p:cNvPr id="21" name="TextBox 20">
              <a:extLst>
                <a:ext uri="{FF2B5EF4-FFF2-40B4-BE49-F238E27FC236}">
                  <a16:creationId xmlns:a16="http://schemas.microsoft.com/office/drawing/2014/main" id="{02DE5A90-D964-5243-4866-5FBD7F28E223}"/>
                </a:ext>
              </a:extLst>
            </p:cNvPr>
            <p:cNvSpPr txBox="1"/>
            <p:nvPr/>
          </p:nvSpPr>
          <p:spPr>
            <a:xfrm>
              <a:off x="8887794" y="1484191"/>
              <a:ext cx="1735757" cy="307777"/>
            </a:xfrm>
            <a:prstGeom prst="rect">
              <a:avLst/>
            </a:prstGeom>
            <a:noFill/>
          </p:spPr>
          <p:txBody>
            <a:bodyPr wrap="square">
              <a:spAutoFit/>
            </a:bodyPr>
            <a:lstStyle/>
            <a:p>
              <a:pPr algn="l"/>
              <a:r>
                <a:rPr lang="en-US" sz="1400" dirty="0">
                  <a:latin typeface="Manrope Light"/>
                </a:rPr>
                <a:t>Campaign</a:t>
              </a:r>
            </a:p>
          </p:txBody>
        </p:sp>
        <p:pic>
          <p:nvPicPr>
            <p:cNvPr id="22" name="Picture 2" descr="Image">
              <a:extLst>
                <a:ext uri="{FF2B5EF4-FFF2-40B4-BE49-F238E27FC236}">
                  <a16:creationId xmlns:a16="http://schemas.microsoft.com/office/drawing/2014/main" id="{9AF167D0-9B3F-5A53-698A-B6C47318E1AD}"/>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458786" y="3812079"/>
              <a:ext cx="289893" cy="289893"/>
            </a:xfrm>
            <a:prstGeom prst="rect">
              <a:avLst/>
            </a:prstGeom>
            <a:noFill/>
            <a:extLst>
              <a:ext uri="{909E8E84-426E-40DD-AFC4-6F175D3DCCD1}">
                <a14:hiddenFill xmlns:a14="http://schemas.microsoft.com/office/drawing/2010/main">
                  <a:solidFill>
                    <a:srgbClr val="FFFFFF"/>
                  </a:solidFill>
                </a14:hiddenFill>
              </a:ext>
            </a:extLst>
          </p:spPr>
        </p:pic>
        <p:sp>
          <p:nvSpPr>
            <p:cNvPr id="23" name="TextBox 22">
              <a:extLst>
                <a:ext uri="{FF2B5EF4-FFF2-40B4-BE49-F238E27FC236}">
                  <a16:creationId xmlns:a16="http://schemas.microsoft.com/office/drawing/2014/main" id="{7BB73EC9-7182-87CC-9658-C53B069DF94C}"/>
                </a:ext>
              </a:extLst>
            </p:cNvPr>
            <p:cNvSpPr txBox="1"/>
            <p:nvPr/>
          </p:nvSpPr>
          <p:spPr>
            <a:xfrm>
              <a:off x="8887794" y="3803137"/>
              <a:ext cx="1735757" cy="307777"/>
            </a:xfrm>
            <a:prstGeom prst="rect">
              <a:avLst/>
            </a:prstGeom>
            <a:noFill/>
          </p:spPr>
          <p:txBody>
            <a:bodyPr wrap="square">
              <a:spAutoFit/>
            </a:bodyPr>
            <a:lstStyle/>
            <a:p>
              <a:pPr algn="l"/>
              <a:r>
                <a:rPr lang="en-US" sz="1400" dirty="0">
                  <a:latin typeface="Manrope Light"/>
                </a:rPr>
                <a:t>Target</a:t>
              </a:r>
            </a:p>
          </p:txBody>
        </p:sp>
        <p:pic>
          <p:nvPicPr>
            <p:cNvPr id="24" name="Picture 2" descr="Image">
              <a:extLst>
                <a:ext uri="{FF2B5EF4-FFF2-40B4-BE49-F238E27FC236}">
                  <a16:creationId xmlns:a16="http://schemas.microsoft.com/office/drawing/2014/main" id="{A82D87D5-FF64-DEAA-A8F9-5AB0D466D08A}"/>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458786" y="4393646"/>
              <a:ext cx="289893" cy="289893"/>
            </a:xfrm>
            <a:prstGeom prst="rect">
              <a:avLst/>
            </a:prstGeom>
            <a:noFill/>
            <a:extLst>
              <a:ext uri="{909E8E84-426E-40DD-AFC4-6F175D3DCCD1}">
                <a14:hiddenFill xmlns:a14="http://schemas.microsoft.com/office/drawing/2010/main">
                  <a:solidFill>
                    <a:srgbClr val="FFFFFF"/>
                  </a:solidFill>
                </a14:hiddenFill>
              </a:ext>
            </a:extLst>
          </p:spPr>
        </p:pic>
        <p:sp>
          <p:nvSpPr>
            <p:cNvPr id="25" name="TextBox 24">
              <a:extLst>
                <a:ext uri="{FF2B5EF4-FFF2-40B4-BE49-F238E27FC236}">
                  <a16:creationId xmlns:a16="http://schemas.microsoft.com/office/drawing/2014/main" id="{00A13C2B-AE89-F78F-0D5F-BFFE2421A963}"/>
                </a:ext>
              </a:extLst>
            </p:cNvPr>
            <p:cNvSpPr txBox="1"/>
            <p:nvPr/>
          </p:nvSpPr>
          <p:spPr>
            <a:xfrm>
              <a:off x="8887794" y="2064294"/>
              <a:ext cx="2331836" cy="307777"/>
            </a:xfrm>
            <a:prstGeom prst="rect">
              <a:avLst/>
            </a:prstGeom>
            <a:noFill/>
          </p:spPr>
          <p:txBody>
            <a:bodyPr wrap="square">
              <a:spAutoFit/>
            </a:bodyPr>
            <a:lstStyle/>
            <a:p>
              <a:pPr algn="l"/>
              <a:r>
                <a:rPr lang="en-US" sz="1400" dirty="0">
                  <a:latin typeface="Manrope Light"/>
                </a:rPr>
                <a:t>Experience Manager</a:t>
              </a:r>
            </a:p>
          </p:txBody>
        </p:sp>
        <p:pic>
          <p:nvPicPr>
            <p:cNvPr id="26" name="Picture 2" descr="Image">
              <a:extLst>
                <a:ext uri="{FF2B5EF4-FFF2-40B4-BE49-F238E27FC236}">
                  <a16:creationId xmlns:a16="http://schemas.microsoft.com/office/drawing/2014/main" id="{B9683645-6513-AA92-D73F-F720420C0568}"/>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597901" y="1493133"/>
              <a:ext cx="289893" cy="289893"/>
            </a:xfrm>
            <a:prstGeom prst="rect">
              <a:avLst/>
            </a:prstGeom>
            <a:noFill/>
            <a:extLst>
              <a:ext uri="{909E8E84-426E-40DD-AFC4-6F175D3DCCD1}">
                <a14:hiddenFill xmlns:a14="http://schemas.microsoft.com/office/drawing/2010/main">
                  <a:solidFill>
                    <a:srgbClr val="FFFFFF"/>
                  </a:solidFill>
                </a14:hiddenFill>
              </a:ext>
            </a:extLst>
          </p:spPr>
        </p:pic>
        <p:sp>
          <p:nvSpPr>
            <p:cNvPr id="27" name="TextBox 26">
              <a:extLst>
                <a:ext uri="{FF2B5EF4-FFF2-40B4-BE49-F238E27FC236}">
                  <a16:creationId xmlns:a16="http://schemas.microsoft.com/office/drawing/2014/main" id="{A9C81E41-0EE4-3A41-A033-B439FFE66F1B}"/>
                </a:ext>
              </a:extLst>
            </p:cNvPr>
            <p:cNvSpPr txBox="1"/>
            <p:nvPr/>
          </p:nvSpPr>
          <p:spPr>
            <a:xfrm>
              <a:off x="5738194" y="2656518"/>
              <a:ext cx="2650157" cy="307777"/>
            </a:xfrm>
            <a:prstGeom prst="rect">
              <a:avLst/>
            </a:prstGeom>
            <a:noFill/>
          </p:spPr>
          <p:txBody>
            <a:bodyPr wrap="square">
              <a:spAutoFit/>
            </a:bodyPr>
            <a:lstStyle/>
            <a:p>
              <a:pPr algn="l"/>
              <a:r>
                <a:rPr lang="en-US" sz="1400" dirty="0">
                  <a:latin typeface="Manrope Light"/>
                </a:rPr>
                <a:t>Experience Manager Assets</a:t>
              </a:r>
            </a:p>
          </p:txBody>
        </p:sp>
        <p:pic>
          <p:nvPicPr>
            <p:cNvPr id="28" name="Picture 2" descr="Image">
              <a:extLst>
                <a:ext uri="{FF2B5EF4-FFF2-40B4-BE49-F238E27FC236}">
                  <a16:creationId xmlns:a16="http://schemas.microsoft.com/office/drawing/2014/main" id="{FEC6FDFC-C4CF-D483-45A9-663E611C70B9}"/>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597901" y="2073236"/>
              <a:ext cx="289893" cy="289893"/>
            </a:xfrm>
            <a:prstGeom prst="rect">
              <a:avLst/>
            </a:prstGeom>
            <a:noFill/>
            <a:extLst>
              <a:ext uri="{909E8E84-426E-40DD-AFC4-6F175D3DCCD1}">
                <a14:hiddenFill xmlns:a14="http://schemas.microsoft.com/office/drawing/2010/main">
                  <a:solidFill>
                    <a:srgbClr val="FFFFFF"/>
                  </a:solidFill>
                </a14:hiddenFill>
              </a:ext>
            </a:extLst>
          </p:spPr>
        </p:pic>
        <p:sp>
          <p:nvSpPr>
            <p:cNvPr id="29" name="TextBox 28">
              <a:extLst>
                <a:ext uri="{FF2B5EF4-FFF2-40B4-BE49-F238E27FC236}">
                  <a16:creationId xmlns:a16="http://schemas.microsoft.com/office/drawing/2014/main" id="{8BD39806-7341-6031-4272-D4514C0015EB}"/>
                </a:ext>
              </a:extLst>
            </p:cNvPr>
            <p:cNvSpPr txBox="1"/>
            <p:nvPr/>
          </p:nvSpPr>
          <p:spPr>
            <a:xfrm>
              <a:off x="5738194" y="4384704"/>
              <a:ext cx="2650157" cy="307777"/>
            </a:xfrm>
            <a:prstGeom prst="rect">
              <a:avLst/>
            </a:prstGeom>
            <a:noFill/>
          </p:spPr>
          <p:txBody>
            <a:bodyPr wrap="square">
              <a:spAutoFit/>
            </a:bodyPr>
            <a:lstStyle/>
            <a:p>
              <a:pPr algn="l"/>
              <a:r>
                <a:rPr lang="en-US" sz="1400" dirty="0">
                  <a:latin typeface="Manrope Light"/>
                </a:rPr>
                <a:t>Workfront</a:t>
              </a:r>
            </a:p>
          </p:txBody>
        </p:sp>
        <p:pic>
          <p:nvPicPr>
            <p:cNvPr id="30" name="Picture 2" descr="Image">
              <a:extLst>
                <a:ext uri="{FF2B5EF4-FFF2-40B4-BE49-F238E27FC236}">
                  <a16:creationId xmlns:a16="http://schemas.microsoft.com/office/drawing/2014/main" id="{E7680E72-648D-9E36-8908-0410D70E8DF3}"/>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597901" y="2665460"/>
              <a:ext cx="289893" cy="289893"/>
            </a:xfrm>
            <a:prstGeom prst="rect">
              <a:avLst/>
            </a:prstGeom>
            <a:noFill/>
            <a:extLst>
              <a:ext uri="{909E8E84-426E-40DD-AFC4-6F175D3DCCD1}">
                <a14:hiddenFill xmlns:a14="http://schemas.microsoft.com/office/drawing/2010/main">
                  <a:solidFill>
                    <a:srgbClr val="FFFFFF"/>
                  </a:solidFill>
                </a14:hiddenFill>
              </a:ext>
            </a:extLst>
          </p:spPr>
        </p:pic>
        <p:sp>
          <p:nvSpPr>
            <p:cNvPr id="31" name="TextBox 30">
              <a:extLst>
                <a:ext uri="{FF2B5EF4-FFF2-40B4-BE49-F238E27FC236}">
                  <a16:creationId xmlns:a16="http://schemas.microsoft.com/office/drawing/2014/main" id="{DECBD68F-436D-9EA3-ED15-CD9F37158CEA}"/>
                </a:ext>
              </a:extLst>
            </p:cNvPr>
            <p:cNvSpPr txBox="1"/>
            <p:nvPr/>
          </p:nvSpPr>
          <p:spPr>
            <a:xfrm>
              <a:off x="5738194" y="3803137"/>
              <a:ext cx="2650157" cy="307777"/>
            </a:xfrm>
            <a:prstGeom prst="rect">
              <a:avLst/>
            </a:prstGeom>
            <a:noFill/>
          </p:spPr>
          <p:txBody>
            <a:bodyPr wrap="square">
              <a:spAutoFit/>
            </a:bodyPr>
            <a:lstStyle/>
            <a:p>
              <a:pPr algn="l"/>
              <a:r>
                <a:rPr lang="en-US" sz="1400" dirty="0" err="1">
                  <a:latin typeface="Manrope Light"/>
                </a:rPr>
                <a:t>Sensai</a:t>
              </a:r>
              <a:endParaRPr lang="en-US" sz="1400" dirty="0">
                <a:latin typeface="Manrope Light"/>
              </a:endParaRPr>
            </a:p>
          </p:txBody>
        </p:sp>
        <p:pic>
          <p:nvPicPr>
            <p:cNvPr id="32" name="Picture 2" descr="Image">
              <a:extLst>
                <a:ext uri="{FF2B5EF4-FFF2-40B4-BE49-F238E27FC236}">
                  <a16:creationId xmlns:a16="http://schemas.microsoft.com/office/drawing/2014/main" id="{C6C1D43E-A623-ACD9-5E1C-C368DAE0B94F}"/>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597901" y="3230510"/>
              <a:ext cx="289893" cy="289893"/>
            </a:xfrm>
            <a:prstGeom prst="rect">
              <a:avLst/>
            </a:prstGeom>
            <a:noFill/>
            <a:extLst>
              <a:ext uri="{909E8E84-426E-40DD-AFC4-6F175D3DCCD1}">
                <a14:hiddenFill xmlns:a14="http://schemas.microsoft.com/office/drawing/2010/main">
                  <a:solidFill>
                    <a:srgbClr val="FFFFFF"/>
                  </a:solidFill>
                </a14:hiddenFill>
              </a:ext>
            </a:extLst>
          </p:spPr>
        </p:pic>
      </p:grpSp>
      <p:sp>
        <p:nvSpPr>
          <p:cNvPr id="36" name="Rectangle: Rounded Corners 35">
            <a:extLst>
              <a:ext uri="{FF2B5EF4-FFF2-40B4-BE49-F238E27FC236}">
                <a16:creationId xmlns:a16="http://schemas.microsoft.com/office/drawing/2014/main" id="{1498C817-2F79-F14A-2AE5-F0717AAE9B73}"/>
              </a:ext>
            </a:extLst>
          </p:cNvPr>
          <p:cNvSpPr/>
          <p:nvPr/>
        </p:nvSpPr>
        <p:spPr>
          <a:xfrm>
            <a:off x="4914900" y="1560567"/>
            <a:ext cx="6515100" cy="4056179"/>
          </a:xfrm>
          <a:prstGeom prst="roundRect">
            <a:avLst>
              <a:gd name="adj" fmla="val 0"/>
            </a:avLst>
          </a:prstGeom>
          <a:noFill/>
          <a:ln>
            <a:solidFill>
              <a:srgbClr val="C0C0C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15237639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C1DAB1E-49B8-9A7E-180C-DD07D6DCFEDB}"/>
            </a:ext>
          </a:extLst>
        </p:cNvPr>
        <p:cNvGrpSpPr/>
        <p:nvPr/>
      </p:nvGrpSpPr>
      <p:grpSpPr>
        <a:xfrm>
          <a:off x="0" y="0"/>
          <a:ext cx="0" cy="0"/>
          <a:chOff x="0" y="0"/>
          <a:chExt cx="0" cy="0"/>
        </a:xfrm>
      </p:grpSpPr>
      <p:sp>
        <p:nvSpPr>
          <p:cNvPr id="2" name="Text Placeholder 1">
            <a:extLst>
              <a:ext uri="{FF2B5EF4-FFF2-40B4-BE49-F238E27FC236}">
                <a16:creationId xmlns:a16="http://schemas.microsoft.com/office/drawing/2014/main" id="{6FCC3CF0-9CD9-CF77-A577-7392D692292F}"/>
              </a:ext>
            </a:extLst>
          </p:cNvPr>
          <p:cNvSpPr>
            <a:spLocks noGrp="1"/>
          </p:cNvSpPr>
          <p:nvPr>
            <p:ph type="body" sz="quarter" idx="15"/>
          </p:nvPr>
        </p:nvSpPr>
        <p:spPr>
          <a:xfrm flipH="1">
            <a:off x="623888" y="457200"/>
            <a:ext cx="8172450" cy="244101"/>
          </a:xfrm>
        </p:spPr>
        <p:txBody>
          <a:bodyPr/>
          <a:lstStyle/>
          <a:p>
            <a:r>
              <a:rPr lang="en-US"/>
              <a:t>Technology Landscape</a:t>
            </a:r>
          </a:p>
        </p:txBody>
      </p:sp>
      <p:grpSp>
        <p:nvGrpSpPr>
          <p:cNvPr id="4" name="Group 3">
            <a:extLst>
              <a:ext uri="{FF2B5EF4-FFF2-40B4-BE49-F238E27FC236}">
                <a16:creationId xmlns:a16="http://schemas.microsoft.com/office/drawing/2014/main" id="{8016D15B-4CE9-74EA-089B-A3B550089A31}"/>
              </a:ext>
            </a:extLst>
          </p:cNvPr>
          <p:cNvGrpSpPr/>
          <p:nvPr/>
        </p:nvGrpSpPr>
        <p:grpSpPr>
          <a:xfrm>
            <a:off x="761999" y="783523"/>
            <a:ext cx="10668002" cy="5379592"/>
            <a:chOff x="761999" y="943780"/>
            <a:chExt cx="10668002" cy="5379592"/>
          </a:xfrm>
        </p:grpSpPr>
        <p:sp>
          <p:nvSpPr>
            <p:cNvPr id="96" name="Freeform 5">
              <a:extLst>
                <a:ext uri="{FF2B5EF4-FFF2-40B4-BE49-F238E27FC236}">
                  <a16:creationId xmlns:a16="http://schemas.microsoft.com/office/drawing/2014/main" id="{E18A6B0E-D709-0139-22C4-CF25BDA2D91C}"/>
                </a:ext>
              </a:extLst>
            </p:cNvPr>
            <p:cNvSpPr>
              <a:spLocks/>
            </p:cNvSpPr>
            <p:nvPr/>
          </p:nvSpPr>
          <p:spPr bwMode="auto">
            <a:xfrm>
              <a:off x="761999" y="4008424"/>
              <a:ext cx="5334001" cy="2314946"/>
            </a:xfrm>
            <a:custGeom>
              <a:avLst/>
              <a:gdLst>
                <a:gd name="T0" fmla="*/ 0 w 14414"/>
                <a:gd name="T1" fmla="*/ 6254 h 6254"/>
                <a:gd name="T2" fmla="*/ 1427 w 14414"/>
                <a:gd name="T3" fmla="*/ 0 h 6254"/>
                <a:gd name="T4" fmla="*/ 14414 w 14414"/>
                <a:gd name="T5" fmla="*/ 6254 h 6254"/>
                <a:gd name="T6" fmla="*/ 0 w 14414"/>
                <a:gd name="T7" fmla="*/ 6254 h 6254"/>
              </a:gdLst>
              <a:ahLst/>
              <a:cxnLst>
                <a:cxn ang="0">
                  <a:pos x="T0" y="T1"/>
                </a:cxn>
                <a:cxn ang="0">
                  <a:pos x="T2" y="T3"/>
                </a:cxn>
                <a:cxn ang="0">
                  <a:pos x="T4" y="T5"/>
                </a:cxn>
                <a:cxn ang="0">
                  <a:pos x="T6" y="T7"/>
                </a:cxn>
              </a:cxnLst>
              <a:rect l="0" t="0" r="r" b="b"/>
              <a:pathLst>
                <a:path w="14414" h="6254">
                  <a:moveTo>
                    <a:pt x="0" y="6254"/>
                  </a:moveTo>
                  <a:cubicBezTo>
                    <a:pt x="0" y="4088"/>
                    <a:pt x="488" y="1951"/>
                    <a:pt x="1427" y="0"/>
                  </a:cubicBezTo>
                  <a:lnTo>
                    <a:pt x="14414" y="6254"/>
                  </a:lnTo>
                  <a:lnTo>
                    <a:pt x="0" y="6254"/>
                  </a:lnTo>
                  <a:close/>
                </a:path>
              </a:pathLst>
            </a:custGeom>
            <a:solidFill>
              <a:schemeClr val="accent1">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srgbClr val="000000"/>
                </a:solidFill>
                <a:effectLst/>
                <a:uLnTx/>
                <a:uFillTx/>
                <a:latin typeface="Manrope Light"/>
              </a:endParaRPr>
            </a:p>
          </p:txBody>
        </p:sp>
        <p:sp>
          <p:nvSpPr>
            <p:cNvPr id="97" name="Freeform 7">
              <a:extLst>
                <a:ext uri="{FF2B5EF4-FFF2-40B4-BE49-F238E27FC236}">
                  <a16:creationId xmlns:a16="http://schemas.microsoft.com/office/drawing/2014/main" id="{6C313250-0B8F-B394-FD46-F49EFD8852A7}"/>
                </a:ext>
              </a:extLst>
            </p:cNvPr>
            <p:cNvSpPr>
              <a:spLocks/>
            </p:cNvSpPr>
            <p:nvPr/>
          </p:nvSpPr>
          <p:spPr bwMode="auto">
            <a:xfrm>
              <a:off x="1288814" y="2154441"/>
              <a:ext cx="4807186" cy="4168929"/>
            </a:xfrm>
            <a:custGeom>
              <a:avLst/>
              <a:gdLst>
                <a:gd name="T0" fmla="*/ 0 w 12987"/>
                <a:gd name="T1" fmla="*/ 5016 h 11270"/>
                <a:gd name="T2" fmla="*/ 4000 w 12987"/>
                <a:gd name="T3" fmla="*/ 0 h 11270"/>
                <a:gd name="T4" fmla="*/ 12987 w 12987"/>
                <a:gd name="T5" fmla="*/ 11270 h 11270"/>
                <a:gd name="T6" fmla="*/ 0 w 12987"/>
                <a:gd name="T7" fmla="*/ 5016 h 11270"/>
              </a:gdLst>
              <a:ahLst/>
              <a:cxnLst>
                <a:cxn ang="0">
                  <a:pos x="T0" y="T1"/>
                </a:cxn>
                <a:cxn ang="0">
                  <a:pos x="T2" y="T3"/>
                </a:cxn>
                <a:cxn ang="0">
                  <a:pos x="T4" y="T5"/>
                </a:cxn>
                <a:cxn ang="0">
                  <a:pos x="T6" y="T7"/>
                </a:cxn>
              </a:cxnLst>
              <a:rect l="0" t="0" r="r" b="b"/>
              <a:pathLst>
                <a:path w="12987" h="11270">
                  <a:moveTo>
                    <a:pt x="0" y="5016"/>
                  </a:moveTo>
                  <a:cubicBezTo>
                    <a:pt x="940" y="3065"/>
                    <a:pt x="2307" y="1350"/>
                    <a:pt x="4000" y="0"/>
                  </a:cubicBezTo>
                  <a:lnTo>
                    <a:pt x="12987" y="11270"/>
                  </a:lnTo>
                  <a:lnTo>
                    <a:pt x="0" y="5016"/>
                  </a:lnTo>
                  <a:close/>
                </a:path>
              </a:pathLst>
            </a:cu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srgbClr val="000000"/>
                </a:solidFill>
                <a:effectLst/>
                <a:uLnTx/>
                <a:uFillTx/>
                <a:latin typeface="Manrope Light"/>
              </a:endParaRPr>
            </a:p>
          </p:txBody>
        </p:sp>
        <p:sp>
          <p:nvSpPr>
            <p:cNvPr id="98" name="Freeform 9">
              <a:extLst>
                <a:ext uri="{FF2B5EF4-FFF2-40B4-BE49-F238E27FC236}">
                  <a16:creationId xmlns:a16="http://schemas.microsoft.com/office/drawing/2014/main" id="{7D6DCF32-D523-D30B-EEE8-895AA700D4A3}"/>
                </a:ext>
              </a:extLst>
            </p:cNvPr>
            <p:cNvSpPr>
              <a:spLocks/>
            </p:cNvSpPr>
            <p:nvPr/>
          </p:nvSpPr>
          <p:spPr bwMode="auto">
            <a:xfrm>
              <a:off x="2770482" y="1123607"/>
              <a:ext cx="3325520" cy="5199765"/>
            </a:xfrm>
            <a:custGeom>
              <a:avLst/>
              <a:gdLst>
                <a:gd name="T0" fmla="*/ 0 w 8987"/>
                <a:gd name="T1" fmla="*/ 2783 h 14053"/>
                <a:gd name="T2" fmla="*/ 5780 w 8987"/>
                <a:gd name="T3" fmla="*/ 0 h 14053"/>
                <a:gd name="T4" fmla="*/ 8987 w 8987"/>
                <a:gd name="T5" fmla="*/ 14053 h 14053"/>
                <a:gd name="T6" fmla="*/ 0 w 8987"/>
                <a:gd name="T7" fmla="*/ 2783 h 14053"/>
              </a:gdLst>
              <a:ahLst/>
              <a:cxnLst>
                <a:cxn ang="0">
                  <a:pos x="T0" y="T1"/>
                </a:cxn>
                <a:cxn ang="0">
                  <a:pos x="T2" y="T3"/>
                </a:cxn>
                <a:cxn ang="0">
                  <a:pos x="T4" y="T5"/>
                </a:cxn>
                <a:cxn ang="0">
                  <a:pos x="T6" y="T7"/>
                </a:cxn>
              </a:cxnLst>
              <a:rect l="0" t="0" r="r" b="b"/>
              <a:pathLst>
                <a:path w="8987" h="14053">
                  <a:moveTo>
                    <a:pt x="0" y="2783"/>
                  </a:moveTo>
                  <a:cubicBezTo>
                    <a:pt x="1693" y="1433"/>
                    <a:pt x="3669" y="482"/>
                    <a:pt x="5780" y="0"/>
                  </a:cubicBezTo>
                  <a:lnTo>
                    <a:pt x="8987" y="14053"/>
                  </a:lnTo>
                  <a:lnTo>
                    <a:pt x="0" y="2783"/>
                  </a:lnTo>
                  <a:close/>
                </a:path>
              </a:pathLst>
            </a:custGeom>
            <a:solidFill>
              <a:srgbClr val="A5C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srgbClr val="000000"/>
                </a:solidFill>
                <a:effectLst/>
                <a:uLnTx/>
                <a:uFillTx/>
                <a:latin typeface="Manrope Light"/>
              </a:endParaRPr>
            </a:p>
          </p:txBody>
        </p:sp>
        <p:sp>
          <p:nvSpPr>
            <p:cNvPr id="99" name="Freeform 11">
              <a:extLst>
                <a:ext uri="{FF2B5EF4-FFF2-40B4-BE49-F238E27FC236}">
                  <a16:creationId xmlns:a16="http://schemas.microsoft.com/office/drawing/2014/main" id="{FC4CBCB5-11BA-4102-3A50-B4F3C6567D2C}"/>
                </a:ext>
              </a:extLst>
            </p:cNvPr>
            <p:cNvSpPr>
              <a:spLocks/>
            </p:cNvSpPr>
            <p:nvPr/>
          </p:nvSpPr>
          <p:spPr bwMode="auto">
            <a:xfrm>
              <a:off x="4908134" y="943780"/>
              <a:ext cx="2375733" cy="5379590"/>
            </a:xfrm>
            <a:custGeom>
              <a:avLst/>
              <a:gdLst>
                <a:gd name="T0" fmla="*/ 0 w 6415"/>
                <a:gd name="T1" fmla="*/ 482 h 14535"/>
                <a:gd name="T2" fmla="*/ 6415 w 6415"/>
                <a:gd name="T3" fmla="*/ 482 h 14535"/>
                <a:gd name="T4" fmla="*/ 3207 w 6415"/>
                <a:gd name="T5" fmla="*/ 14535 h 14535"/>
                <a:gd name="T6" fmla="*/ 0 w 6415"/>
                <a:gd name="T7" fmla="*/ 482 h 14535"/>
              </a:gdLst>
              <a:ahLst/>
              <a:cxnLst>
                <a:cxn ang="0">
                  <a:pos x="T0" y="T1"/>
                </a:cxn>
                <a:cxn ang="0">
                  <a:pos x="T2" y="T3"/>
                </a:cxn>
                <a:cxn ang="0">
                  <a:pos x="T4" y="T5"/>
                </a:cxn>
                <a:cxn ang="0">
                  <a:pos x="T6" y="T7"/>
                </a:cxn>
              </a:cxnLst>
              <a:rect l="0" t="0" r="r" b="b"/>
              <a:pathLst>
                <a:path w="6415" h="14535">
                  <a:moveTo>
                    <a:pt x="0" y="482"/>
                  </a:moveTo>
                  <a:cubicBezTo>
                    <a:pt x="2111" y="0"/>
                    <a:pt x="4304" y="0"/>
                    <a:pt x="6415" y="482"/>
                  </a:cubicBezTo>
                  <a:lnTo>
                    <a:pt x="3207" y="14535"/>
                  </a:lnTo>
                  <a:lnTo>
                    <a:pt x="0" y="482"/>
                  </a:lnTo>
                  <a:close/>
                </a:path>
              </a:pathLst>
            </a:custGeom>
            <a:solidFill>
              <a:schemeClr val="accent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srgbClr val="000000"/>
                </a:solidFill>
                <a:effectLst/>
                <a:uLnTx/>
                <a:uFillTx/>
                <a:latin typeface="Manrope Light"/>
              </a:endParaRPr>
            </a:p>
          </p:txBody>
        </p:sp>
        <p:sp>
          <p:nvSpPr>
            <p:cNvPr id="100" name="Freeform 13">
              <a:extLst>
                <a:ext uri="{FF2B5EF4-FFF2-40B4-BE49-F238E27FC236}">
                  <a16:creationId xmlns:a16="http://schemas.microsoft.com/office/drawing/2014/main" id="{29B96129-473E-BA01-64DC-7E259D250131}"/>
                </a:ext>
              </a:extLst>
            </p:cNvPr>
            <p:cNvSpPr>
              <a:spLocks/>
            </p:cNvSpPr>
            <p:nvPr/>
          </p:nvSpPr>
          <p:spPr bwMode="auto">
            <a:xfrm>
              <a:off x="6096000" y="1123607"/>
              <a:ext cx="3325520" cy="5199765"/>
            </a:xfrm>
            <a:custGeom>
              <a:avLst/>
              <a:gdLst>
                <a:gd name="T0" fmla="*/ 3208 w 8988"/>
                <a:gd name="T1" fmla="*/ 0 h 14053"/>
                <a:gd name="T2" fmla="*/ 8988 w 8988"/>
                <a:gd name="T3" fmla="*/ 2783 h 14053"/>
                <a:gd name="T4" fmla="*/ 0 w 8988"/>
                <a:gd name="T5" fmla="*/ 14053 h 14053"/>
                <a:gd name="T6" fmla="*/ 3208 w 8988"/>
                <a:gd name="T7" fmla="*/ 0 h 14053"/>
              </a:gdLst>
              <a:ahLst/>
              <a:cxnLst>
                <a:cxn ang="0">
                  <a:pos x="T0" y="T1"/>
                </a:cxn>
                <a:cxn ang="0">
                  <a:pos x="T2" y="T3"/>
                </a:cxn>
                <a:cxn ang="0">
                  <a:pos x="T4" y="T5"/>
                </a:cxn>
                <a:cxn ang="0">
                  <a:pos x="T6" y="T7"/>
                </a:cxn>
              </a:cxnLst>
              <a:rect l="0" t="0" r="r" b="b"/>
              <a:pathLst>
                <a:path w="8988" h="14053">
                  <a:moveTo>
                    <a:pt x="3208" y="0"/>
                  </a:moveTo>
                  <a:cubicBezTo>
                    <a:pt x="5319" y="482"/>
                    <a:pt x="7295" y="1433"/>
                    <a:pt x="8988" y="2783"/>
                  </a:cubicBezTo>
                  <a:lnTo>
                    <a:pt x="0" y="14053"/>
                  </a:lnTo>
                  <a:lnTo>
                    <a:pt x="3208" y="0"/>
                  </a:lnTo>
                  <a:close/>
                </a:path>
              </a:pathLst>
            </a:custGeom>
            <a:solidFill>
              <a:schemeClr val="accent3">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srgbClr val="000000"/>
                </a:solidFill>
                <a:effectLst/>
                <a:uLnTx/>
                <a:uFillTx/>
                <a:latin typeface="Manrope Light"/>
              </a:endParaRPr>
            </a:p>
          </p:txBody>
        </p:sp>
        <p:sp>
          <p:nvSpPr>
            <p:cNvPr id="101" name="Freeform 15">
              <a:extLst>
                <a:ext uri="{FF2B5EF4-FFF2-40B4-BE49-F238E27FC236}">
                  <a16:creationId xmlns:a16="http://schemas.microsoft.com/office/drawing/2014/main" id="{AB08BF7B-E8FD-5E14-5EEB-F96343A723AE}"/>
                </a:ext>
              </a:extLst>
            </p:cNvPr>
            <p:cNvSpPr>
              <a:spLocks/>
            </p:cNvSpPr>
            <p:nvPr/>
          </p:nvSpPr>
          <p:spPr bwMode="auto">
            <a:xfrm>
              <a:off x="6096000" y="2154441"/>
              <a:ext cx="4807186" cy="4168929"/>
            </a:xfrm>
            <a:custGeom>
              <a:avLst/>
              <a:gdLst>
                <a:gd name="T0" fmla="*/ 4494 w 6493"/>
                <a:gd name="T1" fmla="*/ 0 h 5635"/>
                <a:gd name="T2" fmla="*/ 6493 w 6493"/>
                <a:gd name="T3" fmla="*/ 2508 h 5635"/>
                <a:gd name="T4" fmla="*/ 0 w 6493"/>
                <a:gd name="T5" fmla="*/ 5635 h 5635"/>
                <a:gd name="T6" fmla="*/ 4494 w 6493"/>
                <a:gd name="T7" fmla="*/ 0 h 5635"/>
              </a:gdLst>
              <a:ahLst/>
              <a:cxnLst>
                <a:cxn ang="0">
                  <a:pos x="T0" y="T1"/>
                </a:cxn>
                <a:cxn ang="0">
                  <a:pos x="T2" y="T3"/>
                </a:cxn>
                <a:cxn ang="0">
                  <a:pos x="T4" y="T5"/>
                </a:cxn>
                <a:cxn ang="0">
                  <a:pos x="T6" y="T7"/>
                </a:cxn>
              </a:cxnLst>
              <a:rect l="0" t="0" r="r" b="b"/>
              <a:pathLst>
                <a:path w="6493" h="5635">
                  <a:moveTo>
                    <a:pt x="4494" y="0"/>
                  </a:moveTo>
                  <a:cubicBezTo>
                    <a:pt x="5340" y="675"/>
                    <a:pt x="6024" y="1532"/>
                    <a:pt x="6493" y="2508"/>
                  </a:cubicBezTo>
                  <a:lnTo>
                    <a:pt x="0" y="5635"/>
                  </a:lnTo>
                  <a:lnTo>
                    <a:pt x="4494" y="0"/>
                  </a:lnTo>
                  <a:close/>
                </a:path>
              </a:pathLst>
            </a:custGeom>
            <a:solidFill>
              <a:schemeClr val="accent3">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srgbClr val="000000"/>
                </a:solidFill>
                <a:effectLst/>
                <a:uLnTx/>
                <a:uFillTx/>
                <a:latin typeface="Manrope Light"/>
              </a:endParaRPr>
            </a:p>
          </p:txBody>
        </p:sp>
        <p:sp>
          <p:nvSpPr>
            <p:cNvPr id="102" name="Freeform 17">
              <a:extLst>
                <a:ext uri="{FF2B5EF4-FFF2-40B4-BE49-F238E27FC236}">
                  <a16:creationId xmlns:a16="http://schemas.microsoft.com/office/drawing/2014/main" id="{4700DBBB-8407-992A-E59F-4456C0F74A6E}"/>
                </a:ext>
              </a:extLst>
            </p:cNvPr>
            <p:cNvSpPr>
              <a:spLocks/>
            </p:cNvSpPr>
            <p:nvPr/>
          </p:nvSpPr>
          <p:spPr bwMode="auto">
            <a:xfrm>
              <a:off x="6096000" y="4010958"/>
              <a:ext cx="5334001" cy="2312414"/>
            </a:xfrm>
            <a:custGeom>
              <a:avLst/>
              <a:gdLst>
                <a:gd name="T0" fmla="*/ 6493 w 7207"/>
                <a:gd name="T1" fmla="*/ 0 h 3127"/>
                <a:gd name="T2" fmla="*/ 7207 w 7207"/>
                <a:gd name="T3" fmla="*/ 3127 h 3127"/>
                <a:gd name="T4" fmla="*/ 0 w 7207"/>
                <a:gd name="T5" fmla="*/ 3127 h 3127"/>
                <a:gd name="T6" fmla="*/ 6493 w 7207"/>
                <a:gd name="T7" fmla="*/ 0 h 3127"/>
              </a:gdLst>
              <a:ahLst/>
              <a:cxnLst>
                <a:cxn ang="0">
                  <a:pos x="T0" y="T1"/>
                </a:cxn>
                <a:cxn ang="0">
                  <a:pos x="T2" y="T3"/>
                </a:cxn>
                <a:cxn ang="0">
                  <a:pos x="T4" y="T5"/>
                </a:cxn>
                <a:cxn ang="0">
                  <a:pos x="T6" y="T7"/>
                </a:cxn>
              </a:cxnLst>
              <a:rect l="0" t="0" r="r" b="b"/>
              <a:pathLst>
                <a:path w="7207" h="3127">
                  <a:moveTo>
                    <a:pt x="6493" y="0"/>
                  </a:moveTo>
                  <a:cubicBezTo>
                    <a:pt x="6963" y="975"/>
                    <a:pt x="7207" y="2044"/>
                    <a:pt x="7207" y="3127"/>
                  </a:cubicBezTo>
                  <a:lnTo>
                    <a:pt x="0" y="3127"/>
                  </a:lnTo>
                  <a:lnTo>
                    <a:pt x="6493" y="0"/>
                  </a:lnTo>
                  <a:close/>
                </a:path>
              </a:pathLst>
            </a:custGeom>
            <a:solidFill>
              <a:srgbClr val="D9D9D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srgbClr val="000000"/>
                </a:solidFill>
                <a:effectLst/>
                <a:uLnTx/>
                <a:uFillTx/>
                <a:latin typeface="Manrope Light"/>
              </a:endParaRPr>
            </a:p>
          </p:txBody>
        </p:sp>
      </p:grpSp>
      <p:sp>
        <p:nvSpPr>
          <p:cNvPr id="5" name="Oval 107">
            <a:extLst>
              <a:ext uri="{FF2B5EF4-FFF2-40B4-BE49-F238E27FC236}">
                <a16:creationId xmlns:a16="http://schemas.microsoft.com/office/drawing/2014/main" id="{345AA533-CF2F-2CB1-13E5-86E90DEF767C}"/>
              </a:ext>
            </a:extLst>
          </p:cNvPr>
          <p:cNvSpPr/>
          <p:nvPr/>
        </p:nvSpPr>
        <p:spPr>
          <a:xfrm>
            <a:off x="2907103" y="2974212"/>
            <a:ext cx="6377794" cy="3188903"/>
          </a:xfrm>
          <a:custGeom>
            <a:avLst/>
            <a:gdLst>
              <a:gd name="connsiteX0" fmla="*/ 0 w 2598722"/>
              <a:gd name="connsiteY0" fmla="*/ 1299361 h 2598722"/>
              <a:gd name="connsiteX1" fmla="*/ 1299361 w 2598722"/>
              <a:gd name="connsiteY1" fmla="*/ 0 h 2598722"/>
              <a:gd name="connsiteX2" fmla="*/ 2598722 w 2598722"/>
              <a:gd name="connsiteY2" fmla="*/ 1299361 h 2598722"/>
              <a:gd name="connsiteX3" fmla="*/ 1299361 w 2598722"/>
              <a:gd name="connsiteY3" fmla="*/ 2598722 h 2598722"/>
              <a:gd name="connsiteX4" fmla="*/ 0 w 2598722"/>
              <a:gd name="connsiteY4" fmla="*/ 1299361 h 2598722"/>
              <a:gd name="connsiteX0" fmla="*/ 1299361 w 2598722"/>
              <a:gd name="connsiteY0" fmla="*/ 2598722 h 2690162"/>
              <a:gd name="connsiteX1" fmla="*/ 0 w 2598722"/>
              <a:gd name="connsiteY1" fmla="*/ 1299361 h 2690162"/>
              <a:gd name="connsiteX2" fmla="*/ 1299361 w 2598722"/>
              <a:gd name="connsiteY2" fmla="*/ 0 h 2690162"/>
              <a:gd name="connsiteX3" fmla="*/ 2598722 w 2598722"/>
              <a:gd name="connsiteY3" fmla="*/ 1299361 h 2690162"/>
              <a:gd name="connsiteX4" fmla="*/ 1390801 w 2598722"/>
              <a:gd name="connsiteY4" fmla="*/ 2690162 h 2690162"/>
              <a:gd name="connsiteX0" fmla="*/ 1299361 w 2598722"/>
              <a:gd name="connsiteY0" fmla="*/ 2598722 h 2598722"/>
              <a:gd name="connsiteX1" fmla="*/ 0 w 2598722"/>
              <a:gd name="connsiteY1" fmla="*/ 1299361 h 2598722"/>
              <a:gd name="connsiteX2" fmla="*/ 1299361 w 2598722"/>
              <a:gd name="connsiteY2" fmla="*/ 0 h 2598722"/>
              <a:gd name="connsiteX3" fmla="*/ 2598722 w 2598722"/>
              <a:gd name="connsiteY3" fmla="*/ 1299361 h 2598722"/>
              <a:gd name="connsiteX0" fmla="*/ 0 w 2598722"/>
              <a:gd name="connsiteY0" fmla="*/ 1299361 h 1299361"/>
              <a:gd name="connsiteX1" fmla="*/ 1299361 w 2598722"/>
              <a:gd name="connsiteY1" fmla="*/ 0 h 1299361"/>
              <a:gd name="connsiteX2" fmla="*/ 2598722 w 2598722"/>
              <a:gd name="connsiteY2" fmla="*/ 1299361 h 1299361"/>
            </a:gdLst>
            <a:ahLst/>
            <a:cxnLst>
              <a:cxn ang="0">
                <a:pos x="connsiteX0" y="connsiteY0"/>
              </a:cxn>
              <a:cxn ang="0">
                <a:pos x="connsiteX1" y="connsiteY1"/>
              </a:cxn>
              <a:cxn ang="0">
                <a:pos x="connsiteX2" y="connsiteY2"/>
              </a:cxn>
            </a:cxnLst>
            <a:rect l="l" t="t" r="r" b="b"/>
            <a:pathLst>
              <a:path w="2598722" h="1299361">
                <a:moveTo>
                  <a:pt x="0" y="1299361"/>
                </a:moveTo>
                <a:cubicBezTo>
                  <a:pt x="0" y="581744"/>
                  <a:pt x="581744" y="0"/>
                  <a:pt x="1299361" y="0"/>
                </a:cubicBezTo>
                <a:cubicBezTo>
                  <a:pt x="2016978" y="0"/>
                  <a:pt x="2598722" y="581744"/>
                  <a:pt x="2598722" y="1299361"/>
                </a:cubicBezTo>
              </a:path>
            </a:pathLst>
          </a:custGeom>
          <a:gradFill>
            <a:gsLst>
              <a:gs pos="0">
                <a:schemeClr val="accent1">
                  <a:lumMod val="5000"/>
                  <a:lumOff val="95000"/>
                  <a:alpha val="87046"/>
                </a:schemeClr>
              </a:gs>
              <a:gs pos="100000">
                <a:schemeClr val="bg1">
                  <a:lumMod val="95000"/>
                  <a:alpha val="29763"/>
                </a:scheme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srgbClr val="000000"/>
              </a:solidFill>
              <a:effectLst/>
              <a:uLnTx/>
              <a:uFillTx/>
              <a:latin typeface="Manrope Light"/>
            </a:endParaRPr>
          </a:p>
        </p:txBody>
      </p:sp>
      <p:sp>
        <p:nvSpPr>
          <p:cNvPr id="7" name="Oval 107">
            <a:extLst>
              <a:ext uri="{FF2B5EF4-FFF2-40B4-BE49-F238E27FC236}">
                <a16:creationId xmlns:a16="http://schemas.microsoft.com/office/drawing/2014/main" id="{B6464AB0-8759-7A2F-679A-4251A084F257}"/>
              </a:ext>
            </a:extLst>
          </p:cNvPr>
          <p:cNvSpPr/>
          <p:nvPr/>
        </p:nvSpPr>
        <p:spPr>
          <a:xfrm>
            <a:off x="4081448" y="4148559"/>
            <a:ext cx="4029104" cy="2014556"/>
          </a:xfrm>
          <a:custGeom>
            <a:avLst/>
            <a:gdLst>
              <a:gd name="connsiteX0" fmla="*/ 0 w 2598722"/>
              <a:gd name="connsiteY0" fmla="*/ 1299361 h 2598722"/>
              <a:gd name="connsiteX1" fmla="*/ 1299361 w 2598722"/>
              <a:gd name="connsiteY1" fmla="*/ 0 h 2598722"/>
              <a:gd name="connsiteX2" fmla="*/ 2598722 w 2598722"/>
              <a:gd name="connsiteY2" fmla="*/ 1299361 h 2598722"/>
              <a:gd name="connsiteX3" fmla="*/ 1299361 w 2598722"/>
              <a:gd name="connsiteY3" fmla="*/ 2598722 h 2598722"/>
              <a:gd name="connsiteX4" fmla="*/ 0 w 2598722"/>
              <a:gd name="connsiteY4" fmla="*/ 1299361 h 2598722"/>
              <a:gd name="connsiteX0" fmla="*/ 1299361 w 2598722"/>
              <a:gd name="connsiteY0" fmla="*/ 2598722 h 2690162"/>
              <a:gd name="connsiteX1" fmla="*/ 0 w 2598722"/>
              <a:gd name="connsiteY1" fmla="*/ 1299361 h 2690162"/>
              <a:gd name="connsiteX2" fmla="*/ 1299361 w 2598722"/>
              <a:gd name="connsiteY2" fmla="*/ 0 h 2690162"/>
              <a:gd name="connsiteX3" fmla="*/ 2598722 w 2598722"/>
              <a:gd name="connsiteY3" fmla="*/ 1299361 h 2690162"/>
              <a:gd name="connsiteX4" fmla="*/ 1390801 w 2598722"/>
              <a:gd name="connsiteY4" fmla="*/ 2690162 h 2690162"/>
              <a:gd name="connsiteX0" fmla="*/ 1299361 w 2598722"/>
              <a:gd name="connsiteY0" fmla="*/ 2598722 h 2598722"/>
              <a:gd name="connsiteX1" fmla="*/ 0 w 2598722"/>
              <a:gd name="connsiteY1" fmla="*/ 1299361 h 2598722"/>
              <a:gd name="connsiteX2" fmla="*/ 1299361 w 2598722"/>
              <a:gd name="connsiteY2" fmla="*/ 0 h 2598722"/>
              <a:gd name="connsiteX3" fmla="*/ 2598722 w 2598722"/>
              <a:gd name="connsiteY3" fmla="*/ 1299361 h 2598722"/>
              <a:gd name="connsiteX0" fmla="*/ 0 w 2598722"/>
              <a:gd name="connsiteY0" fmla="*/ 1299361 h 1299361"/>
              <a:gd name="connsiteX1" fmla="*/ 1299361 w 2598722"/>
              <a:gd name="connsiteY1" fmla="*/ 0 h 1299361"/>
              <a:gd name="connsiteX2" fmla="*/ 2598722 w 2598722"/>
              <a:gd name="connsiteY2" fmla="*/ 1299361 h 1299361"/>
            </a:gdLst>
            <a:ahLst/>
            <a:cxnLst>
              <a:cxn ang="0">
                <a:pos x="connsiteX0" y="connsiteY0"/>
              </a:cxn>
              <a:cxn ang="0">
                <a:pos x="connsiteX1" y="connsiteY1"/>
              </a:cxn>
              <a:cxn ang="0">
                <a:pos x="connsiteX2" y="connsiteY2"/>
              </a:cxn>
            </a:cxnLst>
            <a:rect l="l" t="t" r="r" b="b"/>
            <a:pathLst>
              <a:path w="2598722" h="1299361">
                <a:moveTo>
                  <a:pt x="0" y="1299361"/>
                </a:moveTo>
                <a:cubicBezTo>
                  <a:pt x="0" y="581744"/>
                  <a:pt x="581744" y="0"/>
                  <a:pt x="1299361" y="0"/>
                </a:cubicBezTo>
                <a:cubicBezTo>
                  <a:pt x="2016978" y="0"/>
                  <a:pt x="2598722" y="581744"/>
                  <a:pt x="2598722" y="1299361"/>
                </a:cubicBezTo>
              </a:path>
            </a:pathLst>
          </a:custGeom>
          <a:gradFill>
            <a:gsLst>
              <a:gs pos="0">
                <a:schemeClr val="accent1">
                  <a:lumMod val="5000"/>
                  <a:lumOff val="95000"/>
                  <a:alpha val="87046"/>
                </a:schemeClr>
              </a:gs>
              <a:gs pos="100000">
                <a:schemeClr val="bg1">
                  <a:lumMod val="95000"/>
                  <a:alpha val="29763"/>
                </a:scheme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srgbClr val="000000"/>
              </a:solidFill>
              <a:effectLst/>
              <a:uLnTx/>
              <a:uFillTx/>
              <a:latin typeface="Manrope Light"/>
            </a:endParaRPr>
          </a:p>
        </p:txBody>
      </p:sp>
      <p:sp>
        <p:nvSpPr>
          <p:cNvPr id="6" name="Oval 107">
            <a:extLst>
              <a:ext uri="{FF2B5EF4-FFF2-40B4-BE49-F238E27FC236}">
                <a16:creationId xmlns:a16="http://schemas.microsoft.com/office/drawing/2014/main" id="{7DC46A1F-5250-1ED8-D4DF-4966A86D52B2}"/>
              </a:ext>
            </a:extLst>
          </p:cNvPr>
          <p:cNvSpPr/>
          <p:nvPr/>
        </p:nvSpPr>
        <p:spPr>
          <a:xfrm>
            <a:off x="5235802" y="5302916"/>
            <a:ext cx="1720396" cy="860199"/>
          </a:xfrm>
          <a:custGeom>
            <a:avLst/>
            <a:gdLst>
              <a:gd name="connsiteX0" fmla="*/ 0 w 2598722"/>
              <a:gd name="connsiteY0" fmla="*/ 1299361 h 2598722"/>
              <a:gd name="connsiteX1" fmla="*/ 1299361 w 2598722"/>
              <a:gd name="connsiteY1" fmla="*/ 0 h 2598722"/>
              <a:gd name="connsiteX2" fmla="*/ 2598722 w 2598722"/>
              <a:gd name="connsiteY2" fmla="*/ 1299361 h 2598722"/>
              <a:gd name="connsiteX3" fmla="*/ 1299361 w 2598722"/>
              <a:gd name="connsiteY3" fmla="*/ 2598722 h 2598722"/>
              <a:gd name="connsiteX4" fmla="*/ 0 w 2598722"/>
              <a:gd name="connsiteY4" fmla="*/ 1299361 h 2598722"/>
              <a:gd name="connsiteX0" fmla="*/ 1299361 w 2598722"/>
              <a:gd name="connsiteY0" fmla="*/ 2598722 h 2690162"/>
              <a:gd name="connsiteX1" fmla="*/ 0 w 2598722"/>
              <a:gd name="connsiteY1" fmla="*/ 1299361 h 2690162"/>
              <a:gd name="connsiteX2" fmla="*/ 1299361 w 2598722"/>
              <a:gd name="connsiteY2" fmla="*/ 0 h 2690162"/>
              <a:gd name="connsiteX3" fmla="*/ 2598722 w 2598722"/>
              <a:gd name="connsiteY3" fmla="*/ 1299361 h 2690162"/>
              <a:gd name="connsiteX4" fmla="*/ 1390801 w 2598722"/>
              <a:gd name="connsiteY4" fmla="*/ 2690162 h 2690162"/>
              <a:gd name="connsiteX0" fmla="*/ 1299361 w 2598722"/>
              <a:gd name="connsiteY0" fmla="*/ 2598722 h 2598722"/>
              <a:gd name="connsiteX1" fmla="*/ 0 w 2598722"/>
              <a:gd name="connsiteY1" fmla="*/ 1299361 h 2598722"/>
              <a:gd name="connsiteX2" fmla="*/ 1299361 w 2598722"/>
              <a:gd name="connsiteY2" fmla="*/ 0 h 2598722"/>
              <a:gd name="connsiteX3" fmla="*/ 2598722 w 2598722"/>
              <a:gd name="connsiteY3" fmla="*/ 1299361 h 2598722"/>
              <a:gd name="connsiteX0" fmla="*/ 0 w 2598722"/>
              <a:gd name="connsiteY0" fmla="*/ 1299361 h 1299361"/>
              <a:gd name="connsiteX1" fmla="*/ 1299361 w 2598722"/>
              <a:gd name="connsiteY1" fmla="*/ 0 h 1299361"/>
              <a:gd name="connsiteX2" fmla="*/ 2598722 w 2598722"/>
              <a:gd name="connsiteY2" fmla="*/ 1299361 h 1299361"/>
            </a:gdLst>
            <a:ahLst/>
            <a:cxnLst>
              <a:cxn ang="0">
                <a:pos x="connsiteX0" y="connsiteY0"/>
              </a:cxn>
              <a:cxn ang="0">
                <a:pos x="connsiteX1" y="connsiteY1"/>
              </a:cxn>
              <a:cxn ang="0">
                <a:pos x="connsiteX2" y="connsiteY2"/>
              </a:cxn>
            </a:cxnLst>
            <a:rect l="l" t="t" r="r" b="b"/>
            <a:pathLst>
              <a:path w="2598722" h="1299361">
                <a:moveTo>
                  <a:pt x="0" y="1299361"/>
                </a:moveTo>
                <a:cubicBezTo>
                  <a:pt x="0" y="581744"/>
                  <a:pt x="581744" y="0"/>
                  <a:pt x="1299361" y="0"/>
                </a:cubicBezTo>
                <a:cubicBezTo>
                  <a:pt x="2016978" y="0"/>
                  <a:pt x="2598722" y="581744"/>
                  <a:pt x="2598722" y="1299361"/>
                </a:cubicBezTo>
              </a:path>
            </a:pathLst>
          </a:custGeom>
          <a:solidFill>
            <a:schemeClr val="bg1"/>
          </a:solidFill>
          <a:ln>
            <a:noFill/>
          </a:ln>
          <a:effectLst>
            <a:outerShdw blurRad="50800" dist="38100" dir="16200000" rotWithShape="0">
              <a:prstClr val="black">
                <a:alpha val="14207"/>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white"/>
              </a:solidFill>
              <a:effectLst/>
              <a:uLnTx/>
              <a:uFillTx/>
              <a:latin typeface="Manrope Light"/>
            </a:endParaRPr>
          </a:p>
        </p:txBody>
      </p:sp>
      <p:sp>
        <p:nvSpPr>
          <p:cNvPr id="8" name="TextBox 88">
            <a:extLst>
              <a:ext uri="{FF2B5EF4-FFF2-40B4-BE49-F238E27FC236}">
                <a16:creationId xmlns:a16="http://schemas.microsoft.com/office/drawing/2014/main" id="{85C74AA8-02F3-BBB8-0B2C-A077527ACB2E}"/>
              </a:ext>
            </a:extLst>
          </p:cNvPr>
          <p:cNvSpPr txBox="1"/>
          <p:nvPr/>
        </p:nvSpPr>
        <p:spPr>
          <a:xfrm>
            <a:off x="5876838" y="6117165"/>
            <a:ext cx="438325" cy="184666"/>
          </a:xfrm>
          <a:prstGeom prst="rect">
            <a:avLst/>
          </a:prstGeom>
          <a:noFill/>
        </p:spPr>
        <p:txBody>
          <a:bodyPr wrap="none" lIns="0" tIns="0" rIns="0" bIns="0"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dirty="0">
                <a:ln>
                  <a:noFill/>
                </a:ln>
                <a:solidFill>
                  <a:srgbClr val="000000"/>
                </a:solidFill>
                <a:effectLst/>
                <a:uLnTx/>
                <a:uFillTx/>
                <a:latin typeface="Manrope Light"/>
                <a:cs typeface="Poppins" pitchFamily="2" charset="77"/>
              </a:rPr>
              <a:t>People</a:t>
            </a:r>
          </a:p>
        </p:txBody>
      </p:sp>
      <p:pic>
        <p:nvPicPr>
          <p:cNvPr id="9" name="Picture 8">
            <a:extLst>
              <a:ext uri="{FF2B5EF4-FFF2-40B4-BE49-F238E27FC236}">
                <a16:creationId xmlns:a16="http://schemas.microsoft.com/office/drawing/2014/main" id="{C4AB2B10-8EB8-DFDA-8A8C-9636208C186E}"/>
              </a:ext>
            </a:extLst>
          </p:cNvPr>
          <p:cNvPicPr>
            <a:picLocks noChangeAspect="1"/>
          </p:cNvPicPr>
          <p:nvPr/>
        </p:nvPicPr>
        <p:blipFill>
          <a:blip r:embed="rId2" cstate="screen">
            <a:extLst>
              <a:ext uri="{28A0092B-C50C-407E-A947-70E740481C1C}">
                <a14:useLocalDpi xmlns:a14="http://schemas.microsoft.com/office/drawing/2010/main"/>
              </a:ext>
            </a:extLst>
          </a:blip>
          <a:stretch>
            <a:fillRect/>
          </a:stretch>
        </p:blipFill>
        <p:spPr>
          <a:xfrm>
            <a:off x="5887147" y="5573366"/>
            <a:ext cx="417707" cy="433843"/>
          </a:xfrm>
          <a:prstGeom prst="rect">
            <a:avLst/>
          </a:prstGeom>
        </p:spPr>
      </p:pic>
      <p:sp>
        <p:nvSpPr>
          <p:cNvPr id="10" name="TextBox 136">
            <a:extLst>
              <a:ext uri="{FF2B5EF4-FFF2-40B4-BE49-F238E27FC236}">
                <a16:creationId xmlns:a16="http://schemas.microsoft.com/office/drawing/2014/main" id="{4D0BB69B-CFE2-ED7C-78F3-9C70508D031C}"/>
              </a:ext>
            </a:extLst>
          </p:cNvPr>
          <p:cNvSpPr txBox="1"/>
          <p:nvPr/>
        </p:nvSpPr>
        <p:spPr>
          <a:xfrm>
            <a:off x="4258676" y="5778662"/>
            <a:ext cx="799898" cy="307777"/>
          </a:xfrm>
          <a:prstGeom prst="rect">
            <a:avLst/>
          </a:prstGeom>
          <a:noFill/>
        </p:spPr>
        <p:txBody>
          <a:bodyPr wrap="none" lIns="0" tIns="0" rIns="0" bIns="0"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000000"/>
                </a:solidFill>
                <a:effectLst/>
                <a:uLnTx/>
                <a:uFillTx/>
                <a:latin typeface="Manrope" pitchFamily="2" charset="0"/>
                <a:cs typeface="Poppins" pitchFamily="2" charset="77"/>
              </a:rPr>
              <a:t>Connect with</a:t>
            </a:r>
            <a:br>
              <a:rPr kumimoji="0" lang="en-US" sz="1000" b="0" i="0" u="none" strike="noStrike" kern="1200" cap="none" spc="0" normalizeH="0" baseline="0" noProof="0" dirty="0">
                <a:ln>
                  <a:noFill/>
                </a:ln>
                <a:solidFill>
                  <a:srgbClr val="000000"/>
                </a:solidFill>
                <a:effectLst/>
                <a:uLnTx/>
                <a:uFillTx/>
                <a:latin typeface="Manrope" pitchFamily="2" charset="0"/>
                <a:cs typeface="Poppins" pitchFamily="2" charset="77"/>
              </a:rPr>
            </a:br>
            <a:r>
              <a:rPr kumimoji="0" lang="en-US" sz="1000" b="0" i="0" u="none" strike="noStrike" kern="1200" cap="none" spc="0" normalizeH="0" baseline="0" noProof="0" dirty="0">
                <a:ln>
                  <a:noFill/>
                </a:ln>
                <a:solidFill>
                  <a:srgbClr val="000000"/>
                </a:solidFill>
                <a:effectLst/>
                <a:uLnTx/>
                <a:uFillTx/>
                <a:latin typeface="Manrope" pitchFamily="2" charset="0"/>
                <a:cs typeface="Poppins" pitchFamily="2" charset="77"/>
              </a:rPr>
              <a:t>Brand</a:t>
            </a:r>
          </a:p>
        </p:txBody>
      </p:sp>
      <p:sp>
        <p:nvSpPr>
          <p:cNvPr id="11" name="TextBox 137">
            <a:extLst>
              <a:ext uri="{FF2B5EF4-FFF2-40B4-BE49-F238E27FC236}">
                <a16:creationId xmlns:a16="http://schemas.microsoft.com/office/drawing/2014/main" id="{460A4210-0245-CF8A-0FAC-2F0492484729}"/>
              </a:ext>
            </a:extLst>
          </p:cNvPr>
          <p:cNvSpPr txBox="1"/>
          <p:nvPr/>
        </p:nvSpPr>
        <p:spPr>
          <a:xfrm>
            <a:off x="4350108" y="5115754"/>
            <a:ext cx="1236982" cy="307777"/>
          </a:xfrm>
          <a:prstGeom prst="rect">
            <a:avLst/>
          </a:prstGeom>
          <a:noFill/>
        </p:spPr>
        <p:txBody>
          <a:bodyPr wrap="square" lIns="0" tIns="0" rIns="0" bIns="0" rtlCol="0" anchor="t">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defRPr/>
            </a:pPr>
            <a:r>
              <a:rPr lang="en-US" sz="1000" dirty="0">
                <a:solidFill>
                  <a:srgbClr val="000000"/>
                </a:solidFill>
                <a:latin typeface="Manrope" pitchFamily="2" charset="0"/>
                <a:cs typeface="Poppins"/>
              </a:rPr>
              <a:t>Personalize</a:t>
            </a:r>
            <a:r>
              <a:rPr kumimoji="0" lang="en-US" sz="1000" b="0" i="0" u="none" strike="noStrike" kern="1200" cap="none" spc="0" normalizeH="0" baseline="0" noProof="0" dirty="0">
                <a:ln>
                  <a:noFill/>
                </a:ln>
                <a:solidFill>
                  <a:srgbClr val="000000"/>
                </a:solidFill>
                <a:effectLst/>
                <a:uLnTx/>
                <a:uFillTx/>
                <a:latin typeface="Manrope" pitchFamily="2" charset="0"/>
                <a:cs typeface="Poppins"/>
              </a:rPr>
              <a:t>,</a:t>
            </a:r>
            <a:br>
              <a:rPr lang="en-US" sz="1000" b="0" i="0" u="none" strike="noStrike" kern="1200" cap="none" spc="0" normalizeH="0" baseline="0" noProof="0" dirty="0">
                <a:ln>
                  <a:noFill/>
                </a:ln>
                <a:effectLst/>
                <a:uLnTx/>
                <a:uFillTx/>
                <a:latin typeface="Manrope" pitchFamily="2" charset="0"/>
                <a:cs typeface="Poppins" pitchFamily="2" charset="77"/>
              </a:rPr>
            </a:br>
            <a:r>
              <a:rPr kumimoji="0" lang="en-US" sz="1000" b="0" i="0" u="none" strike="noStrike" kern="1200" cap="none" spc="0" normalizeH="0" baseline="0" noProof="0" dirty="0">
                <a:ln>
                  <a:noFill/>
                </a:ln>
                <a:solidFill>
                  <a:srgbClr val="000000"/>
                </a:solidFill>
                <a:effectLst/>
                <a:uLnTx/>
                <a:uFillTx/>
                <a:latin typeface="Manrope" pitchFamily="2" charset="0"/>
                <a:cs typeface="Poppins"/>
              </a:rPr>
              <a:t>Track &amp;</a:t>
            </a:r>
            <a:r>
              <a:rPr lang="en-US" sz="1000" dirty="0">
                <a:solidFill>
                  <a:srgbClr val="000000"/>
                </a:solidFill>
                <a:latin typeface="Manrope" pitchFamily="2" charset="0"/>
                <a:cs typeface="Poppins"/>
              </a:rPr>
              <a:t> </a:t>
            </a:r>
            <a:r>
              <a:rPr kumimoji="0" lang="en-US" sz="1000" b="0" i="0" u="none" strike="noStrike" kern="1200" cap="none" spc="0" normalizeH="0" baseline="0" noProof="0" dirty="0" err="1">
                <a:ln>
                  <a:noFill/>
                </a:ln>
                <a:solidFill>
                  <a:srgbClr val="000000"/>
                </a:solidFill>
                <a:effectLst/>
                <a:uLnTx/>
                <a:uFillTx/>
                <a:latin typeface="Manrope" pitchFamily="2" charset="0"/>
                <a:cs typeface="Poppins" pitchFamily="2" charset="77"/>
              </a:rPr>
              <a:t>Analyse</a:t>
            </a:r>
            <a:endParaRPr kumimoji="0" lang="en-US" sz="1000" b="0" i="0" u="none" strike="noStrike" kern="1200" cap="none" spc="0" normalizeH="0" baseline="0" noProof="0" dirty="0">
              <a:ln>
                <a:noFill/>
              </a:ln>
              <a:solidFill>
                <a:srgbClr val="000000"/>
              </a:solidFill>
              <a:effectLst/>
              <a:uLnTx/>
              <a:uFillTx/>
              <a:latin typeface="Manrope" pitchFamily="2" charset="0"/>
              <a:cs typeface="Poppins" pitchFamily="2" charset="77"/>
            </a:endParaRPr>
          </a:p>
        </p:txBody>
      </p:sp>
      <p:sp>
        <p:nvSpPr>
          <p:cNvPr id="12" name="TextBox 138">
            <a:extLst>
              <a:ext uri="{FF2B5EF4-FFF2-40B4-BE49-F238E27FC236}">
                <a16:creationId xmlns:a16="http://schemas.microsoft.com/office/drawing/2014/main" id="{D28BA22C-0ED4-D7C9-8D00-62FEFC745D51}"/>
              </a:ext>
            </a:extLst>
          </p:cNvPr>
          <p:cNvSpPr txBox="1"/>
          <p:nvPr/>
        </p:nvSpPr>
        <p:spPr>
          <a:xfrm>
            <a:off x="4964022" y="4523393"/>
            <a:ext cx="686210" cy="307777"/>
          </a:xfrm>
          <a:prstGeom prst="rect">
            <a:avLst/>
          </a:prstGeom>
          <a:noFill/>
        </p:spPr>
        <p:txBody>
          <a:bodyPr wrap="square" lIns="0" tIns="0" rIns="0" bIns="0"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000000"/>
                </a:solidFill>
                <a:effectLst/>
                <a:uLnTx/>
                <a:uFillTx/>
                <a:latin typeface="Manrope" pitchFamily="2" charset="0"/>
                <a:cs typeface="Poppins" pitchFamily="2" charset="77"/>
              </a:rPr>
              <a:t>Bring  it all </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000000"/>
                </a:solidFill>
                <a:effectLst/>
                <a:uLnTx/>
                <a:uFillTx/>
                <a:latin typeface="Manrope" pitchFamily="2" charset="0"/>
                <a:cs typeface="Poppins" pitchFamily="2" charset="77"/>
              </a:rPr>
              <a:t>together</a:t>
            </a:r>
          </a:p>
        </p:txBody>
      </p:sp>
      <p:sp>
        <p:nvSpPr>
          <p:cNvPr id="13" name="TextBox 139">
            <a:extLst>
              <a:ext uri="{FF2B5EF4-FFF2-40B4-BE49-F238E27FC236}">
                <a16:creationId xmlns:a16="http://schemas.microsoft.com/office/drawing/2014/main" id="{13B0EF12-5E25-5C4C-B417-0CF3EEB06F73}"/>
              </a:ext>
            </a:extLst>
          </p:cNvPr>
          <p:cNvSpPr txBox="1"/>
          <p:nvPr/>
        </p:nvSpPr>
        <p:spPr>
          <a:xfrm>
            <a:off x="5808113" y="4265646"/>
            <a:ext cx="565861" cy="461665"/>
          </a:xfrm>
          <a:prstGeom prst="rect">
            <a:avLst/>
          </a:prstGeom>
          <a:noFill/>
        </p:spPr>
        <p:txBody>
          <a:bodyPr wrap="none" lIns="0" tIns="0" rIns="0" bIns="0"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000000"/>
                </a:solidFill>
                <a:effectLst/>
                <a:uLnTx/>
                <a:uFillTx/>
                <a:latin typeface="Manrope" pitchFamily="2" charset="0"/>
                <a:cs typeface="Poppins" pitchFamily="2" charset="77"/>
              </a:rPr>
              <a:t>Web &amp;</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000000"/>
                </a:solidFill>
                <a:effectLst/>
                <a:uLnTx/>
                <a:uFillTx/>
                <a:latin typeface="Manrope" pitchFamily="2" charset="0"/>
                <a:cs typeface="Poppins" pitchFamily="2" charset="77"/>
              </a:rPr>
              <a:t>Mobile</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000000"/>
                </a:solidFill>
                <a:effectLst/>
                <a:uLnTx/>
                <a:uFillTx/>
                <a:latin typeface="Manrope" pitchFamily="2" charset="0"/>
                <a:cs typeface="Poppins" pitchFamily="2" charset="77"/>
              </a:rPr>
              <a:t>Channels</a:t>
            </a:r>
          </a:p>
        </p:txBody>
      </p:sp>
      <p:sp>
        <p:nvSpPr>
          <p:cNvPr id="14" name="TextBox 140">
            <a:extLst>
              <a:ext uri="{FF2B5EF4-FFF2-40B4-BE49-F238E27FC236}">
                <a16:creationId xmlns:a16="http://schemas.microsoft.com/office/drawing/2014/main" id="{FE599205-1AEF-2BCD-CDF3-4044E3A9C682}"/>
              </a:ext>
            </a:extLst>
          </p:cNvPr>
          <p:cNvSpPr txBox="1"/>
          <p:nvPr/>
        </p:nvSpPr>
        <p:spPr>
          <a:xfrm>
            <a:off x="6497067" y="4494905"/>
            <a:ext cx="660437" cy="307777"/>
          </a:xfrm>
          <a:prstGeom prst="rect">
            <a:avLst/>
          </a:prstGeom>
          <a:noFill/>
        </p:spPr>
        <p:txBody>
          <a:bodyPr wrap="none" lIns="0" tIns="0" rIns="0" bIns="0"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000000"/>
                </a:solidFill>
                <a:effectLst/>
                <a:uLnTx/>
                <a:uFillTx/>
                <a:latin typeface="Manrope" pitchFamily="2" charset="0"/>
                <a:cs typeface="Poppins" pitchFamily="2" charset="77"/>
              </a:rPr>
              <a:t>Commerce</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000000"/>
                </a:solidFill>
                <a:effectLst/>
                <a:uLnTx/>
                <a:uFillTx/>
                <a:latin typeface="Manrope" pitchFamily="2" charset="0"/>
                <a:cs typeface="Poppins" pitchFamily="2" charset="77"/>
              </a:rPr>
              <a:t>Integration</a:t>
            </a:r>
          </a:p>
        </p:txBody>
      </p:sp>
      <p:sp>
        <p:nvSpPr>
          <p:cNvPr id="15" name="TextBox 141">
            <a:extLst>
              <a:ext uri="{FF2B5EF4-FFF2-40B4-BE49-F238E27FC236}">
                <a16:creationId xmlns:a16="http://schemas.microsoft.com/office/drawing/2014/main" id="{6C95B5CC-0A11-2BBB-13A3-98BE7D0C0AA4}"/>
              </a:ext>
            </a:extLst>
          </p:cNvPr>
          <p:cNvSpPr txBox="1"/>
          <p:nvPr/>
        </p:nvSpPr>
        <p:spPr>
          <a:xfrm>
            <a:off x="6985970" y="5041289"/>
            <a:ext cx="652422" cy="307777"/>
          </a:xfrm>
          <a:prstGeom prst="rect">
            <a:avLst/>
          </a:prstGeom>
          <a:noFill/>
        </p:spPr>
        <p:txBody>
          <a:bodyPr wrap="none" lIns="0" tIns="0" rIns="0" bIns="0"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000000"/>
                </a:solidFill>
                <a:effectLst/>
                <a:uLnTx/>
                <a:uFillTx/>
                <a:latin typeface="Manrope" pitchFamily="2" charset="0"/>
                <a:cs typeface="Poppins" pitchFamily="2" charset="77"/>
              </a:rPr>
              <a:t>Enable</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000000"/>
                </a:solidFill>
                <a:effectLst/>
                <a:uLnTx/>
                <a:uFillTx/>
                <a:latin typeface="Manrope" pitchFamily="2" charset="0"/>
                <a:cs typeface="Poppins" pitchFamily="2" charset="77"/>
              </a:rPr>
              <a:t>Commerce</a:t>
            </a:r>
          </a:p>
        </p:txBody>
      </p:sp>
      <p:sp>
        <p:nvSpPr>
          <p:cNvPr id="16" name="TextBox 141">
            <a:extLst>
              <a:ext uri="{FF2B5EF4-FFF2-40B4-BE49-F238E27FC236}">
                <a16:creationId xmlns:a16="http://schemas.microsoft.com/office/drawing/2014/main" id="{3569A7C1-2ED0-9C5E-6670-827E1EAEEF56}"/>
              </a:ext>
            </a:extLst>
          </p:cNvPr>
          <p:cNvSpPr txBox="1"/>
          <p:nvPr/>
        </p:nvSpPr>
        <p:spPr>
          <a:xfrm>
            <a:off x="7194275" y="5727535"/>
            <a:ext cx="863382" cy="307777"/>
          </a:xfrm>
          <a:prstGeom prst="rect">
            <a:avLst/>
          </a:prstGeom>
          <a:noFill/>
        </p:spPr>
        <p:txBody>
          <a:bodyPr wrap="square" lIns="0" tIns="0" rIns="0" bIns="0"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rgbClr val="000000"/>
                </a:solidFill>
                <a:effectLst/>
                <a:uLnTx/>
                <a:uFillTx/>
                <a:latin typeface="Manrope" pitchFamily="2" charset="0"/>
                <a:cs typeface="Poppins" pitchFamily="2" charset="77"/>
              </a:rPr>
              <a:t>Customer Relationship</a:t>
            </a:r>
          </a:p>
        </p:txBody>
      </p:sp>
      <p:pic>
        <p:nvPicPr>
          <p:cNvPr id="17" name="Picture 16" descr="A picture containing icon&#10;&#10;Description automatically generated">
            <a:extLst>
              <a:ext uri="{FF2B5EF4-FFF2-40B4-BE49-F238E27FC236}">
                <a16:creationId xmlns:a16="http://schemas.microsoft.com/office/drawing/2014/main" id="{45ED1412-B441-093C-AB61-05D63F741530}"/>
              </a:ext>
            </a:extLst>
          </p:cNvPr>
          <p:cNvPicPr>
            <a:picLocks noChangeAspect="1"/>
          </p:cNvPicPr>
          <p:nvPr/>
        </p:nvPicPr>
        <p:blipFill>
          <a:blip r:embed="rId3"/>
          <a:stretch>
            <a:fillRect/>
          </a:stretch>
        </p:blipFill>
        <p:spPr>
          <a:xfrm>
            <a:off x="3467490" y="5155837"/>
            <a:ext cx="512887" cy="526554"/>
          </a:xfrm>
          <a:prstGeom prst="rect">
            <a:avLst/>
          </a:prstGeom>
        </p:spPr>
      </p:pic>
      <p:pic>
        <p:nvPicPr>
          <p:cNvPr id="18" name="Picture 17" descr="Adobe Experience Manager Logo PNG Vector (AI) Free Download">
            <a:extLst>
              <a:ext uri="{FF2B5EF4-FFF2-40B4-BE49-F238E27FC236}">
                <a16:creationId xmlns:a16="http://schemas.microsoft.com/office/drawing/2014/main" id="{3DA0A22D-3526-AD28-752E-D15B618DAB0D}"/>
              </a:ext>
            </a:extLst>
          </p:cNvPr>
          <p:cNvPicPr>
            <a:picLocks noChangeAspect="1" noChangeArrowheads="1"/>
          </p:cNvPicPr>
          <p:nvPr/>
        </p:nvPicPr>
        <p:blipFill>
          <a:blip r:embed="rId4" cstate="screen">
            <a:extLst>
              <a:ext uri="{28A0092B-C50C-407E-A947-70E740481C1C}">
                <a14:useLocalDpi xmlns:a14="http://schemas.microsoft.com/office/drawing/2010/main"/>
              </a:ext>
            </a:extLst>
          </a:blip>
          <a:srcRect/>
          <a:stretch>
            <a:fillRect/>
          </a:stretch>
        </p:blipFill>
        <p:spPr bwMode="auto">
          <a:xfrm>
            <a:off x="3196784" y="5665702"/>
            <a:ext cx="398897" cy="409525"/>
          </a:xfrm>
          <a:prstGeom prst="rect">
            <a:avLst/>
          </a:prstGeom>
          <a:noFill/>
          <a:extLst>
            <a:ext uri="{909E8E84-426E-40DD-AFC4-6F175D3DCCD1}">
              <a14:hiddenFill xmlns:a14="http://schemas.microsoft.com/office/drawing/2010/main">
                <a:solidFill>
                  <a:srgbClr val="FFFFFF"/>
                </a:solidFill>
              </a14:hiddenFill>
            </a:ext>
          </a:extLst>
        </p:spPr>
      </p:pic>
      <p:pic>
        <p:nvPicPr>
          <p:cNvPr id="19" name="Picture 18" descr="Adobe Advertising Cloud | District M">
            <a:extLst>
              <a:ext uri="{FF2B5EF4-FFF2-40B4-BE49-F238E27FC236}">
                <a16:creationId xmlns:a16="http://schemas.microsoft.com/office/drawing/2014/main" id="{C1F284CF-8C33-672C-A920-9BA08DF6F522}"/>
              </a:ext>
            </a:extLst>
          </p:cNvPr>
          <p:cNvPicPr>
            <a:picLocks noChangeAspect="1" noChangeArrowheads="1"/>
          </p:cNvPicPr>
          <p:nvPr/>
        </p:nvPicPr>
        <p:blipFill>
          <a:blip r:embed="rId5" cstate="screen">
            <a:extLst>
              <a:ext uri="{28A0092B-C50C-407E-A947-70E740481C1C}">
                <a14:useLocalDpi xmlns:a14="http://schemas.microsoft.com/office/drawing/2010/main"/>
              </a:ext>
            </a:extLst>
          </a:blip>
          <a:srcRect/>
          <a:stretch>
            <a:fillRect/>
          </a:stretch>
        </p:blipFill>
        <p:spPr bwMode="auto">
          <a:xfrm>
            <a:off x="3432453" y="4485273"/>
            <a:ext cx="638541" cy="310295"/>
          </a:xfrm>
          <a:prstGeom prst="rect">
            <a:avLst/>
          </a:prstGeom>
          <a:noFill/>
          <a:extLst>
            <a:ext uri="{909E8E84-426E-40DD-AFC4-6F175D3DCCD1}">
              <a14:hiddenFill xmlns:a14="http://schemas.microsoft.com/office/drawing/2010/main">
                <a:solidFill>
                  <a:srgbClr val="FFFFFF"/>
                </a:solidFill>
              </a14:hiddenFill>
            </a:ext>
          </a:extLst>
        </p:spPr>
      </p:pic>
      <p:pic>
        <p:nvPicPr>
          <p:cNvPr id="35" name="Picture 34" descr="Sitecore white logo transparent PNG - StickPNG">
            <a:extLst>
              <a:ext uri="{FF2B5EF4-FFF2-40B4-BE49-F238E27FC236}">
                <a16:creationId xmlns:a16="http://schemas.microsoft.com/office/drawing/2014/main" id="{97E6440E-7260-2023-FCB0-9F03C73F0C99}"/>
              </a:ext>
            </a:extLst>
          </p:cNvPr>
          <p:cNvPicPr>
            <a:picLocks noChangeAspect="1" noChangeArrowheads="1"/>
          </p:cNvPicPr>
          <p:nvPr/>
        </p:nvPicPr>
        <p:blipFill>
          <a:blip r:embed="rId6" cstate="screen">
            <a:extLst>
              <a:ext uri="{28A0092B-C50C-407E-A947-70E740481C1C}">
                <a14:useLocalDpi xmlns:a14="http://schemas.microsoft.com/office/drawing/2010/main"/>
              </a:ext>
            </a:extLst>
          </a:blip>
          <a:srcRect/>
          <a:stretch>
            <a:fillRect/>
          </a:stretch>
        </p:blipFill>
        <p:spPr bwMode="auto">
          <a:xfrm>
            <a:off x="3879799" y="3939249"/>
            <a:ext cx="336278" cy="345237"/>
          </a:xfrm>
          <a:prstGeom prst="rect">
            <a:avLst/>
          </a:prstGeom>
          <a:noFill/>
          <a:extLst>
            <a:ext uri="{909E8E84-426E-40DD-AFC4-6F175D3DCCD1}">
              <a14:hiddenFill xmlns:a14="http://schemas.microsoft.com/office/drawing/2010/main">
                <a:solidFill>
                  <a:srgbClr val="FFFFFF"/>
                </a:solidFill>
              </a14:hiddenFill>
            </a:ext>
          </a:extLst>
        </p:spPr>
      </p:pic>
      <p:pic>
        <p:nvPicPr>
          <p:cNvPr id="36" name="Graphic 25">
            <a:extLst>
              <a:ext uri="{FF2B5EF4-FFF2-40B4-BE49-F238E27FC236}">
                <a16:creationId xmlns:a16="http://schemas.microsoft.com/office/drawing/2014/main" id="{E470F3AB-3296-F144-7716-25111991887D}"/>
              </a:ext>
            </a:extLst>
          </p:cNvPr>
          <p:cNvPicPr>
            <a:picLocks noChangeAspect="1"/>
          </p:cNvPicPr>
          <p:nvPr/>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7"/>
              </a:ext>
            </a:extLst>
          </a:blip>
          <a:stretch>
            <a:fillRect/>
          </a:stretch>
        </p:blipFill>
        <p:spPr>
          <a:xfrm>
            <a:off x="4076328" y="4357552"/>
            <a:ext cx="551053" cy="282868"/>
          </a:xfrm>
          <a:prstGeom prst="rect">
            <a:avLst/>
          </a:prstGeom>
        </p:spPr>
      </p:pic>
      <p:grpSp>
        <p:nvGrpSpPr>
          <p:cNvPr id="37" name="Group 36">
            <a:extLst>
              <a:ext uri="{FF2B5EF4-FFF2-40B4-BE49-F238E27FC236}">
                <a16:creationId xmlns:a16="http://schemas.microsoft.com/office/drawing/2014/main" id="{60BBD075-00EA-D07F-22F0-14B63D5D3D50}"/>
              </a:ext>
            </a:extLst>
          </p:cNvPr>
          <p:cNvGrpSpPr/>
          <p:nvPr/>
        </p:nvGrpSpPr>
        <p:grpSpPr>
          <a:xfrm>
            <a:off x="4617824" y="3457521"/>
            <a:ext cx="849867" cy="781288"/>
            <a:chOff x="4617829" y="3617778"/>
            <a:chExt cx="958715" cy="881352"/>
          </a:xfrm>
        </p:grpSpPr>
        <p:pic>
          <p:nvPicPr>
            <p:cNvPr id="93" name="Picture 92" descr="PHP PNG File | PNG Mart">
              <a:extLst>
                <a:ext uri="{FF2B5EF4-FFF2-40B4-BE49-F238E27FC236}">
                  <a16:creationId xmlns:a16="http://schemas.microsoft.com/office/drawing/2014/main" id="{81081EAF-9FEF-60AB-2BC2-AD551672A8A9}"/>
                </a:ext>
              </a:extLst>
            </p:cNvPr>
            <p:cNvPicPr>
              <a:picLocks noChangeAspect="1" noChangeArrowheads="1"/>
            </p:cNvPicPr>
            <p:nvPr/>
          </p:nvPicPr>
          <p:blipFill>
            <a:blip r:embed="rId8" cstate="screen">
              <a:extLst>
                <a:ext uri="{28A0092B-C50C-407E-A947-70E740481C1C}">
                  <a14:useLocalDpi xmlns:a14="http://schemas.microsoft.com/office/drawing/2010/main"/>
                </a:ext>
              </a:extLst>
            </a:blip>
            <a:srcRect/>
            <a:stretch>
              <a:fillRect/>
            </a:stretch>
          </p:blipFill>
          <p:spPr bwMode="auto">
            <a:xfrm>
              <a:off x="4617829" y="3617778"/>
              <a:ext cx="450936" cy="462951"/>
            </a:xfrm>
            <a:prstGeom prst="rect">
              <a:avLst/>
            </a:prstGeom>
            <a:noFill/>
            <a:extLst>
              <a:ext uri="{909E8E84-426E-40DD-AFC4-6F175D3DCCD1}">
                <a14:hiddenFill xmlns:a14="http://schemas.microsoft.com/office/drawing/2010/main">
                  <a:solidFill>
                    <a:srgbClr val="FFFFFF"/>
                  </a:solidFill>
                </a14:hiddenFill>
              </a:ext>
            </a:extLst>
          </p:spPr>
        </p:pic>
        <p:pic>
          <p:nvPicPr>
            <p:cNvPr id="94" name="Picture 93" descr="Java Logo PNG Transparent (1) – Brands Logos">
              <a:extLst>
                <a:ext uri="{FF2B5EF4-FFF2-40B4-BE49-F238E27FC236}">
                  <a16:creationId xmlns:a16="http://schemas.microsoft.com/office/drawing/2014/main" id="{C38D3D6C-56A7-3CBD-300D-C815278E359A}"/>
                </a:ext>
              </a:extLst>
            </p:cNvPr>
            <p:cNvPicPr>
              <a:picLocks noChangeAspect="1" noChangeArrowheads="1"/>
            </p:cNvPicPr>
            <p:nvPr/>
          </p:nvPicPr>
          <p:blipFill>
            <a:blip r:embed="rId9" cstate="screen">
              <a:extLst>
                <a:ext uri="{28A0092B-C50C-407E-A947-70E740481C1C}">
                  <a14:useLocalDpi xmlns:a14="http://schemas.microsoft.com/office/drawing/2010/main"/>
                </a:ext>
              </a:extLst>
            </a:blip>
            <a:srcRect/>
            <a:stretch>
              <a:fillRect/>
            </a:stretch>
          </p:blipFill>
          <p:spPr bwMode="auto">
            <a:xfrm>
              <a:off x="5010651" y="3690755"/>
              <a:ext cx="565893" cy="580971"/>
            </a:xfrm>
            <a:prstGeom prst="rect">
              <a:avLst/>
            </a:prstGeom>
            <a:noFill/>
            <a:extLst>
              <a:ext uri="{909E8E84-426E-40DD-AFC4-6F175D3DCCD1}">
                <a14:hiddenFill xmlns:a14="http://schemas.microsoft.com/office/drawing/2010/main">
                  <a:solidFill>
                    <a:srgbClr val="FFFFFF"/>
                  </a:solidFill>
                </a14:hiddenFill>
              </a:ext>
            </a:extLst>
          </p:spPr>
        </p:pic>
        <p:pic>
          <p:nvPicPr>
            <p:cNvPr id="95" name="Picture 94">
              <a:extLst>
                <a:ext uri="{FF2B5EF4-FFF2-40B4-BE49-F238E27FC236}">
                  <a16:creationId xmlns:a16="http://schemas.microsoft.com/office/drawing/2014/main" id="{E2B6D9ED-66BD-62D4-96E7-9E9E20844FC5}"/>
                </a:ext>
              </a:extLst>
            </p:cNvPr>
            <p:cNvPicPr>
              <a:picLocks noChangeAspect="1"/>
            </p:cNvPicPr>
            <p:nvPr/>
          </p:nvPicPr>
          <p:blipFill>
            <a:blip r:embed="rId10"/>
            <a:stretch>
              <a:fillRect/>
            </a:stretch>
          </p:blipFill>
          <p:spPr>
            <a:xfrm>
              <a:off x="4699775" y="4162503"/>
              <a:ext cx="292760" cy="336627"/>
            </a:xfrm>
            <a:prstGeom prst="rect">
              <a:avLst/>
            </a:prstGeom>
          </p:spPr>
        </p:pic>
      </p:grpSp>
      <p:grpSp>
        <p:nvGrpSpPr>
          <p:cNvPr id="38" name="Group 37">
            <a:extLst>
              <a:ext uri="{FF2B5EF4-FFF2-40B4-BE49-F238E27FC236}">
                <a16:creationId xmlns:a16="http://schemas.microsoft.com/office/drawing/2014/main" id="{0CF56429-DDE5-EA28-BF3F-14010F7E3C19}"/>
              </a:ext>
            </a:extLst>
          </p:cNvPr>
          <p:cNvGrpSpPr/>
          <p:nvPr/>
        </p:nvGrpSpPr>
        <p:grpSpPr>
          <a:xfrm>
            <a:off x="5654171" y="3194470"/>
            <a:ext cx="855172" cy="756968"/>
            <a:chOff x="5654171" y="3354727"/>
            <a:chExt cx="855172" cy="756968"/>
          </a:xfrm>
        </p:grpSpPr>
        <p:pic>
          <p:nvPicPr>
            <p:cNvPr id="90" name="Picture 89" descr="Logo&#10;&#10;Description automatically generated">
              <a:extLst>
                <a:ext uri="{FF2B5EF4-FFF2-40B4-BE49-F238E27FC236}">
                  <a16:creationId xmlns:a16="http://schemas.microsoft.com/office/drawing/2014/main" id="{B7ACBC71-A348-D644-4CC0-FC2D3A571EA3}"/>
                </a:ext>
              </a:extLst>
            </p:cNvPr>
            <p:cNvPicPr>
              <a:picLocks noChangeAspect="1"/>
            </p:cNvPicPr>
            <p:nvPr/>
          </p:nvPicPr>
          <p:blipFill>
            <a:blip r:embed="rId11" cstate="screen">
              <a:extLst>
                <a:ext uri="{28A0092B-C50C-407E-A947-70E740481C1C}">
                  <a14:useLocalDpi xmlns:a14="http://schemas.microsoft.com/office/drawing/2010/main"/>
                </a:ext>
              </a:extLst>
            </a:blip>
            <a:stretch>
              <a:fillRect/>
            </a:stretch>
          </p:blipFill>
          <p:spPr>
            <a:xfrm>
              <a:off x="6065009" y="3825874"/>
              <a:ext cx="264269" cy="285821"/>
            </a:xfrm>
            <a:prstGeom prst="rect">
              <a:avLst/>
            </a:prstGeom>
          </p:spPr>
        </p:pic>
        <p:pic>
          <p:nvPicPr>
            <p:cNvPr id="91" name="Picture 90" descr="Vue.js full logo transparent PNG - StickPNG">
              <a:extLst>
                <a:ext uri="{FF2B5EF4-FFF2-40B4-BE49-F238E27FC236}">
                  <a16:creationId xmlns:a16="http://schemas.microsoft.com/office/drawing/2014/main" id="{253FDE1D-93D4-EABC-92EE-D026122D97ED}"/>
                </a:ext>
              </a:extLst>
            </p:cNvPr>
            <p:cNvPicPr>
              <a:picLocks noChangeAspect="1" noChangeArrowheads="1"/>
            </p:cNvPicPr>
            <p:nvPr/>
          </p:nvPicPr>
          <p:blipFill>
            <a:blip r:embed="rId12" cstate="screen">
              <a:extLst>
                <a:ext uri="{28A0092B-C50C-407E-A947-70E740481C1C}">
                  <a14:useLocalDpi xmlns:a14="http://schemas.microsoft.com/office/drawing/2010/main"/>
                </a:ext>
              </a:extLst>
            </a:blip>
            <a:srcRect/>
            <a:stretch>
              <a:fillRect/>
            </a:stretch>
          </p:blipFill>
          <p:spPr bwMode="auto">
            <a:xfrm>
              <a:off x="5654171" y="3354727"/>
              <a:ext cx="374040" cy="384007"/>
            </a:xfrm>
            <a:prstGeom prst="rect">
              <a:avLst/>
            </a:prstGeom>
            <a:noFill/>
            <a:extLst>
              <a:ext uri="{909E8E84-426E-40DD-AFC4-6F175D3DCCD1}">
                <a14:hiddenFill xmlns:a14="http://schemas.microsoft.com/office/drawing/2010/main">
                  <a:solidFill>
                    <a:srgbClr val="FFFFFF"/>
                  </a:solidFill>
                </a14:hiddenFill>
              </a:ext>
            </a:extLst>
          </p:spPr>
        </p:pic>
        <p:pic>
          <p:nvPicPr>
            <p:cNvPr id="92" name="Picture 91">
              <a:extLst>
                <a:ext uri="{FF2B5EF4-FFF2-40B4-BE49-F238E27FC236}">
                  <a16:creationId xmlns:a16="http://schemas.microsoft.com/office/drawing/2014/main" id="{B48DF5D2-8CC9-B39E-7CCE-B6339EE569AB}"/>
                </a:ext>
              </a:extLst>
            </p:cNvPr>
            <p:cNvPicPr>
              <a:picLocks noChangeAspect="1" noChangeArrowheads="1"/>
            </p:cNvPicPr>
            <p:nvPr/>
          </p:nvPicPr>
          <p:blipFill>
            <a:blip r:embed="rId13" cstate="screen">
              <a:extLst>
                <a:ext uri="{28A0092B-C50C-407E-A947-70E740481C1C}">
                  <a14:useLocalDpi xmlns:a14="http://schemas.microsoft.com/office/drawing/2010/main"/>
                </a:ext>
              </a:extLst>
            </a:blip>
            <a:srcRect/>
            <a:stretch>
              <a:fillRect/>
            </a:stretch>
          </p:blipFill>
          <p:spPr bwMode="auto">
            <a:xfrm>
              <a:off x="6238370" y="3398662"/>
              <a:ext cx="270973" cy="241907"/>
            </a:xfrm>
            <a:prstGeom prst="rect">
              <a:avLst/>
            </a:prstGeom>
            <a:noFill/>
            <a:extLst>
              <a:ext uri="{909E8E84-426E-40DD-AFC4-6F175D3DCCD1}">
                <a14:hiddenFill xmlns:a14="http://schemas.microsoft.com/office/drawing/2010/main">
                  <a:solidFill>
                    <a:srgbClr val="FFFFFF"/>
                  </a:solidFill>
                </a14:hiddenFill>
              </a:ext>
            </a:extLst>
          </p:spPr>
        </p:pic>
      </p:grpSp>
      <p:pic>
        <p:nvPicPr>
          <p:cNvPr id="39" name="Picture 38" descr="A picture containing food, drawing&#10;&#10;Description automatically generated">
            <a:extLst>
              <a:ext uri="{FF2B5EF4-FFF2-40B4-BE49-F238E27FC236}">
                <a16:creationId xmlns:a16="http://schemas.microsoft.com/office/drawing/2014/main" id="{CD88E7A9-3805-F9F7-B7D7-1ED30E39E732}"/>
              </a:ext>
            </a:extLst>
          </p:cNvPr>
          <p:cNvPicPr>
            <a:picLocks noChangeAspect="1"/>
          </p:cNvPicPr>
          <p:nvPr/>
        </p:nvPicPr>
        <p:blipFill rotWithShape="1">
          <a:blip r:embed="rId14" cstate="screen">
            <a:extLst>
              <a:ext uri="{28A0092B-C50C-407E-A947-70E740481C1C}">
                <a14:useLocalDpi xmlns:a14="http://schemas.microsoft.com/office/drawing/2010/main"/>
              </a:ext>
            </a:extLst>
          </a:blip>
          <a:srcRect t="28718" b="27845"/>
          <a:stretch/>
        </p:blipFill>
        <p:spPr>
          <a:xfrm>
            <a:off x="6944352" y="3542862"/>
            <a:ext cx="800595" cy="187436"/>
          </a:xfrm>
          <a:prstGeom prst="rect">
            <a:avLst/>
          </a:prstGeom>
        </p:spPr>
      </p:pic>
      <p:pic>
        <p:nvPicPr>
          <p:cNvPr id="40" name="Picture 39">
            <a:extLst>
              <a:ext uri="{FF2B5EF4-FFF2-40B4-BE49-F238E27FC236}">
                <a16:creationId xmlns:a16="http://schemas.microsoft.com/office/drawing/2014/main" id="{D9F470ED-279C-1A93-41E1-F54819E633D6}"/>
              </a:ext>
            </a:extLst>
          </p:cNvPr>
          <p:cNvPicPr>
            <a:picLocks noChangeAspect="1"/>
          </p:cNvPicPr>
          <p:nvPr/>
        </p:nvPicPr>
        <p:blipFill>
          <a:blip r:embed="rId15" cstate="screen">
            <a:extLst>
              <a:ext uri="{28A0092B-C50C-407E-A947-70E740481C1C}">
                <a14:useLocalDpi xmlns:a14="http://schemas.microsoft.com/office/drawing/2010/main"/>
              </a:ext>
            </a:extLst>
          </a:blip>
          <a:stretch>
            <a:fillRect/>
          </a:stretch>
        </p:blipFill>
        <p:spPr>
          <a:xfrm>
            <a:off x="6826995" y="3838874"/>
            <a:ext cx="908427" cy="114379"/>
          </a:xfrm>
          <a:prstGeom prst="rect">
            <a:avLst/>
          </a:prstGeom>
        </p:spPr>
      </p:pic>
      <p:pic>
        <p:nvPicPr>
          <p:cNvPr id="41" name="Picture 40" descr="Partner - Spryker | Tealium">
            <a:extLst>
              <a:ext uri="{FF2B5EF4-FFF2-40B4-BE49-F238E27FC236}">
                <a16:creationId xmlns:a16="http://schemas.microsoft.com/office/drawing/2014/main" id="{BDC41574-42B6-797C-FF94-D1168C44C876}"/>
              </a:ext>
            </a:extLst>
          </p:cNvPr>
          <p:cNvPicPr>
            <a:picLocks noChangeAspect="1" noChangeArrowheads="1"/>
          </p:cNvPicPr>
          <p:nvPr/>
        </p:nvPicPr>
        <p:blipFill>
          <a:blip r:embed="rId16" cstate="screen">
            <a:extLst>
              <a:ext uri="{28A0092B-C50C-407E-A947-70E740481C1C}">
                <a14:useLocalDpi xmlns:a14="http://schemas.microsoft.com/office/drawing/2010/main"/>
              </a:ext>
            </a:extLst>
          </a:blip>
          <a:srcRect/>
          <a:stretch>
            <a:fillRect/>
          </a:stretch>
        </p:blipFill>
        <p:spPr bwMode="auto">
          <a:xfrm>
            <a:off x="7758760" y="4211055"/>
            <a:ext cx="643911" cy="268119"/>
          </a:xfrm>
          <a:prstGeom prst="rect">
            <a:avLst/>
          </a:prstGeom>
          <a:noFill/>
          <a:extLst>
            <a:ext uri="{909E8E84-426E-40DD-AFC4-6F175D3DCCD1}">
              <a14:hiddenFill xmlns:a14="http://schemas.microsoft.com/office/drawing/2010/main">
                <a:solidFill>
                  <a:srgbClr val="FFFFFF"/>
                </a:solidFill>
              </a14:hiddenFill>
            </a:ext>
          </a:extLst>
        </p:spPr>
      </p:pic>
      <p:pic>
        <p:nvPicPr>
          <p:cNvPr id="42" name="Picture 41" descr="We Seamlessly Integrate Into Adobe Commerce - Intelligent Reach">
            <a:extLst>
              <a:ext uri="{FF2B5EF4-FFF2-40B4-BE49-F238E27FC236}">
                <a16:creationId xmlns:a16="http://schemas.microsoft.com/office/drawing/2014/main" id="{B0D50ABA-245A-1F46-E2C0-12E39B41E102}"/>
              </a:ext>
            </a:extLst>
          </p:cNvPr>
          <p:cNvPicPr>
            <a:picLocks noChangeAspect="1" noChangeArrowheads="1"/>
          </p:cNvPicPr>
          <p:nvPr/>
        </p:nvPicPr>
        <p:blipFill>
          <a:blip r:embed="rId17" cstate="screen">
            <a:extLst>
              <a:ext uri="{28A0092B-C50C-407E-A947-70E740481C1C}">
                <a14:useLocalDpi xmlns:a14="http://schemas.microsoft.com/office/drawing/2010/main"/>
              </a:ext>
            </a:extLst>
          </a:blip>
          <a:srcRect/>
          <a:stretch>
            <a:fillRect/>
          </a:stretch>
        </p:blipFill>
        <p:spPr bwMode="auto">
          <a:xfrm>
            <a:off x="7694986" y="4502809"/>
            <a:ext cx="931246" cy="478030"/>
          </a:xfrm>
          <a:prstGeom prst="rect">
            <a:avLst/>
          </a:prstGeom>
          <a:noFill/>
          <a:extLst>
            <a:ext uri="{909E8E84-426E-40DD-AFC4-6F175D3DCCD1}">
              <a14:hiddenFill xmlns:a14="http://schemas.microsoft.com/office/drawing/2010/main">
                <a:solidFill>
                  <a:srgbClr val="FFFFFF"/>
                </a:solidFill>
              </a14:hiddenFill>
            </a:ext>
          </a:extLst>
        </p:spPr>
      </p:pic>
      <p:pic>
        <p:nvPicPr>
          <p:cNvPr id="43" name="Picture 42">
            <a:extLst>
              <a:ext uri="{FF2B5EF4-FFF2-40B4-BE49-F238E27FC236}">
                <a16:creationId xmlns:a16="http://schemas.microsoft.com/office/drawing/2014/main" id="{DC260CD4-0CDC-8C04-BFBD-46894ECF0F7D}"/>
              </a:ext>
            </a:extLst>
          </p:cNvPr>
          <p:cNvPicPr>
            <a:picLocks noChangeAspect="1"/>
          </p:cNvPicPr>
          <p:nvPr/>
        </p:nvPicPr>
        <p:blipFill>
          <a:blip r:embed="rId18" cstate="email">
            <a:extLst>
              <a:ext uri="{28A0092B-C50C-407E-A947-70E740481C1C}">
                <a14:useLocalDpi xmlns:a14="http://schemas.microsoft.com/office/drawing/2010/main"/>
              </a:ext>
            </a:extLst>
          </a:blip>
          <a:stretch>
            <a:fillRect/>
          </a:stretch>
        </p:blipFill>
        <p:spPr>
          <a:xfrm>
            <a:off x="1811600" y="5617636"/>
            <a:ext cx="671042" cy="193382"/>
          </a:xfrm>
          <a:prstGeom prst="rect">
            <a:avLst/>
          </a:prstGeom>
        </p:spPr>
      </p:pic>
      <p:pic>
        <p:nvPicPr>
          <p:cNvPr id="44" name="Picture 43">
            <a:extLst>
              <a:ext uri="{FF2B5EF4-FFF2-40B4-BE49-F238E27FC236}">
                <a16:creationId xmlns:a16="http://schemas.microsoft.com/office/drawing/2014/main" id="{5DB304EC-75A9-B47F-4D21-F97AF74C2C0E}"/>
              </a:ext>
            </a:extLst>
          </p:cNvPr>
          <p:cNvPicPr>
            <a:picLocks noChangeAspect="1"/>
          </p:cNvPicPr>
          <p:nvPr/>
        </p:nvPicPr>
        <p:blipFill>
          <a:blip r:embed="rId19" cstate="screen">
            <a:extLst>
              <a:ext uri="{28A0092B-C50C-407E-A947-70E740481C1C}">
                <a14:useLocalDpi xmlns:a14="http://schemas.microsoft.com/office/drawing/2010/main"/>
              </a:ext>
            </a:extLst>
          </a:blip>
          <a:stretch>
            <a:fillRect/>
          </a:stretch>
        </p:blipFill>
        <p:spPr>
          <a:xfrm>
            <a:off x="1995826" y="4712247"/>
            <a:ext cx="629194" cy="175005"/>
          </a:xfrm>
          <a:prstGeom prst="rect">
            <a:avLst/>
          </a:prstGeom>
        </p:spPr>
      </p:pic>
      <p:pic>
        <p:nvPicPr>
          <p:cNvPr id="45" name="Picture 44" descr="CMS, Digital Marketing &amp; Commerce DXP | Kentico">
            <a:extLst>
              <a:ext uri="{FF2B5EF4-FFF2-40B4-BE49-F238E27FC236}">
                <a16:creationId xmlns:a16="http://schemas.microsoft.com/office/drawing/2014/main" id="{64A904DD-F773-36E4-EEF1-EF3D70106C67}"/>
              </a:ext>
            </a:extLst>
          </p:cNvPr>
          <p:cNvPicPr>
            <a:picLocks noChangeAspect="1" noChangeArrowheads="1"/>
          </p:cNvPicPr>
          <p:nvPr/>
        </p:nvPicPr>
        <p:blipFill>
          <a:blip r:embed="rId20" cstate="screen">
            <a:extLst>
              <a:ext uri="{28A0092B-C50C-407E-A947-70E740481C1C}">
                <a14:useLocalDpi xmlns:a14="http://schemas.microsoft.com/office/drawing/2010/main"/>
              </a:ext>
            </a:extLst>
          </a:blip>
          <a:srcRect/>
          <a:stretch>
            <a:fillRect/>
          </a:stretch>
        </p:blipFill>
        <p:spPr bwMode="auto">
          <a:xfrm>
            <a:off x="1802292" y="5110428"/>
            <a:ext cx="748889" cy="259100"/>
          </a:xfrm>
          <a:prstGeom prst="rect">
            <a:avLst/>
          </a:prstGeom>
          <a:noFill/>
          <a:extLst>
            <a:ext uri="{909E8E84-426E-40DD-AFC4-6F175D3DCCD1}">
              <a14:hiddenFill xmlns:a14="http://schemas.microsoft.com/office/drawing/2010/main">
                <a:solidFill>
                  <a:srgbClr val="FFFFFF"/>
                </a:solidFill>
              </a14:hiddenFill>
            </a:ext>
          </a:extLst>
        </p:spPr>
      </p:pic>
      <p:pic>
        <p:nvPicPr>
          <p:cNvPr id="46" name="Picture 45">
            <a:extLst>
              <a:ext uri="{FF2B5EF4-FFF2-40B4-BE49-F238E27FC236}">
                <a16:creationId xmlns:a16="http://schemas.microsoft.com/office/drawing/2014/main" id="{6EAD0CB0-4A1E-F37A-FEBC-4248350452FC}"/>
              </a:ext>
            </a:extLst>
          </p:cNvPr>
          <p:cNvPicPr>
            <a:picLocks noChangeAspect="1" noChangeArrowheads="1"/>
          </p:cNvPicPr>
          <p:nvPr/>
        </p:nvPicPr>
        <p:blipFill>
          <a:blip r:embed="rId21" cstate="screen">
            <a:extLst>
              <a:ext uri="{28A0092B-C50C-407E-A947-70E740481C1C}">
                <a14:useLocalDpi xmlns:a14="http://schemas.microsoft.com/office/drawing/2010/main"/>
              </a:ext>
            </a:extLst>
          </a:blip>
          <a:srcRect/>
          <a:stretch>
            <a:fillRect/>
          </a:stretch>
        </p:blipFill>
        <p:spPr bwMode="auto">
          <a:xfrm>
            <a:off x="1270151" y="4562798"/>
            <a:ext cx="617724" cy="200718"/>
          </a:xfrm>
          <a:prstGeom prst="rect">
            <a:avLst/>
          </a:prstGeom>
          <a:noFill/>
          <a:extLst>
            <a:ext uri="{909E8E84-426E-40DD-AFC4-6F175D3DCCD1}">
              <a14:hiddenFill xmlns:a14="http://schemas.microsoft.com/office/drawing/2010/main">
                <a:solidFill>
                  <a:srgbClr val="FFFFFF"/>
                </a:solidFill>
              </a14:hiddenFill>
            </a:ext>
          </a:extLst>
        </p:spPr>
      </p:pic>
      <p:pic>
        <p:nvPicPr>
          <p:cNvPr id="47" name="Picture 46" descr="Press | Download the Umbraco logo &amp; other Umbraco material">
            <a:extLst>
              <a:ext uri="{FF2B5EF4-FFF2-40B4-BE49-F238E27FC236}">
                <a16:creationId xmlns:a16="http://schemas.microsoft.com/office/drawing/2014/main" id="{E19F0301-3E69-B98C-43F5-7D16985225CC}"/>
              </a:ext>
            </a:extLst>
          </p:cNvPr>
          <p:cNvPicPr>
            <a:picLocks noChangeAspect="1" noChangeArrowheads="1"/>
          </p:cNvPicPr>
          <p:nvPr/>
        </p:nvPicPr>
        <p:blipFill>
          <a:blip r:embed="rId22" cstate="screen">
            <a:extLst>
              <a:ext uri="{28A0092B-C50C-407E-A947-70E740481C1C}">
                <a14:useLocalDpi xmlns:a14="http://schemas.microsoft.com/office/drawing/2010/main"/>
              </a:ext>
            </a:extLst>
          </a:blip>
          <a:srcRect/>
          <a:stretch>
            <a:fillRect/>
          </a:stretch>
        </p:blipFill>
        <p:spPr bwMode="auto">
          <a:xfrm>
            <a:off x="1103700" y="4787711"/>
            <a:ext cx="581817" cy="581817"/>
          </a:xfrm>
          <a:prstGeom prst="rect">
            <a:avLst/>
          </a:prstGeom>
          <a:noFill/>
          <a:extLst>
            <a:ext uri="{909E8E84-426E-40DD-AFC4-6F175D3DCCD1}">
              <a14:hiddenFill xmlns:a14="http://schemas.microsoft.com/office/drawing/2010/main">
                <a:solidFill>
                  <a:srgbClr val="FFFFFF"/>
                </a:solidFill>
              </a14:hiddenFill>
            </a:ext>
          </a:extLst>
        </p:spPr>
      </p:pic>
      <p:pic>
        <p:nvPicPr>
          <p:cNvPr id="48" name="Picture 47" descr="Adobe Analytics | Tools | TAP CXM">
            <a:extLst>
              <a:ext uri="{FF2B5EF4-FFF2-40B4-BE49-F238E27FC236}">
                <a16:creationId xmlns:a16="http://schemas.microsoft.com/office/drawing/2014/main" id="{246F4A96-1930-E59F-5B77-D244CF53524A}"/>
              </a:ext>
            </a:extLst>
          </p:cNvPr>
          <p:cNvPicPr>
            <a:picLocks noChangeAspect="1" noChangeArrowheads="1"/>
          </p:cNvPicPr>
          <p:nvPr/>
        </p:nvPicPr>
        <p:blipFill>
          <a:blip r:embed="rId23" cstate="screen">
            <a:extLst>
              <a:ext uri="{28A0092B-C50C-407E-A947-70E740481C1C}">
                <a14:useLocalDpi xmlns:a14="http://schemas.microsoft.com/office/drawing/2010/main"/>
              </a:ext>
            </a:extLst>
          </a:blip>
          <a:srcRect/>
          <a:stretch>
            <a:fillRect/>
          </a:stretch>
        </p:blipFill>
        <p:spPr bwMode="auto">
          <a:xfrm>
            <a:off x="1773533" y="3127219"/>
            <a:ext cx="828727" cy="550190"/>
          </a:xfrm>
          <a:prstGeom prst="rect">
            <a:avLst/>
          </a:prstGeom>
          <a:noFill/>
          <a:extLst>
            <a:ext uri="{909E8E84-426E-40DD-AFC4-6F175D3DCCD1}">
              <a14:hiddenFill xmlns:a14="http://schemas.microsoft.com/office/drawing/2010/main">
                <a:solidFill>
                  <a:srgbClr val="FFFFFF"/>
                </a:solidFill>
              </a14:hiddenFill>
            </a:ext>
          </a:extLst>
        </p:spPr>
      </p:pic>
      <p:pic>
        <p:nvPicPr>
          <p:cNvPr id="49" name="Picture 48" descr="Adobe Audience Manager | Tools | TAP CXM">
            <a:extLst>
              <a:ext uri="{FF2B5EF4-FFF2-40B4-BE49-F238E27FC236}">
                <a16:creationId xmlns:a16="http://schemas.microsoft.com/office/drawing/2014/main" id="{74C88046-7011-333A-D9D9-7D2F3201CA4A}"/>
              </a:ext>
            </a:extLst>
          </p:cNvPr>
          <p:cNvPicPr>
            <a:picLocks noChangeAspect="1" noChangeArrowheads="1"/>
          </p:cNvPicPr>
          <p:nvPr/>
        </p:nvPicPr>
        <p:blipFill>
          <a:blip r:embed="rId24" cstate="screen">
            <a:extLst>
              <a:ext uri="{28A0092B-C50C-407E-A947-70E740481C1C}">
                <a14:useLocalDpi xmlns:a14="http://schemas.microsoft.com/office/drawing/2010/main"/>
              </a:ext>
            </a:extLst>
          </a:blip>
          <a:srcRect/>
          <a:stretch>
            <a:fillRect/>
          </a:stretch>
        </p:blipFill>
        <p:spPr bwMode="auto">
          <a:xfrm>
            <a:off x="2335898" y="2444210"/>
            <a:ext cx="723707" cy="480467"/>
          </a:xfrm>
          <a:prstGeom prst="rect">
            <a:avLst/>
          </a:prstGeom>
          <a:noFill/>
          <a:extLst>
            <a:ext uri="{909E8E84-426E-40DD-AFC4-6F175D3DCCD1}">
              <a14:hiddenFill xmlns:a14="http://schemas.microsoft.com/office/drawing/2010/main">
                <a:solidFill>
                  <a:srgbClr val="FFFFFF"/>
                </a:solidFill>
              </a14:hiddenFill>
            </a:ext>
          </a:extLst>
        </p:spPr>
      </p:pic>
      <p:pic>
        <p:nvPicPr>
          <p:cNvPr id="50" name="Picture 49" descr="Marketo, logo Icon in Vector Logo">
            <a:extLst>
              <a:ext uri="{FF2B5EF4-FFF2-40B4-BE49-F238E27FC236}">
                <a16:creationId xmlns:a16="http://schemas.microsoft.com/office/drawing/2014/main" id="{2816A32B-8D65-0D84-BC74-973C30FC1F4C}"/>
              </a:ext>
            </a:extLst>
          </p:cNvPr>
          <p:cNvPicPr>
            <a:picLocks noChangeAspect="1" noChangeArrowheads="1"/>
          </p:cNvPicPr>
          <p:nvPr/>
        </p:nvPicPr>
        <p:blipFill>
          <a:blip r:embed="rId25" cstate="screen">
            <a:extLst>
              <a:ext uri="{28A0092B-C50C-407E-A947-70E740481C1C}">
                <a14:useLocalDpi xmlns:a14="http://schemas.microsoft.com/office/drawing/2010/main"/>
              </a:ext>
            </a:extLst>
          </a:blip>
          <a:srcRect/>
          <a:stretch>
            <a:fillRect/>
          </a:stretch>
        </p:blipFill>
        <p:spPr bwMode="auto">
          <a:xfrm>
            <a:off x="2670049" y="3007534"/>
            <a:ext cx="854494" cy="438632"/>
          </a:xfrm>
          <a:prstGeom prst="rect">
            <a:avLst/>
          </a:prstGeom>
          <a:noFill/>
          <a:extLst>
            <a:ext uri="{909E8E84-426E-40DD-AFC4-6F175D3DCCD1}">
              <a14:hiddenFill xmlns:a14="http://schemas.microsoft.com/office/drawing/2010/main">
                <a:solidFill>
                  <a:srgbClr val="FFFFFF"/>
                </a:solidFill>
              </a14:hiddenFill>
            </a:ext>
          </a:extLst>
        </p:spPr>
      </p:pic>
      <p:pic>
        <p:nvPicPr>
          <p:cNvPr id="51" name="Picture 50" descr="Adobe Target Services | TAP CXM">
            <a:extLst>
              <a:ext uri="{FF2B5EF4-FFF2-40B4-BE49-F238E27FC236}">
                <a16:creationId xmlns:a16="http://schemas.microsoft.com/office/drawing/2014/main" id="{D89E9D3F-DAAF-FFC4-A00A-36CB4F9AAE45}"/>
              </a:ext>
            </a:extLst>
          </p:cNvPr>
          <p:cNvPicPr>
            <a:picLocks noChangeAspect="1" noChangeArrowheads="1"/>
          </p:cNvPicPr>
          <p:nvPr/>
        </p:nvPicPr>
        <p:blipFill>
          <a:blip r:embed="rId26" cstate="screen">
            <a:extLst>
              <a:ext uri="{28A0092B-C50C-407E-A947-70E740481C1C}">
                <a14:useLocalDpi xmlns:a14="http://schemas.microsoft.com/office/drawing/2010/main"/>
              </a:ext>
            </a:extLst>
          </a:blip>
          <a:srcRect/>
          <a:stretch>
            <a:fillRect/>
          </a:stretch>
        </p:blipFill>
        <p:spPr bwMode="auto">
          <a:xfrm>
            <a:off x="1906758" y="3633744"/>
            <a:ext cx="826183" cy="548501"/>
          </a:xfrm>
          <a:prstGeom prst="rect">
            <a:avLst/>
          </a:prstGeom>
          <a:noFill/>
          <a:extLst>
            <a:ext uri="{909E8E84-426E-40DD-AFC4-6F175D3DCCD1}">
              <a14:hiddenFill xmlns:a14="http://schemas.microsoft.com/office/drawing/2010/main">
                <a:solidFill>
                  <a:srgbClr val="FFFFFF"/>
                </a:solidFill>
              </a14:hiddenFill>
            </a:ext>
          </a:extLst>
        </p:spPr>
      </p:pic>
      <p:pic>
        <p:nvPicPr>
          <p:cNvPr id="52" name="Picture 51" descr="Adobe Campaign | Services | TAP CXM">
            <a:extLst>
              <a:ext uri="{FF2B5EF4-FFF2-40B4-BE49-F238E27FC236}">
                <a16:creationId xmlns:a16="http://schemas.microsoft.com/office/drawing/2014/main" id="{1C989939-502B-AAF9-165C-52FD2F1D3FDA}"/>
              </a:ext>
            </a:extLst>
          </p:cNvPr>
          <p:cNvPicPr>
            <a:picLocks noChangeAspect="1" noChangeArrowheads="1"/>
          </p:cNvPicPr>
          <p:nvPr/>
        </p:nvPicPr>
        <p:blipFill>
          <a:blip r:embed="rId27" cstate="screen">
            <a:extLst>
              <a:ext uri="{28A0092B-C50C-407E-A947-70E740481C1C}">
                <a14:useLocalDpi xmlns:a14="http://schemas.microsoft.com/office/drawing/2010/main"/>
              </a:ext>
            </a:extLst>
          </a:blip>
          <a:srcRect/>
          <a:stretch>
            <a:fillRect/>
          </a:stretch>
        </p:blipFill>
        <p:spPr bwMode="auto">
          <a:xfrm>
            <a:off x="2753023" y="3542171"/>
            <a:ext cx="898771" cy="596691"/>
          </a:xfrm>
          <a:prstGeom prst="rect">
            <a:avLst/>
          </a:prstGeom>
          <a:noFill/>
          <a:extLst>
            <a:ext uri="{909E8E84-426E-40DD-AFC4-6F175D3DCCD1}">
              <a14:hiddenFill xmlns:a14="http://schemas.microsoft.com/office/drawing/2010/main">
                <a:solidFill>
                  <a:srgbClr val="FFFFFF"/>
                </a:solidFill>
              </a14:hiddenFill>
            </a:ext>
          </a:extLst>
        </p:spPr>
      </p:pic>
      <p:pic>
        <p:nvPicPr>
          <p:cNvPr id="53" name="Picture 52" descr="Moosend Logos">
            <a:extLst>
              <a:ext uri="{FF2B5EF4-FFF2-40B4-BE49-F238E27FC236}">
                <a16:creationId xmlns:a16="http://schemas.microsoft.com/office/drawing/2014/main" id="{94389099-A74E-5C7B-78F5-4527E6488FEA}"/>
              </a:ext>
            </a:extLst>
          </p:cNvPr>
          <p:cNvPicPr>
            <a:picLocks noChangeAspect="1" noChangeArrowheads="1"/>
          </p:cNvPicPr>
          <p:nvPr/>
        </p:nvPicPr>
        <p:blipFill>
          <a:blip r:embed="rId28" cstate="screen">
            <a:extLst>
              <a:ext uri="{28A0092B-C50C-407E-A947-70E740481C1C}">
                <a14:useLocalDpi xmlns:a14="http://schemas.microsoft.com/office/drawing/2010/main"/>
              </a:ext>
            </a:extLst>
          </a:blip>
          <a:srcRect/>
          <a:stretch>
            <a:fillRect/>
          </a:stretch>
        </p:blipFill>
        <p:spPr bwMode="auto">
          <a:xfrm>
            <a:off x="2502643" y="4041234"/>
            <a:ext cx="904323" cy="489472"/>
          </a:xfrm>
          <a:prstGeom prst="rect">
            <a:avLst/>
          </a:prstGeom>
          <a:noFill/>
          <a:extLst>
            <a:ext uri="{909E8E84-426E-40DD-AFC4-6F175D3DCCD1}">
              <a14:hiddenFill xmlns:a14="http://schemas.microsoft.com/office/drawing/2010/main">
                <a:solidFill>
                  <a:srgbClr val="FFFFFF"/>
                </a:solidFill>
              </a14:hiddenFill>
            </a:ext>
          </a:extLst>
        </p:spPr>
      </p:pic>
      <p:pic>
        <p:nvPicPr>
          <p:cNvPr id="54" name="Picture 53">
            <a:extLst>
              <a:ext uri="{FF2B5EF4-FFF2-40B4-BE49-F238E27FC236}">
                <a16:creationId xmlns:a16="http://schemas.microsoft.com/office/drawing/2014/main" id="{EE0C1CA9-EB68-CE18-5FC6-A5F500DAC0CC}"/>
              </a:ext>
            </a:extLst>
          </p:cNvPr>
          <p:cNvPicPr>
            <a:picLocks noChangeAspect="1"/>
          </p:cNvPicPr>
          <p:nvPr/>
        </p:nvPicPr>
        <p:blipFill>
          <a:blip r:embed="rId29"/>
          <a:stretch>
            <a:fillRect/>
          </a:stretch>
        </p:blipFill>
        <p:spPr>
          <a:xfrm>
            <a:off x="4712209" y="2647927"/>
            <a:ext cx="351337" cy="360698"/>
          </a:xfrm>
          <a:prstGeom prst="rect">
            <a:avLst/>
          </a:prstGeom>
        </p:spPr>
      </p:pic>
      <p:pic>
        <p:nvPicPr>
          <p:cNvPr id="55" name="Picture 54" descr="A picture containing text, clipart, vector graphics&#10;&#10;Description automatically generated">
            <a:extLst>
              <a:ext uri="{FF2B5EF4-FFF2-40B4-BE49-F238E27FC236}">
                <a16:creationId xmlns:a16="http://schemas.microsoft.com/office/drawing/2014/main" id="{DA306ADE-077B-CF11-6B66-A8F9B3678015}"/>
              </a:ext>
            </a:extLst>
          </p:cNvPr>
          <p:cNvPicPr>
            <a:picLocks noChangeAspect="1"/>
          </p:cNvPicPr>
          <p:nvPr/>
        </p:nvPicPr>
        <p:blipFill>
          <a:blip r:embed="rId30" cstate="screen">
            <a:extLst>
              <a:ext uri="{28A0092B-C50C-407E-A947-70E740481C1C}">
                <a14:useLocalDpi xmlns:a14="http://schemas.microsoft.com/office/drawing/2010/main"/>
              </a:ext>
            </a:extLst>
          </a:blip>
          <a:stretch>
            <a:fillRect/>
          </a:stretch>
        </p:blipFill>
        <p:spPr>
          <a:xfrm>
            <a:off x="3690962" y="1463781"/>
            <a:ext cx="340161" cy="357197"/>
          </a:xfrm>
          <a:prstGeom prst="rect">
            <a:avLst/>
          </a:prstGeom>
        </p:spPr>
      </p:pic>
      <p:pic>
        <p:nvPicPr>
          <p:cNvPr id="56" name="Picture 55">
            <a:extLst>
              <a:ext uri="{FF2B5EF4-FFF2-40B4-BE49-F238E27FC236}">
                <a16:creationId xmlns:a16="http://schemas.microsoft.com/office/drawing/2014/main" id="{FF9CA7A8-BD14-2A19-0D86-5125C5EFA42B}"/>
              </a:ext>
            </a:extLst>
          </p:cNvPr>
          <p:cNvPicPr>
            <a:picLocks noChangeAspect="1"/>
          </p:cNvPicPr>
          <p:nvPr/>
        </p:nvPicPr>
        <p:blipFill>
          <a:blip r:embed="rId31"/>
          <a:stretch>
            <a:fillRect/>
          </a:stretch>
        </p:blipFill>
        <p:spPr>
          <a:xfrm>
            <a:off x="4035772" y="1907575"/>
            <a:ext cx="321141" cy="329698"/>
          </a:xfrm>
          <a:prstGeom prst="rect">
            <a:avLst/>
          </a:prstGeom>
        </p:spPr>
      </p:pic>
      <p:pic>
        <p:nvPicPr>
          <p:cNvPr id="57" name="Picture 56" descr="Microsoft, powerbi, logo Icon in Vector Logo">
            <a:extLst>
              <a:ext uri="{FF2B5EF4-FFF2-40B4-BE49-F238E27FC236}">
                <a16:creationId xmlns:a16="http://schemas.microsoft.com/office/drawing/2014/main" id="{9F98E8D1-875E-0763-30C4-1F723BB43B91}"/>
              </a:ext>
            </a:extLst>
          </p:cNvPr>
          <p:cNvPicPr>
            <a:picLocks noChangeAspect="1" noChangeArrowheads="1"/>
          </p:cNvPicPr>
          <p:nvPr/>
        </p:nvPicPr>
        <p:blipFill>
          <a:blip r:embed="rId32" cstate="screen">
            <a:extLst>
              <a:ext uri="{28A0092B-C50C-407E-A947-70E740481C1C}">
                <a14:useLocalDpi xmlns:a14="http://schemas.microsoft.com/office/drawing/2010/main"/>
              </a:ext>
            </a:extLst>
          </a:blip>
          <a:srcRect/>
          <a:stretch>
            <a:fillRect/>
          </a:stretch>
        </p:blipFill>
        <p:spPr bwMode="auto">
          <a:xfrm>
            <a:off x="4231155" y="1212104"/>
            <a:ext cx="636985" cy="326979"/>
          </a:xfrm>
          <a:prstGeom prst="rect">
            <a:avLst/>
          </a:prstGeom>
          <a:noFill/>
          <a:extLst>
            <a:ext uri="{909E8E84-426E-40DD-AFC4-6F175D3DCCD1}">
              <a14:hiddenFill xmlns:a14="http://schemas.microsoft.com/office/drawing/2010/main">
                <a:solidFill>
                  <a:srgbClr val="FFFFFF"/>
                </a:solidFill>
              </a14:hiddenFill>
            </a:ext>
          </a:extLst>
        </p:spPr>
      </p:pic>
      <p:pic>
        <p:nvPicPr>
          <p:cNvPr id="58" name="Picture 57" descr="Download MuleSoft Logo in SVG Vector or PNG File Format ...">
            <a:extLst>
              <a:ext uri="{FF2B5EF4-FFF2-40B4-BE49-F238E27FC236}">
                <a16:creationId xmlns:a16="http://schemas.microsoft.com/office/drawing/2014/main" id="{9442ADB4-F819-4855-41D2-B98B6A39354F}"/>
              </a:ext>
            </a:extLst>
          </p:cNvPr>
          <p:cNvPicPr>
            <a:picLocks noChangeAspect="1" noChangeArrowheads="1"/>
          </p:cNvPicPr>
          <p:nvPr/>
        </p:nvPicPr>
        <p:blipFill>
          <a:blip r:embed="rId33" cstate="screen">
            <a:extLst>
              <a:ext uri="{28A0092B-C50C-407E-A947-70E740481C1C}">
                <a14:useLocalDpi xmlns:a14="http://schemas.microsoft.com/office/drawing/2010/main"/>
              </a:ext>
            </a:extLst>
          </a:blip>
          <a:srcRect/>
          <a:stretch>
            <a:fillRect/>
          </a:stretch>
        </p:blipFill>
        <p:spPr bwMode="auto">
          <a:xfrm>
            <a:off x="2980116" y="1723310"/>
            <a:ext cx="829744" cy="567902"/>
          </a:xfrm>
          <a:prstGeom prst="rect">
            <a:avLst/>
          </a:prstGeom>
          <a:noFill/>
          <a:extLst>
            <a:ext uri="{909E8E84-426E-40DD-AFC4-6F175D3DCCD1}">
              <a14:hiddenFill xmlns:a14="http://schemas.microsoft.com/office/drawing/2010/main">
                <a:solidFill>
                  <a:srgbClr val="FFFFFF"/>
                </a:solidFill>
              </a14:hiddenFill>
            </a:ext>
          </a:extLst>
        </p:spPr>
      </p:pic>
      <p:pic>
        <p:nvPicPr>
          <p:cNvPr id="59" name="Picture 58">
            <a:extLst>
              <a:ext uri="{FF2B5EF4-FFF2-40B4-BE49-F238E27FC236}">
                <a16:creationId xmlns:a16="http://schemas.microsoft.com/office/drawing/2014/main" id="{52FDF864-422D-6F3A-4D66-BF0A761D48C1}"/>
              </a:ext>
            </a:extLst>
          </p:cNvPr>
          <p:cNvPicPr>
            <a:picLocks noChangeAspect="1" noChangeArrowheads="1"/>
          </p:cNvPicPr>
          <p:nvPr/>
        </p:nvPicPr>
        <p:blipFill>
          <a:blip r:embed="rId34" cstate="screen">
            <a:extLst>
              <a:ext uri="{28A0092B-C50C-407E-A947-70E740481C1C}">
                <a14:useLocalDpi xmlns:a14="http://schemas.microsoft.com/office/drawing/2010/main"/>
              </a:ext>
            </a:extLst>
          </a:blip>
          <a:srcRect/>
          <a:stretch>
            <a:fillRect/>
          </a:stretch>
        </p:blipFill>
        <p:spPr bwMode="auto">
          <a:xfrm>
            <a:off x="3216069" y="2192664"/>
            <a:ext cx="824331" cy="185788"/>
          </a:xfrm>
          <a:prstGeom prst="rect">
            <a:avLst/>
          </a:prstGeom>
          <a:noFill/>
          <a:extLst>
            <a:ext uri="{909E8E84-426E-40DD-AFC4-6F175D3DCCD1}">
              <a14:hiddenFill xmlns:a14="http://schemas.microsoft.com/office/drawing/2010/main">
                <a:solidFill>
                  <a:srgbClr val="FFFFFF"/>
                </a:solidFill>
              </a14:hiddenFill>
            </a:ext>
          </a:extLst>
        </p:spPr>
      </p:pic>
      <p:pic>
        <p:nvPicPr>
          <p:cNvPr id="60" name="Picture 59">
            <a:extLst>
              <a:ext uri="{FF2B5EF4-FFF2-40B4-BE49-F238E27FC236}">
                <a16:creationId xmlns:a16="http://schemas.microsoft.com/office/drawing/2014/main" id="{F13DE1F0-2AE7-0202-98C9-C5ADCB610092}"/>
              </a:ext>
            </a:extLst>
          </p:cNvPr>
          <p:cNvPicPr>
            <a:picLocks noChangeAspect="1" noChangeArrowheads="1"/>
          </p:cNvPicPr>
          <p:nvPr/>
        </p:nvPicPr>
        <p:blipFill>
          <a:blip r:embed="rId35" cstate="screen">
            <a:extLst>
              <a:ext uri="{28A0092B-C50C-407E-A947-70E740481C1C}">
                <a14:useLocalDpi xmlns:a14="http://schemas.microsoft.com/office/drawing/2010/main"/>
              </a:ext>
            </a:extLst>
          </a:blip>
          <a:srcRect/>
          <a:stretch>
            <a:fillRect/>
          </a:stretch>
        </p:blipFill>
        <p:spPr bwMode="auto">
          <a:xfrm>
            <a:off x="4405617" y="1611426"/>
            <a:ext cx="569382" cy="196830"/>
          </a:xfrm>
          <a:prstGeom prst="rect">
            <a:avLst/>
          </a:prstGeom>
          <a:noFill/>
          <a:extLst>
            <a:ext uri="{909E8E84-426E-40DD-AFC4-6F175D3DCCD1}">
              <a14:hiddenFill xmlns:a14="http://schemas.microsoft.com/office/drawing/2010/main">
                <a:solidFill>
                  <a:srgbClr val="FFFFFF"/>
                </a:solidFill>
              </a14:hiddenFill>
            </a:ext>
          </a:extLst>
        </p:spPr>
      </p:pic>
      <p:pic>
        <p:nvPicPr>
          <p:cNvPr id="61" name="Picture 60">
            <a:extLst>
              <a:ext uri="{FF2B5EF4-FFF2-40B4-BE49-F238E27FC236}">
                <a16:creationId xmlns:a16="http://schemas.microsoft.com/office/drawing/2014/main" id="{100425FB-1530-72EF-5245-2532593846E5}"/>
              </a:ext>
            </a:extLst>
          </p:cNvPr>
          <p:cNvPicPr>
            <a:picLocks noChangeAspect="1"/>
          </p:cNvPicPr>
          <p:nvPr/>
        </p:nvPicPr>
        <p:blipFill>
          <a:blip r:embed="rId36" cstate="screen">
            <a:extLst>
              <a:ext uri="{28A0092B-C50C-407E-A947-70E740481C1C}">
                <a14:useLocalDpi xmlns:a14="http://schemas.microsoft.com/office/drawing/2010/main"/>
              </a:ext>
            </a:extLst>
          </a:blip>
          <a:stretch>
            <a:fillRect/>
          </a:stretch>
        </p:blipFill>
        <p:spPr>
          <a:xfrm>
            <a:off x="3496705" y="2517535"/>
            <a:ext cx="487574" cy="164804"/>
          </a:xfrm>
          <a:prstGeom prst="rect">
            <a:avLst/>
          </a:prstGeom>
        </p:spPr>
      </p:pic>
      <p:pic>
        <p:nvPicPr>
          <p:cNvPr id="62" name="Graphic 57">
            <a:extLst>
              <a:ext uri="{FF2B5EF4-FFF2-40B4-BE49-F238E27FC236}">
                <a16:creationId xmlns:a16="http://schemas.microsoft.com/office/drawing/2014/main" id="{8CA4AC60-ED3A-6CAB-F01C-E531DB3FD56F}"/>
              </a:ext>
            </a:extLst>
          </p:cNvPr>
          <p:cNvPicPr>
            <a:picLocks noChangeAspect="1"/>
          </p:cNvPicPr>
          <p:nvPr/>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37"/>
              </a:ext>
            </a:extLst>
          </a:blip>
          <a:stretch>
            <a:fillRect/>
          </a:stretch>
        </p:blipFill>
        <p:spPr>
          <a:xfrm>
            <a:off x="4597340" y="2017392"/>
            <a:ext cx="407534" cy="398756"/>
          </a:xfrm>
          <a:prstGeom prst="rect">
            <a:avLst/>
          </a:prstGeom>
        </p:spPr>
      </p:pic>
      <p:pic>
        <p:nvPicPr>
          <p:cNvPr id="63" name="Picture 62">
            <a:extLst>
              <a:ext uri="{FF2B5EF4-FFF2-40B4-BE49-F238E27FC236}">
                <a16:creationId xmlns:a16="http://schemas.microsoft.com/office/drawing/2014/main" id="{AB74FAE8-26AB-75BD-80F9-70287A32262B}"/>
              </a:ext>
            </a:extLst>
          </p:cNvPr>
          <p:cNvPicPr>
            <a:picLocks noChangeAspect="1"/>
          </p:cNvPicPr>
          <p:nvPr/>
        </p:nvPicPr>
        <p:blipFill>
          <a:blip r:embed="rId38" cstate="screen">
            <a:extLst>
              <a:ext uri="{28A0092B-C50C-407E-A947-70E740481C1C}">
                <a14:useLocalDpi xmlns:a14="http://schemas.microsoft.com/office/drawing/2010/main"/>
              </a:ext>
            </a:extLst>
          </a:blip>
          <a:stretch>
            <a:fillRect/>
          </a:stretch>
        </p:blipFill>
        <p:spPr>
          <a:xfrm>
            <a:off x="3777778" y="2810060"/>
            <a:ext cx="716768" cy="301124"/>
          </a:xfrm>
          <a:prstGeom prst="rect">
            <a:avLst/>
          </a:prstGeom>
        </p:spPr>
      </p:pic>
      <p:pic>
        <p:nvPicPr>
          <p:cNvPr id="64" name="Picture 63" descr="Icon&#10;&#10;Description automatically generated">
            <a:extLst>
              <a:ext uri="{FF2B5EF4-FFF2-40B4-BE49-F238E27FC236}">
                <a16:creationId xmlns:a16="http://schemas.microsoft.com/office/drawing/2014/main" id="{A8C78313-08CF-221C-585B-D390A4E230A8}"/>
              </a:ext>
            </a:extLst>
          </p:cNvPr>
          <p:cNvPicPr>
            <a:picLocks noChangeAspect="1"/>
          </p:cNvPicPr>
          <p:nvPr/>
        </p:nvPicPr>
        <p:blipFill>
          <a:blip r:embed="rId39" cstate="screen">
            <a:extLst>
              <a:ext uri="{28A0092B-C50C-407E-A947-70E740481C1C}">
                <a14:useLocalDpi xmlns:a14="http://schemas.microsoft.com/office/drawing/2010/main"/>
              </a:ext>
            </a:extLst>
          </a:blip>
          <a:stretch>
            <a:fillRect/>
          </a:stretch>
        </p:blipFill>
        <p:spPr>
          <a:xfrm>
            <a:off x="5859795" y="1209419"/>
            <a:ext cx="611608" cy="232090"/>
          </a:xfrm>
          <a:prstGeom prst="rect">
            <a:avLst/>
          </a:prstGeom>
        </p:spPr>
      </p:pic>
      <p:pic>
        <p:nvPicPr>
          <p:cNvPr id="65" name="Picture 64">
            <a:extLst>
              <a:ext uri="{FF2B5EF4-FFF2-40B4-BE49-F238E27FC236}">
                <a16:creationId xmlns:a16="http://schemas.microsoft.com/office/drawing/2014/main" id="{5339BD7F-F017-B3CE-2DE6-A5CA5571108B}"/>
              </a:ext>
            </a:extLst>
          </p:cNvPr>
          <p:cNvPicPr>
            <a:picLocks noChangeAspect="1"/>
          </p:cNvPicPr>
          <p:nvPr/>
        </p:nvPicPr>
        <p:blipFill>
          <a:blip r:embed="rId40" cstate="screen">
            <a:extLst>
              <a:ext uri="{28A0092B-C50C-407E-A947-70E740481C1C}">
                <a14:useLocalDpi xmlns:a14="http://schemas.microsoft.com/office/drawing/2010/main"/>
              </a:ext>
            </a:extLst>
          </a:blip>
          <a:stretch>
            <a:fillRect/>
          </a:stretch>
        </p:blipFill>
        <p:spPr>
          <a:xfrm>
            <a:off x="5457208" y="2031862"/>
            <a:ext cx="669573" cy="212885"/>
          </a:xfrm>
          <a:prstGeom prst="rect">
            <a:avLst/>
          </a:prstGeom>
        </p:spPr>
      </p:pic>
      <p:pic>
        <p:nvPicPr>
          <p:cNvPr id="66" name="Picture 65">
            <a:extLst>
              <a:ext uri="{FF2B5EF4-FFF2-40B4-BE49-F238E27FC236}">
                <a16:creationId xmlns:a16="http://schemas.microsoft.com/office/drawing/2014/main" id="{C3165C1A-240A-EB69-BB4B-612CAE39A95B}"/>
              </a:ext>
            </a:extLst>
          </p:cNvPr>
          <p:cNvPicPr>
            <a:picLocks noChangeAspect="1"/>
          </p:cNvPicPr>
          <p:nvPr/>
        </p:nvPicPr>
        <p:blipFill>
          <a:blip r:embed="rId41"/>
          <a:stretch>
            <a:fillRect/>
          </a:stretch>
        </p:blipFill>
        <p:spPr>
          <a:xfrm>
            <a:off x="5419695" y="1612379"/>
            <a:ext cx="803045" cy="193382"/>
          </a:xfrm>
          <a:prstGeom prst="rect">
            <a:avLst/>
          </a:prstGeom>
        </p:spPr>
      </p:pic>
      <p:pic>
        <p:nvPicPr>
          <p:cNvPr id="67" name="Picture 66">
            <a:extLst>
              <a:ext uri="{FF2B5EF4-FFF2-40B4-BE49-F238E27FC236}">
                <a16:creationId xmlns:a16="http://schemas.microsoft.com/office/drawing/2014/main" id="{7FA10805-8503-6D40-D4CE-B49049A17CAB}"/>
              </a:ext>
            </a:extLst>
          </p:cNvPr>
          <p:cNvPicPr>
            <a:picLocks noChangeAspect="1" noChangeArrowheads="1"/>
          </p:cNvPicPr>
          <p:nvPr/>
        </p:nvPicPr>
        <p:blipFill>
          <a:blip r:embed="rId42" cstate="screen">
            <a:extLst>
              <a:ext uri="{28A0092B-C50C-407E-A947-70E740481C1C}">
                <a14:useLocalDpi xmlns:a14="http://schemas.microsoft.com/office/drawing/2010/main"/>
              </a:ext>
            </a:extLst>
          </a:blip>
          <a:srcRect/>
          <a:stretch>
            <a:fillRect/>
          </a:stretch>
        </p:blipFill>
        <p:spPr bwMode="auto">
          <a:xfrm>
            <a:off x="6422710" y="1682598"/>
            <a:ext cx="310443" cy="278207"/>
          </a:xfrm>
          <a:prstGeom prst="rect">
            <a:avLst/>
          </a:prstGeom>
          <a:noFill/>
          <a:extLst>
            <a:ext uri="{909E8E84-426E-40DD-AFC4-6F175D3DCCD1}">
              <a14:hiddenFill xmlns:a14="http://schemas.microsoft.com/office/drawing/2010/main">
                <a:solidFill>
                  <a:srgbClr val="FFFFFF"/>
                </a:solidFill>
              </a14:hiddenFill>
            </a:ext>
          </a:extLst>
        </p:spPr>
      </p:pic>
      <p:pic>
        <p:nvPicPr>
          <p:cNvPr id="68" name="Picture 67">
            <a:extLst>
              <a:ext uri="{FF2B5EF4-FFF2-40B4-BE49-F238E27FC236}">
                <a16:creationId xmlns:a16="http://schemas.microsoft.com/office/drawing/2014/main" id="{F8AF36D7-14F1-C8A8-46D6-8B3B273C2CA1}"/>
              </a:ext>
            </a:extLst>
          </p:cNvPr>
          <p:cNvPicPr>
            <a:picLocks noChangeAspect="1"/>
          </p:cNvPicPr>
          <p:nvPr/>
        </p:nvPicPr>
        <p:blipFill>
          <a:blip r:embed="rId43" cstate="screen">
            <a:extLst>
              <a:ext uri="{28A0092B-C50C-407E-A947-70E740481C1C}">
                <a14:useLocalDpi xmlns:a14="http://schemas.microsoft.com/office/drawing/2010/main"/>
              </a:ext>
            </a:extLst>
          </a:blip>
          <a:stretch>
            <a:fillRect/>
          </a:stretch>
        </p:blipFill>
        <p:spPr>
          <a:xfrm>
            <a:off x="6259743" y="2130383"/>
            <a:ext cx="435972" cy="174063"/>
          </a:xfrm>
          <a:prstGeom prst="rect">
            <a:avLst/>
          </a:prstGeom>
        </p:spPr>
      </p:pic>
      <p:pic>
        <p:nvPicPr>
          <p:cNvPr id="69" name="Picture 68" descr="Eloqua | Brands of the World™ | Download vector logos and logotypes">
            <a:extLst>
              <a:ext uri="{FF2B5EF4-FFF2-40B4-BE49-F238E27FC236}">
                <a16:creationId xmlns:a16="http://schemas.microsoft.com/office/drawing/2014/main" id="{A386E4EC-B007-7E9B-C581-9B8C5750DCA4}"/>
              </a:ext>
            </a:extLst>
          </p:cNvPr>
          <p:cNvPicPr>
            <a:picLocks noChangeAspect="1" noChangeArrowheads="1"/>
          </p:cNvPicPr>
          <p:nvPr/>
        </p:nvPicPr>
        <p:blipFill>
          <a:blip r:embed="rId44" cstate="screen">
            <a:clrChange>
              <a:clrFrom>
                <a:srgbClr val="FFFFFF"/>
              </a:clrFrom>
              <a:clrTo>
                <a:srgbClr val="FFFFFF">
                  <a:alpha val="0"/>
                </a:srgbClr>
              </a:clrTo>
            </a:clrChange>
            <a:extLst>
              <a:ext uri="{28A0092B-C50C-407E-A947-70E740481C1C}">
                <a14:useLocalDpi xmlns:a14="http://schemas.microsoft.com/office/drawing/2010/main"/>
              </a:ext>
            </a:extLst>
          </a:blip>
          <a:srcRect/>
          <a:stretch>
            <a:fillRect/>
          </a:stretch>
        </p:blipFill>
        <p:spPr bwMode="auto">
          <a:xfrm>
            <a:off x="7788413" y="2540211"/>
            <a:ext cx="629503" cy="650089"/>
          </a:xfrm>
          <a:prstGeom prst="rect">
            <a:avLst/>
          </a:prstGeom>
          <a:noFill/>
          <a:extLst>
            <a:ext uri="{909E8E84-426E-40DD-AFC4-6F175D3DCCD1}">
              <a14:hiddenFill xmlns:a14="http://schemas.microsoft.com/office/drawing/2010/main">
                <a:solidFill>
                  <a:srgbClr val="FFFFFF"/>
                </a:solidFill>
              </a14:hiddenFill>
            </a:ext>
          </a:extLst>
        </p:spPr>
      </p:pic>
      <p:pic>
        <p:nvPicPr>
          <p:cNvPr id="70" name="Picture 69" descr="PayPal - B2B Commerce Platform | Pepperi">
            <a:extLst>
              <a:ext uri="{FF2B5EF4-FFF2-40B4-BE49-F238E27FC236}">
                <a16:creationId xmlns:a16="http://schemas.microsoft.com/office/drawing/2014/main" id="{853431DF-A818-DBB0-8BE4-8F81EA594D57}"/>
              </a:ext>
            </a:extLst>
          </p:cNvPr>
          <p:cNvPicPr>
            <a:picLocks noChangeAspect="1" noChangeArrowheads="1"/>
          </p:cNvPicPr>
          <p:nvPr/>
        </p:nvPicPr>
        <p:blipFill>
          <a:blip r:embed="rId45" cstate="screen">
            <a:extLst>
              <a:ext uri="{28A0092B-C50C-407E-A947-70E740481C1C}">
                <a14:useLocalDpi xmlns:a14="http://schemas.microsoft.com/office/drawing/2010/main"/>
              </a:ext>
            </a:extLst>
          </a:blip>
          <a:srcRect/>
          <a:stretch>
            <a:fillRect/>
          </a:stretch>
        </p:blipFill>
        <p:spPr bwMode="auto">
          <a:xfrm>
            <a:off x="7233066" y="2119171"/>
            <a:ext cx="414706" cy="419795"/>
          </a:xfrm>
          <a:prstGeom prst="rect">
            <a:avLst/>
          </a:prstGeom>
          <a:noFill/>
          <a:extLst>
            <a:ext uri="{909E8E84-426E-40DD-AFC4-6F175D3DCCD1}">
              <a14:hiddenFill xmlns:a14="http://schemas.microsoft.com/office/drawing/2010/main">
                <a:solidFill>
                  <a:srgbClr val="FFFFFF"/>
                </a:solidFill>
              </a14:hiddenFill>
            </a:ext>
          </a:extLst>
        </p:spPr>
      </p:pic>
      <p:pic>
        <p:nvPicPr>
          <p:cNvPr id="71" name="Picture 70" descr="Vertex — Florida Dreamin'">
            <a:extLst>
              <a:ext uri="{FF2B5EF4-FFF2-40B4-BE49-F238E27FC236}">
                <a16:creationId xmlns:a16="http://schemas.microsoft.com/office/drawing/2014/main" id="{D1313225-4DF9-3492-6446-6F9778DDAA08}"/>
              </a:ext>
            </a:extLst>
          </p:cNvPr>
          <p:cNvPicPr>
            <a:picLocks noChangeAspect="1" noChangeArrowheads="1"/>
          </p:cNvPicPr>
          <p:nvPr/>
        </p:nvPicPr>
        <p:blipFill>
          <a:blip r:embed="rId46" cstate="screen">
            <a:extLst>
              <a:ext uri="{28A0092B-C50C-407E-A947-70E740481C1C}">
                <a14:useLocalDpi xmlns:a14="http://schemas.microsoft.com/office/drawing/2010/main"/>
              </a:ext>
            </a:extLst>
          </a:blip>
          <a:srcRect/>
          <a:stretch>
            <a:fillRect/>
          </a:stretch>
        </p:blipFill>
        <p:spPr bwMode="auto">
          <a:xfrm>
            <a:off x="7576319" y="1661497"/>
            <a:ext cx="771528" cy="281847"/>
          </a:xfrm>
          <a:prstGeom prst="rect">
            <a:avLst/>
          </a:prstGeom>
          <a:noFill/>
          <a:extLst>
            <a:ext uri="{909E8E84-426E-40DD-AFC4-6F175D3DCCD1}">
              <a14:hiddenFill xmlns:a14="http://schemas.microsoft.com/office/drawing/2010/main">
                <a:solidFill>
                  <a:srgbClr val="FFFFFF"/>
                </a:solidFill>
              </a14:hiddenFill>
            </a:ext>
          </a:extLst>
        </p:spPr>
      </p:pic>
      <p:pic>
        <p:nvPicPr>
          <p:cNvPr id="72" name="Picture 71" descr="Narvar Logo Download Vector">
            <a:extLst>
              <a:ext uri="{FF2B5EF4-FFF2-40B4-BE49-F238E27FC236}">
                <a16:creationId xmlns:a16="http://schemas.microsoft.com/office/drawing/2014/main" id="{EB7A6B4C-8DAB-1363-20A1-45DBEE5412EA}"/>
              </a:ext>
            </a:extLst>
          </p:cNvPr>
          <p:cNvPicPr>
            <a:picLocks noChangeAspect="1" noChangeArrowheads="1"/>
          </p:cNvPicPr>
          <p:nvPr/>
        </p:nvPicPr>
        <p:blipFill>
          <a:blip r:embed="rId47" cstate="screen">
            <a:extLst>
              <a:ext uri="{28A0092B-C50C-407E-A947-70E740481C1C}">
                <a14:useLocalDpi xmlns:a14="http://schemas.microsoft.com/office/drawing/2010/main"/>
              </a:ext>
            </a:extLst>
          </a:blip>
          <a:srcRect/>
          <a:stretch>
            <a:fillRect/>
          </a:stretch>
        </p:blipFill>
        <p:spPr bwMode="auto">
          <a:xfrm>
            <a:off x="7972394" y="2207539"/>
            <a:ext cx="916943" cy="240992"/>
          </a:xfrm>
          <a:prstGeom prst="rect">
            <a:avLst/>
          </a:prstGeom>
          <a:noFill/>
          <a:extLst>
            <a:ext uri="{909E8E84-426E-40DD-AFC4-6F175D3DCCD1}">
              <a14:hiddenFill xmlns:a14="http://schemas.microsoft.com/office/drawing/2010/main">
                <a:solidFill>
                  <a:srgbClr val="FFFFFF"/>
                </a:solidFill>
              </a14:hiddenFill>
            </a:ext>
          </a:extLst>
        </p:spPr>
      </p:pic>
      <p:pic>
        <p:nvPicPr>
          <p:cNvPr id="73" name="Picture 72">
            <a:extLst>
              <a:ext uri="{FF2B5EF4-FFF2-40B4-BE49-F238E27FC236}">
                <a16:creationId xmlns:a16="http://schemas.microsoft.com/office/drawing/2014/main" id="{A723FAE8-D8ED-0E07-C506-1848149E83A9}"/>
              </a:ext>
            </a:extLst>
          </p:cNvPr>
          <p:cNvPicPr>
            <a:picLocks noChangeAspect="1"/>
          </p:cNvPicPr>
          <p:nvPr/>
        </p:nvPicPr>
        <p:blipFill rotWithShape="1">
          <a:blip r:embed="rId48" cstate="screen">
            <a:extLst>
              <a:ext uri="{28A0092B-C50C-407E-A947-70E740481C1C}">
                <a14:useLocalDpi xmlns:a14="http://schemas.microsoft.com/office/drawing/2010/main"/>
              </a:ext>
            </a:extLst>
          </a:blip>
          <a:srcRect/>
          <a:stretch/>
        </p:blipFill>
        <p:spPr>
          <a:xfrm>
            <a:off x="8715911" y="3116475"/>
            <a:ext cx="679898" cy="278653"/>
          </a:xfrm>
          <a:prstGeom prst="rect">
            <a:avLst/>
          </a:prstGeom>
        </p:spPr>
      </p:pic>
      <p:pic>
        <p:nvPicPr>
          <p:cNvPr id="74" name="SFCClogo.png">
            <a:extLst>
              <a:ext uri="{FF2B5EF4-FFF2-40B4-BE49-F238E27FC236}">
                <a16:creationId xmlns:a16="http://schemas.microsoft.com/office/drawing/2014/main" id="{41074526-C3CD-A0D1-E62E-C2CBCB1DF83B}"/>
              </a:ext>
            </a:extLst>
          </p:cNvPr>
          <p:cNvPicPr>
            <a:picLocks noChangeAspect="1"/>
          </p:cNvPicPr>
          <p:nvPr/>
        </p:nvPicPr>
        <p:blipFill rotWithShape="1">
          <a:blip r:embed="rId49" cstate="screen">
            <a:clrChange>
              <a:clrFrom>
                <a:srgbClr val="FFFFFF"/>
              </a:clrFrom>
              <a:clrTo>
                <a:srgbClr val="FFFFFF">
                  <a:alpha val="0"/>
                </a:srgbClr>
              </a:clrTo>
            </a:clrChange>
            <a:extLst>
              <a:ext uri="{28A0092B-C50C-407E-A947-70E740481C1C}">
                <a14:useLocalDpi xmlns:a14="http://schemas.microsoft.com/office/drawing/2010/main"/>
              </a:ext>
            </a:extLst>
          </a:blip>
          <a:srcRect l="11036"/>
          <a:stretch/>
        </p:blipFill>
        <p:spPr>
          <a:xfrm>
            <a:off x="8935728" y="2709881"/>
            <a:ext cx="1090002" cy="328479"/>
          </a:xfrm>
          <a:prstGeom prst="rect">
            <a:avLst/>
          </a:prstGeom>
          <a:ln w="12700">
            <a:miter lim="400000"/>
          </a:ln>
        </p:spPr>
      </p:pic>
      <p:pic>
        <p:nvPicPr>
          <p:cNvPr id="75" name="Picture 74" descr="Image result for commerce tools">
            <a:extLst>
              <a:ext uri="{FF2B5EF4-FFF2-40B4-BE49-F238E27FC236}">
                <a16:creationId xmlns:a16="http://schemas.microsoft.com/office/drawing/2014/main" id="{1F25997B-2A7E-8245-7B79-2C4AE61DAC0A}"/>
              </a:ext>
            </a:extLst>
          </p:cNvPr>
          <p:cNvPicPr>
            <a:picLocks noChangeAspect="1" noChangeArrowheads="1"/>
          </p:cNvPicPr>
          <p:nvPr/>
        </p:nvPicPr>
        <p:blipFill>
          <a:blip r:embed="rId50" cstate="screen">
            <a:extLst>
              <a:ext uri="{28A0092B-C50C-407E-A947-70E740481C1C}">
                <a14:useLocalDpi xmlns:a14="http://schemas.microsoft.com/office/drawing/2010/main"/>
              </a:ext>
            </a:extLst>
          </a:blip>
          <a:srcRect/>
          <a:stretch>
            <a:fillRect/>
          </a:stretch>
        </p:blipFill>
        <p:spPr bwMode="auto">
          <a:xfrm>
            <a:off x="9310076" y="3432651"/>
            <a:ext cx="993694" cy="156730"/>
          </a:xfrm>
          <a:prstGeom prst="rect">
            <a:avLst/>
          </a:prstGeom>
          <a:noFill/>
          <a:extLst>
            <a:ext uri="{909E8E84-426E-40DD-AFC4-6F175D3DCCD1}">
              <a14:hiddenFill xmlns:a14="http://schemas.microsoft.com/office/drawing/2010/main">
                <a:solidFill>
                  <a:srgbClr val="FFFFFF"/>
                </a:solidFill>
              </a14:hiddenFill>
            </a:ext>
          </a:extLst>
        </p:spPr>
      </p:pic>
      <p:pic>
        <p:nvPicPr>
          <p:cNvPr id="76" name="Picture 75">
            <a:extLst>
              <a:ext uri="{FF2B5EF4-FFF2-40B4-BE49-F238E27FC236}">
                <a16:creationId xmlns:a16="http://schemas.microsoft.com/office/drawing/2014/main" id="{3D4FF6A7-BDD8-660C-3CF4-DC0CEA659348}"/>
              </a:ext>
            </a:extLst>
          </p:cNvPr>
          <p:cNvPicPr>
            <a:picLocks noChangeAspect="1"/>
          </p:cNvPicPr>
          <p:nvPr/>
        </p:nvPicPr>
        <p:blipFill>
          <a:blip r:embed="rId51" cstate="screen">
            <a:extLst>
              <a:ext uri="{28A0092B-C50C-407E-A947-70E740481C1C}">
                <a14:useLocalDpi xmlns:a14="http://schemas.microsoft.com/office/drawing/2010/main"/>
              </a:ext>
            </a:extLst>
          </a:blip>
          <a:stretch>
            <a:fillRect/>
          </a:stretch>
        </p:blipFill>
        <p:spPr>
          <a:xfrm>
            <a:off x="8532497" y="3574888"/>
            <a:ext cx="685709" cy="437907"/>
          </a:xfrm>
          <a:prstGeom prst="rect">
            <a:avLst/>
          </a:prstGeom>
        </p:spPr>
      </p:pic>
      <p:pic>
        <p:nvPicPr>
          <p:cNvPr id="77" name="Picture 76" descr="Job Application for DevOps Engineer - Engagement Pillar at Bloomreach">
            <a:extLst>
              <a:ext uri="{FF2B5EF4-FFF2-40B4-BE49-F238E27FC236}">
                <a16:creationId xmlns:a16="http://schemas.microsoft.com/office/drawing/2014/main" id="{A7637E49-FC70-42E9-1E53-838B381B5BE4}"/>
              </a:ext>
            </a:extLst>
          </p:cNvPr>
          <p:cNvPicPr>
            <a:picLocks noChangeAspect="1" noChangeArrowheads="1"/>
          </p:cNvPicPr>
          <p:nvPr/>
        </p:nvPicPr>
        <p:blipFill>
          <a:blip r:embed="rId52" cstate="screen">
            <a:extLst>
              <a:ext uri="{28A0092B-C50C-407E-A947-70E740481C1C}">
                <a14:useLocalDpi xmlns:a14="http://schemas.microsoft.com/office/drawing/2010/main"/>
              </a:ext>
            </a:extLst>
          </a:blip>
          <a:srcRect/>
          <a:stretch>
            <a:fillRect/>
          </a:stretch>
        </p:blipFill>
        <p:spPr bwMode="auto">
          <a:xfrm>
            <a:off x="9208681" y="3554048"/>
            <a:ext cx="1276175" cy="657878"/>
          </a:xfrm>
          <a:prstGeom prst="rect">
            <a:avLst/>
          </a:prstGeom>
          <a:noFill/>
          <a:extLst>
            <a:ext uri="{909E8E84-426E-40DD-AFC4-6F175D3DCCD1}">
              <a14:hiddenFill xmlns:a14="http://schemas.microsoft.com/office/drawing/2010/main">
                <a:solidFill>
                  <a:srgbClr val="FFFFFF"/>
                </a:solidFill>
              </a14:hiddenFill>
            </a:ext>
          </a:extLst>
        </p:spPr>
      </p:pic>
      <p:sp>
        <p:nvSpPr>
          <p:cNvPr id="78" name="TextBox 89">
            <a:extLst>
              <a:ext uri="{FF2B5EF4-FFF2-40B4-BE49-F238E27FC236}">
                <a16:creationId xmlns:a16="http://schemas.microsoft.com/office/drawing/2014/main" id="{AA4BC996-52A7-FD23-DFC1-9317E54B2FC9}"/>
              </a:ext>
            </a:extLst>
          </p:cNvPr>
          <p:cNvSpPr txBox="1"/>
          <p:nvPr/>
        </p:nvSpPr>
        <p:spPr>
          <a:xfrm rot="17082846">
            <a:off x="-172410" y="4535816"/>
            <a:ext cx="2571378" cy="809461"/>
          </a:xfrm>
          <a:prstGeom prst="rect">
            <a:avLst/>
          </a:prstGeom>
          <a:noFill/>
        </p:spPr>
        <p:txBody>
          <a:bodyPr spcFirstLastPara="1" wrap="square" numCol="1" rtlCol="0">
            <a:prstTxWarp prst="textArchUp">
              <a:avLst>
                <a:gd name="adj" fmla="val 9330908"/>
              </a:avLst>
            </a:prstTxWarp>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chemeClr val="accent4"/>
                </a:solidFill>
                <a:effectLst/>
                <a:uLnTx/>
                <a:uFillTx/>
                <a:latin typeface="Manrope Light"/>
                <a:cs typeface="Poppins" pitchFamily="2" charset="77"/>
              </a:rPr>
              <a:t>Brand Awareness</a:t>
            </a:r>
          </a:p>
        </p:txBody>
      </p:sp>
      <p:sp>
        <p:nvSpPr>
          <p:cNvPr id="79" name="TextBox 90">
            <a:extLst>
              <a:ext uri="{FF2B5EF4-FFF2-40B4-BE49-F238E27FC236}">
                <a16:creationId xmlns:a16="http://schemas.microsoft.com/office/drawing/2014/main" id="{EF6FB489-22ED-F693-B85A-E760B75CBA09}"/>
              </a:ext>
            </a:extLst>
          </p:cNvPr>
          <p:cNvSpPr txBox="1"/>
          <p:nvPr/>
        </p:nvSpPr>
        <p:spPr>
          <a:xfrm rot="18443389">
            <a:off x="777544" y="2576820"/>
            <a:ext cx="2504642" cy="678956"/>
          </a:xfrm>
          <a:prstGeom prst="rect">
            <a:avLst/>
          </a:prstGeom>
          <a:noFill/>
        </p:spPr>
        <p:txBody>
          <a:bodyPr spcFirstLastPara="1" wrap="square" numCol="1" rtlCol="0">
            <a:prstTxWarp prst="textArchUp">
              <a:avLst>
                <a:gd name="adj" fmla="val 9330908"/>
              </a:avLst>
            </a:prstTxWarp>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chemeClr val="accent1"/>
                </a:solidFill>
                <a:effectLst/>
                <a:uLnTx/>
                <a:uFillTx/>
                <a:latin typeface="Manrope Light"/>
                <a:cs typeface="Poppins" pitchFamily="2" charset="77"/>
              </a:rPr>
              <a:t>Marketing Automation</a:t>
            </a:r>
          </a:p>
        </p:txBody>
      </p:sp>
      <p:sp>
        <p:nvSpPr>
          <p:cNvPr id="80" name="TextBox 91">
            <a:extLst>
              <a:ext uri="{FF2B5EF4-FFF2-40B4-BE49-F238E27FC236}">
                <a16:creationId xmlns:a16="http://schemas.microsoft.com/office/drawing/2014/main" id="{E6D14E2A-61ED-2A8F-F1D2-EE8088A82526}"/>
              </a:ext>
            </a:extLst>
          </p:cNvPr>
          <p:cNvSpPr txBox="1"/>
          <p:nvPr/>
        </p:nvSpPr>
        <p:spPr>
          <a:xfrm rot="19701938">
            <a:off x="2435718" y="1215316"/>
            <a:ext cx="2504642" cy="589226"/>
          </a:xfrm>
          <a:prstGeom prst="rect">
            <a:avLst/>
          </a:prstGeom>
          <a:noFill/>
        </p:spPr>
        <p:txBody>
          <a:bodyPr spcFirstLastPara="1" wrap="square" numCol="1" rtlCol="0">
            <a:prstTxWarp prst="textArchUp">
              <a:avLst>
                <a:gd name="adj" fmla="val 9330908"/>
              </a:avLst>
            </a:prstTxWarp>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chemeClr val="accent2"/>
                </a:solidFill>
                <a:effectLst/>
                <a:uLnTx/>
                <a:uFillTx/>
                <a:latin typeface="Manrope Light"/>
                <a:cs typeface="Poppins" pitchFamily="2" charset="77"/>
              </a:rPr>
              <a:t>Enablers</a:t>
            </a:r>
          </a:p>
        </p:txBody>
      </p:sp>
      <p:sp>
        <p:nvSpPr>
          <p:cNvPr id="81" name="TextBox 92">
            <a:extLst>
              <a:ext uri="{FF2B5EF4-FFF2-40B4-BE49-F238E27FC236}">
                <a16:creationId xmlns:a16="http://schemas.microsoft.com/office/drawing/2014/main" id="{264926F1-7476-69BF-1BDA-FCB5CC3D09B0}"/>
              </a:ext>
            </a:extLst>
          </p:cNvPr>
          <p:cNvSpPr txBox="1"/>
          <p:nvPr/>
        </p:nvSpPr>
        <p:spPr>
          <a:xfrm>
            <a:off x="4840007" y="700202"/>
            <a:ext cx="2504642" cy="589226"/>
          </a:xfrm>
          <a:prstGeom prst="rect">
            <a:avLst/>
          </a:prstGeom>
          <a:noFill/>
        </p:spPr>
        <p:txBody>
          <a:bodyPr spcFirstLastPara="1" wrap="square" numCol="1" rtlCol="0">
            <a:prstTxWarp prst="textArchUp">
              <a:avLst>
                <a:gd name="adj" fmla="val 9330908"/>
              </a:avLst>
            </a:prstTxWarp>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chemeClr val="accent2">
                    <a:lumMod val="75000"/>
                  </a:schemeClr>
                </a:solidFill>
                <a:effectLst/>
                <a:uLnTx/>
                <a:uFillTx/>
                <a:latin typeface="Manrope Light"/>
                <a:cs typeface="Poppins" pitchFamily="2" charset="77"/>
              </a:rPr>
              <a:t>Front End/Mobile Apps</a:t>
            </a:r>
          </a:p>
        </p:txBody>
      </p:sp>
      <p:sp>
        <p:nvSpPr>
          <p:cNvPr id="82" name="TextBox 93">
            <a:extLst>
              <a:ext uri="{FF2B5EF4-FFF2-40B4-BE49-F238E27FC236}">
                <a16:creationId xmlns:a16="http://schemas.microsoft.com/office/drawing/2014/main" id="{B53F55A0-C73F-2114-222B-9648D0A0E0E0}"/>
              </a:ext>
            </a:extLst>
          </p:cNvPr>
          <p:cNvSpPr txBox="1"/>
          <p:nvPr/>
        </p:nvSpPr>
        <p:spPr>
          <a:xfrm rot="1750568">
            <a:off x="6509900" y="1207791"/>
            <a:ext cx="3615380" cy="1109198"/>
          </a:xfrm>
          <a:prstGeom prst="rect">
            <a:avLst/>
          </a:prstGeom>
          <a:noFill/>
        </p:spPr>
        <p:txBody>
          <a:bodyPr spcFirstLastPara="1" wrap="square" numCol="1" rtlCol="0">
            <a:prstTxWarp prst="textArchUp">
              <a:avLst>
                <a:gd name="adj" fmla="val 9330908"/>
              </a:avLst>
            </a:prstTxWarp>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chemeClr val="accent3"/>
                </a:solidFill>
                <a:effectLst/>
                <a:uLnTx/>
                <a:uFillTx/>
                <a:latin typeface="Manrope Light"/>
                <a:cs typeface="Poppins" pitchFamily="2" charset="77"/>
              </a:rPr>
              <a:t>Digital Commerce Enablers</a:t>
            </a:r>
          </a:p>
        </p:txBody>
      </p:sp>
      <p:sp>
        <p:nvSpPr>
          <p:cNvPr id="83" name="TextBox 94">
            <a:extLst>
              <a:ext uri="{FF2B5EF4-FFF2-40B4-BE49-F238E27FC236}">
                <a16:creationId xmlns:a16="http://schemas.microsoft.com/office/drawing/2014/main" id="{07CDD255-76F7-792A-6BF8-0CBFB1E7BA39}"/>
              </a:ext>
            </a:extLst>
          </p:cNvPr>
          <p:cNvSpPr txBox="1"/>
          <p:nvPr/>
        </p:nvSpPr>
        <p:spPr>
          <a:xfrm rot="3166837">
            <a:off x="8883980" y="2609921"/>
            <a:ext cx="2571378" cy="528397"/>
          </a:xfrm>
          <a:prstGeom prst="rect">
            <a:avLst/>
          </a:prstGeom>
          <a:noFill/>
        </p:spPr>
        <p:txBody>
          <a:bodyPr spcFirstLastPara="1" wrap="square" numCol="1" rtlCol="0">
            <a:prstTxWarp prst="textArchUp">
              <a:avLst>
                <a:gd name="adj" fmla="val 9330908"/>
              </a:avLst>
            </a:prstTxWarp>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chemeClr val="accent3">
                    <a:lumMod val="75000"/>
                  </a:schemeClr>
                </a:solidFill>
                <a:effectLst/>
                <a:uLnTx/>
                <a:uFillTx/>
                <a:latin typeface="Manrope Light"/>
                <a:cs typeface="Poppins" pitchFamily="2" charset="77"/>
              </a:rPr>
              <a:t>Digital Transactions</a:t>
            </a:r>
          </a:p>
        </p:txBody>
      </p:sp>
      <p:sp>
        <p:nvSpPr>
          <p:cNvPr id="84" name="TextBox 94">
            <a:extLst>
              <a:ext uri="{FF2B5EF4-FFF2-40B4-BE49-F238E27FC236}">
                <a16:creationId xmlns:a16="http://schemas.microsoft.com/office/drawing/2014/main" id="{087E8B24-3D21-1FA2-8BDA-3B63609C8648}"/>
              </a:ext>
            </a:extLst>
          </p:cNvPr>
          <p:cNvSpPr txBox="1"/>
          <p:nvPr/>
        </p:nvSpPr>
        <p:spPr>
          <a:xfrm rot="4613870">
            <a:off x="9920744" y="4814420"/>
            <a:ext cx="2571378" cy="528397"/>
          </a:xfrm>
          <a:prstGeom prst="rect">
            <a:avLst/>
          </a:prstGeom>
          <a:noFill/>
        </p:spPr>
        <p:txBody>
          <a:bodyPr spcFirstLastPara="1" wrap="square" numCol="1" rtlCol="0">
            <a:prstTxWarp prst="textArchUp">
              <a:avLst>
                <a:gd name="adj" fmla="val 9330908"/>
              </a:avLst>
            </a:prstTxWarp>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chemeClr val="accent5"/>
                </a:solidFill>
                <a:effectLst/>
                <a:uLnTx/>
                <a:uFillTx/>
                <a:latin typeface="Manrope Light"/>
                <a:cs typeface="Poppins" pitchFamily="2" charset="77"/>
              </a:rPr>
              <a:t>Digital Relationships</a:t>
            </a:r>
          </a:p>
        </p:txBody>
      </p:sp>
      <p:pic>
        <p:nvPicPr>
          <p:cNvPr id="85" name="Picture 84" descr="Salesforce - Wikipedia">
            <a:extLst>
              <a:ext uri="{FF2B5EF4-FFF2-40B4-BE49-F238E27FC236}">
                <a16:creationId xmlns:a16="http://schemas.microsoft.com/office/drawing/2014/main" id="{B49E3A62-C3DD-77E0-0BFA-A55F4D794B79}"/>
              </a:ext>
            </a:extLst>
          </p:cNvPr>
          <p:cNvPicPr>
            <a:picLocks noChangeAspect="1" noChangeArrowheads="1"/>
          </p:cNvPicPr>
          <p:nvPr/>
        </p:nvPicPr>
        <p:blipFill>
          <a:blip r:embed="rId53" cstate="screen">
            <a:extLst>
              <a:ext uri="{28A0092B-C50C-407E-A947-70E740481C1C}">
                <a14:useLocalDpi xmlns:a14="http://schemas.microsoft.com/office/drawing/2010/main"/>
              </a:ext>
            </a:extLst>
          </a:blip>
          <a:srcRect/>
          <a:stretch>
            <a:fillRect/>
          </a:stretch>
        </p:blipFill>
        <p:spPr bwMode="auto">
          <a:xfrm>
            <a:off x="8207722" y="5227083"/>
            <a:ext cx="565058" cy="395568"/>
          </a:xfrm>
          <a:prstGeom prst="rect">
            <a:avLst/>
          </a:prstGeom>
          <a:noFill/>
          <a:extLst>
            <a:ext uri="{909E8E84-426E-40DD-AFC4-6F175D3DCCD1}">
              <a14:hiddenFill xmlns:a14="http://schemas.microsoft.com/office/drawing/2010/main">
                <a:solidFill>
                  <a:srgbClr val="FFFFFF"/>
                </a:solidFill>
              </a14:hiddenFill>
            </a:ext>
          </a:extLst>
        </p:spPr>
      </p:pic>
      <p:pic>
        <p:nvPicPr>
          <p:cNvPr id="86" name="Picture 85" descr="Microsoft Dynamics 365 | Trillium">
            <a:extLst>
              <a:ext uri="{FF2B5EF4-FFF2-40B4-BE49-F238E27FC236}">
                <a16:creationId xmlns:a16="http://schemas.microsoft.com/office/drawing/2014/main" id="{F8A533A6-C44D-0BE0-6A6A-C596442D2378}"/>
              </a:ext>
            </a:extLst>
          </p:cNvPr>
          <p:cNvPicPr>
            <a:picLocks noChangeAspect="1" noChangeArrowheads="1"/>
          </p:cNvPicPr>
          <p:nvPr/>
        </p:nvPicPr>
        <p:blipFill>
          <a:blip r:embed="rId54" cstate="screen">
            <a:extLst>
              <a:ext uri="{28A0092B-C50C-407E-A947-70E740481C1C}">
                <a14:useLocalDpi xmlns:a14="http://schemas.microsoft.com/office/drawing/2010/main"/>
              </a:ext>
            </a:extLst>
          </a:blip>
          <a:srcRect/>
          <a:stretch>
            <a:fillRect/>
          </a:stretch>
        </p:blipFill>
        <p:spPr bwMode="auto">
          <a:xfrm>
            <a:off x="8312201" y="5811074"/>
            <a:ext cx="843976" cy="210993"/>
          </a:xfrm>
          <a:prstGeom prst="rect">
            <a:avLst/>
          </a:prstGeom>
          <a:noFill/>
          <a:extLst>
            <a:ext uri="{909E8E84-426E-40DD-AFC4-6F175D3DCCD1}">
              <a14:hiddenFill xmlns:a14="http://schemas.microsoft.com/office/drawing/2010/main">
                <a:solidFill>
                  <a:srgbClr val="FFFFFF"/>
                </a:solidFill>
              </a14:hiddenFill>
            </a:ext>
          </a:extLst>
        </p:spPr>
      </p:pic>
      <p:pic>
        <p:nvPicPr>
          <p:cNvPr id="87" name="Picture 86" descr="Zoho CRM Reviews 2023: Details, Pricing, &amp; Features | G2">
            <a:extLst>
              <a:ext uri="{FF2B5EF4-FFF2-40B4-BE49-F238E27FC236}">
                <a16:creationId xmlns:a16="http://schemas.microsoft.com/office/drawing/2014/main" id="{8B8BA073-774B-F1DE-FD36-A34B253B7B86}"/>
              </a:ext>
            </a:extLst>
          </p:cNvPr>
          <p:cNvPicPr>
            <a:picLocks noChangeAspect="1" noChangeArrowheads="1"/>
          </p:cNvPicPr>
          <p:nvPr/>
        </p:nvPicPr>
        <p:blipFill>
          <a:blip r:embed="rId55" cstate="screen">
            <a:extLst>
              <a:ext uri="{28A0092B-C50C-407E-A947-70E740481C1C}">
                <a14:useLocalDpi xmlns:a14="http://schemas.microsoft.com/office/drawing/2010/main"/>
              </a:ext>
            </a:extLst>
          </a:blip>
          <a:srcRect/>
          <a:stretch>
            <a:fillRect/>
          </a:stretch>
        </p:blipFill>
        <p:spPr bwMode="auto">
          <a:xfrm>
            <a:off x="9782385" y="4689185"/>
            <a:ext cx="896354" cy="470586"/>
          </a:xfrm>
          <a:prstGeom prst="rect">
            <a:avLst/>
          </a:prstGeom>
          <a:noFill/>
          <a:extLst>
            <a:ext uri="{909E8E84-426E-40DD-AFC4-6F175D3DCCD1}">
              <a14:hiddenFill xmlns:a14="http://schemas.microsoft.com/office/drawing/2010/main">
                <a:solidFill>
                  <a:srgbClr val="FFFFFF"/>
                </a:solidFill>
              </a14:hiddenFill>
            </a:ext>
          </a:extLst>
        </p:spPr>
      </p:pic>
      <p:pic>
        <p:nvPicPr>
          <p:cNvPr id="88" name="Picture 87" descr="Freshworks logo transparent PNG - StickPNG">
            <a:extLst>
              <a:ext uri="{FF2B5EF4-FFF2-40B4-BE49-F238E27FC236}">
                <a16:creationId xmlns:a16="http://schemas.microsoft.com/office/drawing/2014/main" id="{6F6167DE-7A11-6E48-91F6-2BABDBF440E0}"/>
              </a:ext>
            </a:extLst>
          </p:cNvPr>
          <p:cNvPicPr>
            <a:picLocks noChangeAspect="1" noChangeArrowheads="1"/>
          </p:cNvPicPr>
          <p:nvPr/>
        </p:nvPicPr>
        <p:blipFill>
          <a:blip r:embed="rId56" cstate="screen">
            <a:extLst>
              <a:ext uri="{28A0092B-C50C-407E-A947-70E740481C1C}">
                <a14:useLocalDpi xmlns:a14="http://schemas.microsoft.com/office/drawing/2010/main"/>
              </a:ext>
            </a:extLst>
          </a:blip>
          <a:srcRect/>
          <a:stretch>
            <a:fillRect/>
          </a:stretch>
        </p:blipFill>
        <p:spPr bwMode="auto">
          <a:xfrm>
            <a:off x="9744602" y="5195902"/>
            <a:ext cx="1295431" cy="729409"/>
          </a:xfrm>
          <a:prstGeom prst="rect">
            <a:avLst/>
          </a:prstGeom>
          <a:noFill/>
          <a:extLst>
            <a:ext uri="{909E8E84-426E-40DD-AFC4-6F175D3DCCD1}">
              <a14:hiddenFill xmlns:a14="http://schemas.microsoft.com/office/drawing/2010/main">
                <a:solidFill>
                  <a:srgbClr val="FFFFFF"/>
                </a:solidFill>
              </a14:hiddenFill>
            </a:ext>
          </a:extLst>
        </p:spPr>
      </p:pic>
      <p:pic>
        <p:nvPicPr>
          <p:cNvPr id="89" name="Picture 88" descr="Graphics &amp; Logos – WordPress.org">
            <a:extLst>
              <a:ext uri="{FF2B5EF4-FFF2-40B4-BE49-F238E27FC236}">
                <a16:creationId xmlns:a16="http://schemas.microsoft.com/office/drawing/2014/main" id="{4C49943A-B7FC-E846-DCC0-5F9F0E0E5525}"/>
              </a:ext>
            </a:extLst>
          </p:cNvPr>
          <p:cNvPicPr>
            <a:picLocks noChangeAspect="1" noChangeArrowheads="1"/>
          </p:cNvPicPr>
          <p:nvPr/>
        </p:nvPicPr>
        <p:blipFill>
          <a:blip r:embed="rId57" cstate="screen">
            <a:extLst>
              <a:ext uri="{28A0092B-C50C-407E-A947-70E740481C1C}">
                <a14:useLocalDpi xmlns:a14="http://schemas.microsoft.com/office/drawing/2010/main"/>
              </a:ext>
            </a:extLst>
          </a:blip>
          <a:srcRect/>
          <a:stretch>
            <a:fillRect/>
          </a:stretch>
        </p:blipFill>
        <p:spPr bwMode="auto">
          <a:xfrm>
            <a:off x="769450" y="5386876"/>
            <a:ext cx="895576" cy="48358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68674524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Placeholder 5" descr="A person sitting at a table with a computer&#10;&#10;Description automatically generated">
            <a:extLst>
              <a:ext uri="{FF2B5EF4-FFF2-40B4-BE49-F238E27FC236}">
                <a16:creationId xmlns:a16="http://schemas.microsoft.com/office/drawing/2014/main" id="{2B857432-3C12-24CD-56C5-2CFCB356DFC2}"/>
              </a:ext>
            </a:extLst>
          </p:cNvPr>
          <p:cNvPicPr>
            <a:picLocks noGrp="1" noChangeAspect="1"/>
          </p:cNvPicPr>
          <p:nvPr>
            <p:ph type="pic" sz="quarter" idx="16"/>
          </p:nvPr>
        </p:nvPicPr>
        <p:blipFill rotWithShape="1">
          <a:blip r:embed="rId2" cstate="screen">
            <a:extLst>
              <a:ext uri="{28A0092B-C50C-407E-A947-70E740481C1C}">
                <a14:useLocalDpi xmlns:a14="http://schemas.microsoft.com/office/drawing/2010/main"/>
              </a:ext>
            </a:extLst>
          </a:blip>
          <a:srcRect/>
          <a:stretch/>
        </p:blipFill>
        <p:spPr>
          <a:xfrm>
            <a:off x="0" y="0"/>
            <a:ext cx="12192000" cy="6858000"/>
          </a:xfrm>
        </p:spPr>
      </p:pic>
      <p:pic>
        <p:nvPicPr>
          <p:cNvPr id="7" name="Picture 6">
            <a:extLst>
              <a:ext uri="{FF2B5EF4-FFF2-40B4-BE49-F238E27FC236}">
                <a16:creationId xmlns:a16="http://schemas.microsoft.com/office/drawing/2014/main" id="{3D6C6D59-149E-1372-2048-13F3C19DDFB9}"/>
              </a:ext>
            </a:extLst>
          </p:cNvPr>
          <p:cNvPicPr>
            <a:picLocks noChangeAspect="1"/>
          </p:cNvPicPr>
          <p:nvPr/>
        </p:nvPicPr>
        <p:blipFill>
          <a:blip r:embed="rId3">
            <a:alphaModFix amt="85000"/>
            <a:extLst>
              <a:ext uri="{28A0092B-C50C-407E-A947-70E740481C1C}">
                <a14:useLocalDpi xmlns:a14="http://schemas.microsoft.com/office/drawing/2010/main"/>
              </a:ext>
            </a:extLst>
          </a:blip>
          <a:srcRect/>
          <a:stretch/>
        </p:blipFill>
        <p:spPr>
          <a:xfrm>
            <a:off x="0" y="0"/>
            <a:ext cx="6286500" cy="6857999"/>
          </a:xfrm>
          <a:prstGeom prst="rect">
            <a:avLst/>
          </a:prstGeom>
        </p:spPr>
      </p:pic>
      <p:sp>
        <p:nvSpPr>
          <p:cNvPr id="3" name="Title 2">
            <a:extLst>
              <a:ext uri="{FF2B5EF4-FFF2-40B4-BE49-F238E27FC236}">
                <a16:creationId xmlns:a16="http://schemas.microsoft.com/office/drawing/2014/main" id="{29528566-DA61-EBB8-B79A-E33F0BBE1661}"/>
              </a:ext>
            </a:extLst>
          </p:cNvPr>
          <p:cNvSpPr>
            <a:spLocks noGrp="1"/>
          </p:cNvSpPr>
          <p:nvPr>
            <p:ph type="title"/>
          </p:nvPr>
        </p:nvSpPr>
        <p:spPr/>
        <p:txBody>
          <a:bodyPr/>
          <a:lstStyle/>
          <a:p>
            <a:r>
              <a:rPr lang="en-US">
                <a:solidFill>
                  <a:schemeClr val="bg1"/>
                </a:solidFill>
              </a:rPr>
              <a:t>Our Point of View</a:t>
            </a:r>
            <a:endParaRPr lang="en-US" dirty="0">
              <a:solidFill>
                <a:schemeClr val="bg1"/>
              </a:solidFill>
            </a:endParaRPr>
          </a:p>
        </p:txBody>
      </p:sp>
      <p:pic>
        <p:nvPicPr>
          <p:cNvPr id="8" name="Graphic 7">
            <a:extLst>
              <a:ext uri="{FF2B5EF4-FFF2-40B4-BE49-F238E27FC236}">
                <a16:creationId xmlns:a16="http://schemas.microsoft.com/office/drawing/2014/main" id="{A69DA9D8-33B0-DDCE-102B-BDA2C082981F}"/>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0917328" y="345760"/>
            <a:ext cx="914400" cy="122739"/>
          </a:xfrm>
          <a:prstGeom prst="rect">
            <a:avLst/>
          </a:prstGeom>
        </p:spPr>
      </p:pic>
    </p:spTree>
    <p:extLst>
      <p:ext uri="{BB962C8B-B14F-4D97-AF65-F5344CB8AC3E}">
        <p14:creationId xmlns:p14="http://schemas.microsoft.com/office/powerpoint/2010/main" val="253308676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descr="A blue and purple background&#10;&#10;Description automatically generated with medium confidence">
            <a:extLst>
              <a:ext uri="{FF2B5EF4-FFF2-40B4-BE49-F238E27FC236}">
                <a16:creationId xmlns:a16="http://schemas.microsoft.com/office/drawing/2014/main" id="{4E4FBEF6-824D-8C02-39F5-3BB1F5756B9C}"/>
              </a:ext>
            </a:extLst>
          </p:cNvPr>
          <p:cNvPicPr>
            <a:picLocks noChangeAspect="1"/>
          </p:cNvPicPr>
          <p:nvPr/>
        </p:nvPicPr>
        <p:blipFill rotWithShape="1">
          <a:blip r:embed="rId3" cstate="screen">
            <a:extLst>
              <a:ext uri="{28A0092B-C50C-407E-A947-70E740481C1C}">
                <a14:useLocalDpi xmlns:a14="http://schemas.microsoft.com/office/drawing/2010/main"/>
              </a:ext>
            </a:extLst>
          </a:blip>
          <a:srcRect/>
          <a:stretch/>
        </p:blipFill>
        <p:spPr>
          <a:xfrm>
            <a:off x="-1" y="3429000"/>
            <a:ext cx="12192001" cy="3429000"/>
          </a:xfrm>
          <a:custGeom>
            <a:avLst/>
            <a:gdLst>
              <a:gd name="connsiteX0" fmla="*/ 0 w 12192001"/>
              <a:gd name="connsiteY0" fmla="*/ 0 h 3429000"/>
              <a:gd name="connsiteX1" fmla="*/ 12192001 w 12192001"/>
              <a:gd name="connsiteY1" fmla="*/ 0 h 3429000"/>
              <a:gd name="connsiteX2" fmla="*/ 12192001 w 12192001"/>
              <a:gd name="connsiteY2" fmla="*/ 3429000 h 3429000"/>
              <a:gd name="connsiteX3" fmla="*/ 0 w 12192001"/>
              <a:gd name="connsiteY3" fmla="*/ 3429000 h 3429000"/>
            </a:gdLst>
            <a:ahLst/>
            <a:cxnLst>
              <a:cxn ang="0">
                <a:pos x="connsiteX0" y="connsiteY0"/>
              </a:cxn>
              <a:cxn ang="0">
                <a:pos x="connsiteX1" y="connsiteY1"/>
              </a:cxn>
              <a:cxn ang="0">
                <a:pos x="connsiteX2" y="connsiteY2"/>
              </a:cxn>
              <a:cxn ang="0">
                <a:pos x="connsiteX3" y="connsiteY3"/>
              </a:cxn>
            </a:cxnLst>
            <a:rect l="l" t="t" r="r" b="b"/>
            <a:pathLst>
              <a:path w="12192001" h="3429000">
                <a:moveTo>
                  <a:pt x="0" y="0"/>
                </a:moveTo>
                <a:lnTo>
                  <a:pt x="12192001" y="0"/>
                </a:lnTo>
                <a:lnTo>
                  <a:pt x="12192001" y="3429000"/>
                </a:lnTo>
                <a:lnTo>
                  <a:pt x="0" y="3429000"/>
                </a:lnTo>
                <a:close/>
              </a:path>
            </a:pathLst>
          </a:custGeom>
          <a:ln>
            <a:noFill/>
          </a:ln>
        </p:spPr>
      </p:pic>
      <p:sp>
        <p:nvSpPr>
          <p:cNvPr id="3" name="Rectangle 2">
            <a:extLst>
              <a:ext uri="{FF2B5EF4-FFF2-40B4-BE49-F238E27FC236}">
                <a16:creationId xmlns:a16="http://schemas.microsoft.com/office/drawing/2014/main" id="{7B401E55-2A95-095E-3D75-59B33CC3CE11}"/>
              </a:ext>
            </a:extLst>
          </p:cNvPr>
          <p:cNvSpPr/>
          <p:nvPr/>
        </p:nvSpPr>
        <p:spPr>
          <a:xfrm>
            <a:off x="1" y="3429000"/>
            <a:ext cx="12191999" cy="3429000"/>
          </a:xfrm>
          <a:prstGeom prst="rect">
            <a:avLst/>
          </a:prstGeom>
          <a:solidFill>
            <a:srgbClr val="3B2DDA">
              <a:alpha val="69804"/>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ext Placeholder 1">
            <a:extLst>
              <a:ext uri="{FF2B5EF4-FFF2-40B4-BE49-F238E27FC236}">
                <a16:creationId xmlns:a16="http://schemas.microsoft.com/office/drawing/2014/main" id="{70F7EC32-8E33-2BAC-10D0-C49B1991B46F}"/>
              </a:ext>
            </a:extLst>
          </p:cNvPr>
          <p:cNvSpPr>
            <a:spLocks noGrp="1"/>
          </p:cNvSpPr>
          <p:nvPr>
            <p:ph type="body" sz="quarter" idx="15"/>
          </p:nvPr>
        </p:nvSpPr>
        <p:spPr>
          <a:xfrm flipH="1">
            <a:off x="623888" y="457200"/>
            <a:ext cx="8172450" cy="580090"/>
          </a:xfrm>
        </p:spPr>
        <p:txBody>
          <a:bodyPr/>
          <a:lstStyle/>
          <a:p>
            <a:r>
              <a:rPr lang="en-US" dirty="0"/>
              <a:t>Leveraging Adobe’s Commerce Transformation to Enable the Right Outcomes</a:t>
            </a:r>
          </a:p>
          <a:p>
            <a:endParaRPr lang="en-US" dirty="0"/>
          </a:p>
        </p:txBody>
      </p:sp>
      <p:sp>
        <p:nvSpPr>
          <p:cNvPr id="20" name="Slide Number Placeholder 5">
            <a:extLst>
              <a:ext uri="{FF2B5EF4-FFF2-40B4-BE49-F238E27FC236}">
                <a16:creationId xmlns:a16="http://schemas.microsoft.com/office/drawing/2014/main" id="{52FF68A5-F914-080E-20B2-2EC353F6EFF1}"/>
              </a:ext>
            </a:extLst>
          </p:cNvPr>
          <p:cNvSpPr txBox="1">
            <a:spLocks/>
          </p:cNvSpPr>
          <p:nvPr/>
        </p:nvSpPr>
        <p:spPr>
          <a:xfrm>
            <a:off x="11568055" y="6453188"/>
            <a:ext cx="270570" cy="138499"/>
          </a:xfrm>
          <a:prstGeom prst="rect">
            <a:avLst/>
          </a:prstGeom>
          <a:noFill/>
          <a:ln w="9525">
            <a:noFill/>
            <a:miter lim="800000"/>
            <a:headEnd/>
            <a:tailEnd/>
          </a:ln>
          <a:effectLst/>
        </p:spPr>
        <p:txBody>
          <a:bodyPr wrap="square" lIns="0" tIns="0" rIns="0" bIns="0">
            <a:spAutoFit/>
          </a:bodyPr>
          <a:lstStyle>
            <a:defPPr>
              <a:defRPr lang="en-US"/>
            </a:defPPr>
            <a:lvl1pPr marR="0" indent="0" fontAlgn="auto">
              <a:lnSpc>
                <a:spcPct val="100000"/>
              </a:lnSpc>
              <a:spcBef>
                <a:spcPts val="0"/>
              </a:spcBef>
              <a:spcAft>
                <a:spcPts val="0"/>
              </a:spcAft>
              <a:buClrTx/>
              <a:buSzTx/>
              <a:buFontTx/>
              <a:buNone/>
              <a:tabLst/>
              <a:defRPr sz="800">
                <a:solidFill>
                  <a:schemeClr val="tx1">
                    <a:lumMod val="65000"/>
                    <a:lumOff val="35000"/>
                  </a:schemeClr>
                </a:solidFill>
              </a:defRPr>
            </a:lvl1pPr>
            <a:lvl2pPr marL="342946" algn="l" defTabSz="685891" rtl="0" eaLnBrk="1" latinLnBrk="0" hangingPunct="1">
              <a:defRPr sz="1400" kern="1200">
                <a:solidFill>
                  <a:schemeClr val="tx1"/>
                </a:solidFill>
                <a:latin typeface="+mn-lt"/>
                <a:ea typeface="+mn-ea"/>
                <a:cs typeface="+mn-cs"/>
              </a:defRPr>
            </a:lvl2pPr>
            <a:lvl3pPr marL="685891" algn="l" defTabSz="685891" rtl="0" eaLnBrk="1" latinLnBrk="0" hangingPunct="1">
              <a:defRPr sz="1400" kern="1200">
                <a:solidFill>
                  <a:schemeClr val="tx1"/>
                </a:solidFill>
                <a:latin typeface="+mn-lt"/>
                <a:ea typeface="+mn-ea"/>
                <a:cs typeface="+mn-cs"/>
              </a:defRPr>
            </a:lvl3pPr>
            <a:lvl4pPr marL="1028837" algn="l" defTabSz="685891" rtl="0" eaLnBrk="1" latinLnBrk="0" hangingPunct="1">
              <a:defRPr sz="1400" kern="1200">
                <a:solidFill>
                  <a:schemeClr val="tx1"/>
                </a:solidFill>
                <a:latin typeface="+mn-lt"/>
                <a:ea typeface="+mn-ea"/>
                <a:cs typeface="+mn-cs"/>
              </a:defRPr>
            </a:lvl4pPr>
            <a:lvl5pPr marL="1371783" algn="l" defTabSz="685891" rtl="0" eaLnBrk="1" latinLnBrk="0" hangingPunct="1">
              <a:defRPr sz="1400" kern="1200">
                <a:solidFill>
                  <a:schemeClr val="tx1"/>
                </a:solidFill>
                <a:latin typeface="+mn-lt"/>
                <a:ea typeface="+mn-ea"/>
                <a:cs typeface="+mn-cs"/>
              </a:defRPr>
            </a:lvl5pPr>
            <a:lvl6pPr marL="1714729" algn="l" defTabSz="685891" rtl="0" eaLnBrk="1" latinLnBrk="0" hangingPunct="1">
              <a:defRPr sz="1400" kern="1200">
                <a:solidFill>
                  <a:schemeClr val="tx1"/>
                </a:solidFill>
                <a:latin typeface="+mn-lt"/>
                <a:ea typeface="+mn-ea"/>
                <a:cs typeface="+mn-cs"/>
              </a:defRPr>
            </a:lvl6pPr>
            <a:lvl7pPr marL="2057674" algn="l" defTabSz="685891" rtl="0" eaLnBrk="1" latinLnBrk="0" hangingPunct="1">
              <a:defRPr sz="1400" kern="1200">
                <a:solidFill>
                  <a:schemeClr val="tx1"/>
                </a:solidFill>
                <a:latin typeface="+mn-lt"/>
                <a:ea typeface="+mn-ea"/>
                <a:cs typeface="+mn-cs"/>
              </a:defRPr>
            </a:lvl7pPr>
            <a:lvl8pPr marL="2400620" algn="l" defTabSz="685891" rtl="0" eaLnBrk="1" latinLnBrk="0" hangingPunct="1">
              <a:defRPr sz="1400" kern="1200">
                <a:solidFill>
                  <a:schemeClr val="tx1"/>
                </a:solidFill>
                <a:latin typeface="+mn-lt"/>
                <a:ea typeface="+mn-ea"/>
                <a:cs typeface="+mn-cs"/>
              </a:defRPr>
            </a:lvl8pPr>
            <a:lvl9pPr marL="2743566" algn="l" defTabSz="685891" rtl="0" eaLnBrk="1" latinLnBrk="0" hangingPunct="1">
              <a:defRPr sz="1400" kern="1200">
                <a:solidFill>
                  <a:schemeClr val="tx1"/>
                </a:solidFill>
                <a:latin typeface="+mn-lt"/>
                <a:ea typeface="+mn-ea"/>
                <a:cs typeface="+mn-cs"/>
              </a:defRPr>
            </a:lvl9pPr>
          </a:lstStyle>
          <a:p>
            <a:pPr lvl="0" algn="r"/>
            <a:fld id="{39601925-951F-4EA8-91E5-A517312BFAAA}" type="slidenum">
              <a:rPr lang="en-US" sz="900" dirty="0" smtClean="0">
                <a:solidFill>
                  <a:schemeClr val="bg1"/>
                </a:solidFill>
                <a:latin typeface="+mn-lt"/>
              </a:rPr>
              <a:pPr lvl="0" algn="r"/>
              <a:t>20</a:t>
            </a:fld>
            <a:endParaRPr lang="en-US" sz="900">
              <a:solidFill>
                <a:schemeClr val="bg1"/>
              </a:solidFill>
              <a:latin typeface="+mn-lt"/>
            </a:endParaRPr>
          </a:p>
        </p:txBody>
      </p:sp>
      <p:sp>
        <p:nvSpPr>
          <p:cNvPr id="21" name="TextBox 20">
            <a:extLst>
              <a:ext uri="{FF2B5EF4-FFF2-40B4-BE49-F238E27FC236}">
                <a16:creationId xmlns:a16="http://schemas.microsoft.com/office/drawing/2014/main" id="{C4F4BB0D-536C-C564-B31A-B6B75D7D6EBA}"/>
              </a:ext>
            </a:extLst>
          </p:cNvPr>
          <p:cNvSpPr txBox="1"/>
          <p:nvPr/>
        </p:nvSpPr>
        <p:spPr>
          <a:xfrm>
            <a:off x="623888" y="6453188"/>
            <a:ext cx="2781211" cy="107722"/>
          </a:xfrm>
          <a:prstGeom prst="rect">
            <a:avLst/>
          </a:prstGeom>
          <a:noFill/>
        </p:spPr>
        <p:txBody>
          <a:bodyPr wrap="square" lIns="0" tIns="0" rIns="0" bIns="0"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IN" sz="700" kern="0" spc="50" baseline="0">
                <a:solidFill>
                  <a:srgbClr val="CBD0E5"/>
                </a:solidFill>
                <a:latin typeface="+mn-lt"/>
                <a:ea typeface="+mn-ea"/>
                <a:cs typeface="Heebo" pitchFamily="2" charset="-79"/>
              </a:rPr>
              <a:t>© Hexaware Technologies. Confidential briefing. </a:t>
            </a:r>
            <a:endParaRPr lang="en-US" sz="700" kern="0" spc="50" baseline="0">
              <a:solidFill>
                <a:srgbClr val="CBD0E5"/>
              </a:solidFill>
              <a:latin typeface="+mn-lt"/>
              <a:ea typeface="+mn-ea"/>
              <a:cs typeface="Heebo" pitchFamily="2" charset="-79"/>
            </a:endParaRPr>
          </a:p>
        </p:txBody>
      </p:sp>
      <p:sp>
        <p:nvSpPr>
          <p:cNvPr id="26" name="TextBox 25">
            <a:extLst>
              <a:ext uri="{FF2B5EF4-FFF2-40B4-BE49-F238E27FC236}">
                <a16:creationId xmlns:a16="http://schemas.microsoft.com/office/drawing/2014/main" id="{F02CEAD9-41A7-8C2E-DB4F-79F51FF32938}"/>
              </a:ext>
            </a:extLst>
          </p:cNvPr>
          <p:cNvSpPr txBox="1"/>
          <p:nvPr/>
        </p:nvSpPr>
        <p:spPr>
          <a:xfrm>
            <a:off x="1399117" y="1035812"/>
            <a:ext cx="2089051" cy="646331"/>
          </a:xfrm>
          <a:prstGeom prst="rect">
            <a:avLst/>
          </a:prstGeom>
          <a:noFill/>
        </p:spPr>
        <p:txBody>
          <a:bodyPr wrap="square">
            <a:spAutoFit/>
          </a:bodyPr>
          <a:lstStyle/>
          <a:p>
            <a:pPr algn="l"/>
            <a:r>
              <a:rPr lang="en-US" sz="1800">
                <a:solidFill>
                  <a:srgbClr val="FF0000"/>
                </a:solidFill>
              </a:rPr>
              <a:t>Adobe Commerce</a:t>
            </a:r>
          </a:p>
          <a:p>
            <a:pPr algn="l"/>
            <a:r>
              <a:rPr lang="en-US" sz="1600"/>
              <a:t>formerly</a:t>
            </a:r>
            <a:r>
              <a:rPr lang="en-US"/>
              <a:t> </a:t>
            </a:r>
          </a:p>
        </p:txBody>
      </p:sp>
      <p:sp>
        <p:nvSpPr>
          <p:cNvPr id="28" name="Parallelogram 27">
            <a:extLst>
              <a:ext uri="{FF2B5EF4-FFF2-40B4-BE49-F238E27FC236}">
                <a16:creationId xmlns:a16="http://schemas.microsoft.com/office/drawing/2014/main" id="{DACE42A1-7E0E-9F1B-28EC-F928DE9AE0BA}"/>
              </a:ext>
            </a:extLst>
          </p:cNvPr>
          <p:cNvSpPr/>
          <p:nvPr/>
        </p:nvSpPr>
        <p:spPr>
          <a:xfrm>
            <a:off x="3723144" y="1118252"/>
            <a:ext cx="4021604" cy="1856936"/>
          </a:xfrm>
          <a:prstGeom prst="parallelogram">
            <a:avLst>
              <a:gd name="adj" fmla="val 36938"/>
            </a:avLst>
          </a:prstGeom>
          <a:solidFill>
            <a:schemeClr val="bg2">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Managed Cloud Infrastructure + Different Deployment Environments</a:t>
            </a:r>
          </a:p>
        </p:txBody>
      </p:sp>
      <p:pic>
        <p:nvPicPr>
          <p:cNvPr id="30" name="Picture 29">
            <a:extLst>
              <a:ext uri="{FF2B5EF4-FFF2-40B4-BE49-F238E27FC236}">
                <a16:creationId xmlns:a16="http://schemas.microsoft.com/office/drawing/2014/main" id="{CDA0C677-207C-046D-E839-5DEF099753FD}"/>
              </a:ext>
            </a:extLst>
          </p:cNvPr>
          <p:cNvPicPr>
            <a:picLocks noChangeAspect="1"/>
          </p:cNvPicPr>
          <p:nvPr/>
        </p:nvPicPr>
        <p:blipFill>
          <a:blip r:embed="rId4" cstate="screen">
            <a:extLst>
              <a:ext uri="{28A0092B-C50C-407E-A947-70E740481C1C}">
                <a14:useLocalDpi xmlns:a14="http://schemas.microsoft.com/office/drawing/2010/main"/>
              </a:ext>
            </a:extLst>
          </a:blip>
          <a:stretch>
            <a:fillRect/>
          </a:stretch>
        </p:blipFill>
        <p:spPr>
          <a:xfrm>
            <a:off x="648888" y="1103875"/>
            <a:ext cx="639926" cy="566382"/>
          </a:xfrm>
          <a:prstGeom prst="rect">
            <a:avLst/>
          </a:prstGeom>
        </p:spPr>
      </p:pic>
      <p:sp>
        <p:nvSpPr>
          <p:cNvPr id="32" name="TextBox 31">
            <a:extLst>
              <a:ext uri="{FF2B5EF4-FFF2-40B4-BE49-F238E27FC236}">
                <a16:creationId xmlns:a16="http://schemas.microsoft.com/office/drawing/2014/main" id="{03C0E111-94F5-7004-A9AE-77592FF54457}"/>
              </a:ext>
            </a:extLst>
          </p:cNvPr>
          <p:cNvSpPr txBox="1"/>
          <p:nvPr/>
        </p:nvSpPr>
        <p:spPr>
          <a:xfrm>
            <a:off x="1467577" y="1194969"/>
            <a:ext cx="1851356" cy="1323439"/>
          </a:xfrm>
          <a:prstGeom prst="rect">
            <a:avLst/>
          </a:prstGeom>
          <a:noFill/>
        </p:spPr>
        <p:txBody>
          <a:bodyPr wrap="square" lIns="0" tIns="0" rIns="0" bIns="0" rtlCol="0">
            <a:spAutoFit/>
          </a:bodyPr>
          <a:lstStyle/>
          <a:p>
            <a:pPr algn="l"/>
            <a:endParaRPr lang="en-US" sz="1400" dirty="0">
              <a:solidFill>
                <a:srgbClr val="FF0000"/>
              </a:solidFill>
            </a:endParaRPr>
          </a:p>
          <a:p>
            <a:pPr algn="l"/>
            <a:endParaRPr lang="en-US" sz="1600" dirty="0">
              <a:solidFill>
                <a:srgbClr val="FF0000"/>
              </a:solidFill>
            </a:endParaRPr>
          </a:p>
          <a:p>
            <a:pPr algn="l"/>
            <a:r>
              <a:rPr lang="en-US" sz="1400" dirty="0">
                <a:latin typeface="+mj-lt"/>
              </a:rPr>
              <a:t>open-source community &amp; enterprise editions support</a:t>
            </a:r>
          </a:p>
        </p:txBody>
      </p:sp>
      <p:pic>
        <p:nvPicPr>
          <p:cNvPr id="36" name="Graphic 35">
            <a:extLst>
              <a:ext uri="{FF2B5EF4-FFF2-40B4-BE49-F238E27FC236}">
                <a16:creationId xmlns:a16="http://schemas.microsoft.com/office/drawing/2014/main" id="{A80A5CB4-5356-9665-66E7-5D164DBC31DD}"/>
              </a:ext>
            </a:extLst>
          </p:cNvPr>
          <p:cNvPicPr>
            <a:picLocks noChangeAspect="1"/>
          </p:cNvPicPr>
          <p:nvPr/>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5"/>
              </a:ext>
            </a:extLst>
          </a:blip>
          <a:stretch>
            <a:fillRect/>
          </a:stretch>
        </p:blipFill>
        <p:spPr>
          <a:xfrm>
            <a:off x="2310892" y="1394136"/>
            <a:ext cx="668561" cy="184681"/>
          </a:xfrm>
          <a:prstGeom prst="rect">
            <a:avLst/>
          </a:prstGeom>
        </p:spPr>
      </p:pic>
      <p:sp>
        <p:nvSpPr>
          <p:cNvPr id="47" name="TextBox 1">
            <a:extLst>
              <a:ext uri="{FF2B5EF4-FFF2-40B4-BE49-F238E27FC236}">
                <a16:creationId xmlns:a16="http://schemas.microsoft.com/office/drawing/2014/main" id="{46C22DF2-A519-92B0-0DE6-06605C44504B}"/>
              </a:ext>
            </a:extLst>
          </p:cNvPr>
          <p:cNvSpPr txBox="1"/>
          <p:nvPr/>
        </p:nvSpPr>
        <p:spPr>
          <a:xfrm>
            <a:off x="647989" y="3949291"/>
            <a:ext cx="2770723" cy="1384995"/>
          </a:xfrm>
          <a:prstGeom prst="rect">
            <a:avLst/>
          </a:prstGeom>
          <a:ln w="12700">
            <a:miter lim="400000"/>
          </a:ln>
        </p:spPr>
        <p:txBody>
          <a:bodyPr wrap="square" lIns="0" tIns="0" rIns="0" bIns="0" anchor="t">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dirty="0">
                <a:solidFill>
                  <a:schemeClr val="bg1"/>
                </a:solidFill>
              </a:rPr>
              <a:t>We bring in proven Adobe expertise to partner with and enable right solutions for a company’s digital journey and maturity road map.  </a:t>
            </a:r>
          </a:p>
        </p:txBody>
      </p:sp>
      <p:sp>
        <p:nvSpPr>
          <p:cNvPr id="49" name="Rounded Rectangle 42">
            <a:extLst>
              <a:ext uri="{FF2B5EF4-FFF2-40B4-BE49-F238E27FC236}">
                <a16:creationId xmlns:a16="http://schemas.microsoft.com/office/drawing/2014/main" id="{6C5AFE56-1299-2445-51BC-051F88BC096A}"/>
              </a:ext>
            </a:extLst>
          </p:cNvPr>
          <p:cNvSpPr/>
          <p:nvPr/>
        </p:nvSpPr>
        <p:spPr>
          <a:xfrm>
            <a:off x="3723143" y="3939744"/>
            <a:ext cx="2468880" cy="52322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r>
              <a:rPr lang="en-US" sz="1500" b="1" dirty="0">
                <a:solidFill>
                  <a:schemeClr val="bg1"/>
                </a:solidFill>
                <a:latin typeface="+mj-lt"/>
              </a:rPr>
              <a:t>Client with No Digital Footprint</a:t>
            </a:r>
          </a:p>
        </p:txBody>
      </p:sp>
      <p:sp>
        <p:nvSpPr>
          <p:cNvPr id="50" name="TextBox 4">
            <a:extLst>
              <a:ext uri="{FF2B5EF4-FFF2-40B4-BE49-F238E27FC236}">
                <a16:creationId xmlns:a16="http://schemas.microsoft.com/office/drawing/2014/main" id="{3AA5F26C-1CA9-F331-F8AE-BC76855D93AA}"/>
              </a:ext>
            </a:extLst>
          </p:cNvPr>
          <p:cNvSpPr txBox="1"/>
          <p:nvPr/>
        </p:nvSpPr>
        <p:spPr>
          <a:xfrm>
            <a:off x="3723143" y="4521541"/>
            <a:ext cx="2468880" cy="1407180"/>
          </a:xfrm>
          <a:prstGeom prst="rect">
            <a:avLst/>
          </a:prstGeom>
          <a:noFill/>
        </p:spPr>
        <p:txBody>
          <a:bodyPr wrap="square">
            <a:spAutoFit/>
          </a:bodyPr>
          <a:lstStyle>
            <a:defPPr>
              <a:defRPr lang="en-US"/>
            </a:defPPr>
            <a:lvl1pPr>
              <a:lnSpc>
                <a:spcPct val="120000"/>
              </a:lnSpc>
              <a:defRPr sz="1200">
                <a:solidFill>
                  <a:schemeClr val="bg1"/>
                </a:solidFill>
                <a:latin typeface="+mj-lt"/>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IN" dirty="0"/>
              <a:t>We fast-track the creation of a dynamic digital presence for rapid online visibility. Additionally, we expertly manage and elevate this digital footprint, ensuring continuous growth and refinement.</a:t>
            </a:r>
            <a:endParaRPr lang="en-US" dirty="0"/>
          </a:p>
        </p:txBody>
      </p:sp>
      <p:sp>
        <p:nvSpPr>
          <p:cNvPr id="52" name="Rounded Rectangle 42">
            <a:extLst>
              <a:ext uri="{FF2B5EF4-FFF2-40B4-BE49-F238E27FC236}">
                <a16:creationId xmlns:a16="http://schemas.microsoft.com/office/drawing/2014/main" id="{8FB0D808-3378-1718-6FF4-8754736902DC}"/>
              </a:ext>
            </a:extLst>
          </p:cNvPr>
          <p:cNvSpPr/>
          <p:nvPr/>
        </p:nvSpPr>
        <p:spPr>
          <a:xfrm>
            <a:off x="6507527" y="3942981"/>
            <a:ext cx="2468880" cy="52322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r>
              <a:rPr lang="en-US" sz="1500" b="1">
                <a:solidFill>
                  <a:schemeClr val="bg1"/>
                </a:solidFill>
                <a:latin typeface="+mj-lt"/>
              </a:rPr>
              <a:t>An Evolving Client</a:t>
            </a:r>
          </a:p>
        </p:txBody>
      </p:sp>
      <p:sp>
        <p:nvSpPr>
          <p:cNvPr id="53" name="TextBox 7">
            <a:extLst>
              <a:ext uri="{FF2B5EF4-FFF2-40B4-BE49-F238E27FC236}">
                <a16:creationId xmlns:a16="http://schemas.microsoft.com/office/drawing/2014/main" id="{1B7A030C-EEB2-5BBA-8D1F-4DCB87594E6E}"/>
              </a:ext>
            </a:extLst>
          </p:cNvPr>
          <p:cNvSpPr txBox="1"/>
          <p:nvPr/>
        </p:nvSpPr>
        <p:spPr>
          <a:xfrm>
            <a:off x="6507527" y="4524778"/>
            <a:ext cx="2468880" cy="963982"/>
          </a:xfrm>
          <a:prstGeom prst="rect">
            <a:avLst/>
          </a:prstGeom>
          <a:noFill/>
        </p:spPr>
        <p:txBody>
          <a:bodyPr wrap="square">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nSpc>
                <a:spcPct val="120000"/>
              </a:lnSpc>
            </a:pPr>
            <a:r>
              <a:rPr lang="en-US" sz="1200" dirty="0">
                <a:solidFill>
                  <a:schemeClr val="bg1"/>
                </a:solidFill>
                <a:latin typeface="+mj-lt"/>
              </a:rPr>
              <a:t>We home in on a middle path with focus on headless solution; leading to an agile front end , unhindered by the back-end commerce solution.</a:t>
            </a:r>
          </a:p>
        </p:txBody>
      </p:sp>
      <p:sp>
        <p:nvSpPr>
          <p:cNvPr id="55" name="Rounded Rectangle 42">
            <a:extLst>
              <a:ext uri="{FF2B5EF4-FFF2-40B4-BE49-F238E27FC236}">
                <a16:creationId xmlns:a16="http://schemas.microsoft.com/office/drawing/2014/main" id="{B7B32FF4-5794-B1FE-7CF5-A5A3548AB2BD}"/>
              </a:ext>
            </a:extLst>
          </p:cNvPr>
          <p:cNvSpPr/>
          <p:nvPr/>
        </p:nvSpPr>
        <p:spPr>
          <a:xfrm>
            <a:off x="9338347" y="3931656"/>
            <a:ext cx="2468880" cy="52322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r>
              <a:rPr lang="en-US" sz="1500" b="1">
                <a:solidFill>
                  <a:schemeClr val="bg1"/>
                </a:solidFill>
                <a:latin typeface="+mj-lt"/>
              </a:rPr>
              <a:t>Digitally Mature Client</a:t>
            </a:r>
          </a:p>
        </p:txBody>
      </p:sp>
      <p:sp>
        <p:nvSpPr>
          <p:cNvPr id="56" name="TextBox 10">
            <a:extLst>
              <a:ext uri="{FF2B5EF4-FFF2-40B4-BE49-F238E27FC236}">
                <a16:creationId xmlns:a16="http://schemas.microsoft.com/office/drawing/2014/main" id="{3A44463C-4FCC-719B-18B4-3C95A44E15EA}"/>
              </a:ext>
            </a:extLst>
          </p:cNvPr>
          <p:cNvSpPr txBox="1"/>
          <p:nvPr/>
        </p:nvSpPr>
        <p:spPr>
          <a:xfrm>
            <a:off x="9338347" y="4513453"/>
            <a:ext cx="2500278" cy="1850315"/>
          </a:xfrm>
          <a:prstGeom prst="rect">
            <a:avLst/>
          </a:prstGeom>
          <a:noFill/>
        </p:spPr>
        <p:txBody>
          <a:bodyPr wrap="square">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nSpc>
                <a:spcPct val="120000"/>
              </a:lnSpc>
            </a:pPr>
            <a:r>
              <a:rPr lang="en-US" sz="1200" dirty="0">
                <a:solidFill>
                  <a:schemeClr val="bg1"/>
                </a:solidFill>
                <a:latin typeface="+mj-lt"/>
              </a:rPr>
              <a:t>We leverage Adobe Commerce to craft a composable solution, seamlessly integrating micro front-end and microservice containers. The result is a purpose-built, end-to-end commerce solution designed for modern scalability and flexibility.</a:t>
            </a:r>
          </a:p>
        </p:txBody>
      </p:sp>
      <p:sp>
        <p:nvSpPr>
          <p:cNvPr id="4" name="Parallelogram 3">
            <a:extLst>
              <a:ext uri="{FF2B5EF4-FFF2-40B4-BE49-F238E27FC236}">
                <a16:creationId xmlns:a16="http://schemas.microsoft.com/office/drawing/2014/main" id="{9B95BED9-6E14-291A-15F8-37431024398D}"/>
              </a:ext>
            </a:extLst>
          </p:cNvPr>
          <p:cNvSpPr/>
          <p:nvPr/>
        </p:nvSpPr>
        <p:spPr>
          <a:xfrm>
            <a:off x="7408453" y="1118252"/>
            <a:ext cx="4021604" cy="1856936"/>
          </a:xfrm>
          <a:prstGeom prst="parallelogram">
            <a:avLst>
              <a:gd name="adj" fmla="val 36938"/>
            </a:avLst>
          </a:prstGeom>
          <a:solidFill>
            <a:schemeClr val="bg2">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Multiple Generations of Architecture Patterns including MACH</a:t>
            </a:r>
          </a:p>
        </p:txBody>
      </p:sp>
    </p:spTree>
    <p:extLst>
      <p:ext uri="{BB962C8B-B14F-4D97-AF65-F5344CB8AC3E}">
        <p14:creationId xmlns:p14="http://schemas.microsoft.com/office/powerpoint/2010/main" val="179683782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91753EA-633E-C6BB-75A4-97B49762AB34}"/>
            </a:ext>
          </a:extLst>
        </p:cNvPr>
        <p:cNvGrpSpPr/>
        <p:nvPr/>
      </p:nvGrpSpPr>
      <p:grpSpPr>
        <a:xfrm>
          <a:off x="0" y="0"/>
          <a:ext cx="0" cy="0"/>
          <a:chOff x="0" y="0"/>
          <a:chExt cx="0" cy="0"/>
        </a:xfrm>
      </p:grpSpPr>
      <p:sp>
        <p:nvSpPr>
          <p:cNvPr id="2" name="Text Placeholder 1">
            <a:extLst>
              <a:ext uri="{FF2B5EF4-FFF2-40B4-BE49-F238E27FC236}">
                <a16:creationId xmlns:a16="http://schemas.microsoft.com/office/drawing/2014/main" id="{21819E77-F856-0D7C-2EB8-9BF8BA3EF8C2}"/>
              </a:ext>
            </a:extLst>
          </p:cNvPr>
          <p:cNvSpPr>
            <a:spLocks noGrp="1"/>
          </p:cNvSpPr>
          <p:nvPr>
            <p:ph type="body" sz="quarter" idx="15"/>
          </p:nvPr>
        </p:nvSpPr>
        <p:spPr>
          <a:xfrm flipH="1">
            <a:off x="623888" y="457200"/>
            <a:ext cx="8172450" cy="244101"/>
          </a:xfrm>
        </p:spPr>
        <p:txBody>
          <a:bodyPr/>
          <a:lstStyle/>
          <a:p>
            <a:r>
              <a:rPr lang="en-US" dirty="0"/>
              <a:t>eCommerce Landscape: Realm of Influence</a:t>
            </a:r>
          </a:p>
        </p:txBody>
      </p:sp>
      <p:sp>
        <p:nvSpPr>
          <p:cNvPr id="3" name="Oval 2">
            <a:extLst>
              <a:ext uri="{FF2B5EF4-FFF2-40B4-BE49-F238E27FC236}">
                <a16:creationId xmlns:a16="http://schemas.microsoft.com/office/drawing/2014/main" id="{78C28D3E-F583-FDF5-F5F3-DED2B701EE71}"/>
              </a:ext>
            </a:extLst>
          </p:cNvPr>
          <p:cNvSpPr/>
          <p:nvPr/>
        </p:nvSpPr>
        <p:spPr>
          <a:xfrm>
            <a:off x="4985381" y="1954545"/>
            <a:ext cx="2221239" cy="2221239"/>
          </a:xfrm>
          <a:prstGeom prst="ellipse">
            <a:avLst/>
          </a:prstGeom>
          <a:solidFill>
            <a:schemeClr val="bg1"/>
          </a:solidFill>
          <a:ln w="12700">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sz="1200">
              <a:ln>
                <a:solidFill>
                  <a:schemeClr val="bg1"/>
                </a:solidFill>
              </a:ln>
              <a:solidFill>
                <a:schemeClr val="bg1"/>
              </a:solidFill>
              <a:latin typeface="Manrope Light"/>
            </a:endParaRPr>
          </a:p>
        </p:txBody>
      </p:sp>
      <p:sp>
        <p:nvSpPr>
          <p:cNvPr id="20" name="Rectangle: Rounded Corners 19">
            <a:extLst>
              <a:ext uri="{FF2B5EF4-FFF2-40B4-BE49-F238E27FC236}">
                <a16:creationId xmlns:a16="http://schemas.microsoft.com/office/drawing/2014/main" id="{EFE5B87D-E8B8-E1DE-D014-5D1E4E6D887D}"/>
              </a:ext>
            </a:extLst>
          </p:cNvPr>
          <p:cNvSpPr/>
          <p:nvPr/>
        </p:nvSpPr>
        <p:spPr>
          <a:xfrm>
            <a:off x="5182825" y="906795"/>
            <a:ext cx="1826351" cy="352948"/>
          </a:xfrm>
          <a:prstGeom prst="roundRect">
            <a:avLst/>
          </a:prstGeom>
          <a:solidFill>
            <a:schemeClr val="bg1"/>
          </a:solidFill>
          <a:ln w="12700">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sz="1200">
              <a:solidFill>
                <a:schemeClr val="tx1"/>
              </a:solidFill>
              <a:latin typeface="Manrope Light"/>
              <a:cs typeface="Segoe UI" panose="020B0502040204020203" pitchFamily="34" charset="0"/>
            </a:endParaRPr>
          </a:p>
        </p:txBody>
      </p:sp>
      <p:sp>
        <p:nvSpPr>
          <p:cNvPr id="21" name="Rectangle: Rounded Corners 20">
            <a:extLst>
              <a:ext uri="{FF2B5EF4-FFF2-40B4-BE49-F238E27FC236}">
                <a16:creationId xmlns:a16="http://schemas.microsoft.com/office/drawing/2014/main" id="{65598983-DD8D-8F79-42F6-CB7F8CFC13FA}"/>
              </a:ext>
            </a:extLst>
          </p:cNvPr>
          <p:cNvSpPr/>
          <p:nvPr/>
        </p:nvSpPr>
        <p:spPr>
          <a:xfrm>
            <a:off x="5182825" y="4916339"/>
            <a:ext cx="1826351" cy="352948"/>
          </a:xfrm>
          <a:prstGeom prst="roundRect">
            <a:avLst/>
          </a:prstGeom>
          <a:solidFill>
            <a:schemeClr val="bg1"/>
          </a:solidFill>
          <a:ln w="12700">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sz="1200">
              <a:solidFill>
                <a:schemeClr val="tx1"/>
              </a:solidFill>
              <a:latin typeface="Manrope Light"/>
              <a:cs typeface="Segoe UI" panose="020B0502040204020203" pitchFamily="34" charset="0"/>
            </a:endParaRPr>
          </a:p>
        </p:txBody>
      </p:sp>
      <p:sp>
        <p:nvSpPr>
          <p:cNvPr id="22" name="Rectangle: Rounded Corners 21">
            <a:extLst>
              <a:ext uri="{FF2B5EF4-FFF2-40B4-BE49-F238E27FC236}">
                <a16:creationId xmlns:a16="http://schemas.microsoft.com/office/drawing/2014/main" id="{D1E9F620-CCC6-0B66-8FE2-DC535A158811}"/>
              </a:ext>
            </a:extLst>
          </p:cNvPr>
          <p:cNvSpPr/>
          <p:nvPr/>
        </p:nvSpPr>
        <p:spPr>
          <a:xfrm>
            <a:off x="701684" y="2102815"/>
            <a:ext cx="2383451" cy="3778050"/>
          </a:xfrm>
          <a:prstGeom prst="roundRect">
            <a:avLst>
              <a:gd name="adj" fmla="val 7076"/>
            </a:avLst>
          </a:prstGeom>
          <a:no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sz="1200">
              <a:latin typeface="Manrope Light"/>
            </a:endParaRPr>
          </a:p>
        </p:txBody>
      </p:sp>
      <p:sp>
        <p:nvSpPr>
          <p:cNvPr id="25" name="Rectangle: Rounded Corners 24">
            <a:extLst>
              <a:ext uri="{FF2B5EF4-FFF2-40B4-BE49-F238E27FC236}">
                <a16:creationId xmlns:a16="http://schemas.microsoft.com/office/drawing/2014/main" id="{1B4C8DCC-77B5-24BE-F6CB-19176DA85E04}"/>
              </a:ext>
            </a:extLst>
          </p:cNvPr>
          <p:cNvSpPr/>
          <p:nvPr/>
        </p:nvSpPr>
        <p:spPr>
          <a:xfrm>
            <a:off x="9110419" y="2102815"/>
            <a:ext cx="2383451" cy="3778050"/>
          </a:xfrm>
          <a:prstGeom prst="roundRect">
            <a:avLst>
              <a:gd name="adj" fmla="val 7076"/>
            </a:avLst>
          </a:prstGeom>
          <a:no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sz="1200">
              <a:latin typeface="Manrope Light"/>
            </a:endParaRPr>
          </a:p>
        </p:txBody>
      </p:sp>
      <p:grpSp>
        <p:nvGrpSpPr>
          <p:cNvPr id="105" name="Group 104">
            <a:extLst>
              <a:ext uri="{FF2B5EF4-FFF2-40B4-BE49-F238E27FC236}">
                <a16:creationId xmlns:a16="http://schemas.microsoft.com/office/drawing/2014/main" id="{CCF070A0-6598-9B59-42A0-AD138EFE73F4}"/>
              </a:ext>
            </a:extLst>
          </p:cNvPr>
          <p:cNvGrpSpPr/>
          <p:nvPr/>
        </p:nvGrpSpPr>
        <p:grpSpPr>
          <a:xfrm>
            <a:off x="5423267" y="1302207"/>
            <a:ext cx="1345466" cy="432183"/>
            <a:chOff x="5423267" y="1321401"/>
            <a:chExt cx="1726610" cy="554612"/>
          </a:xfrm>
          <a:solidFill>
            <a:srgbClr val="0D4B91"/>
          </a:solidFill>
        </p:grpSpPr>
        <p:pic>
          <p:nvPicPr>
            <p:cNvPr id="173" name="Graphic 19" descr="Laptop">
              <a:extLst>
                <a:ext uri="{FF2B5EF4-FFF2-40B4-BE49-F238E27FC236}">
                  <a16:creationId xmlns:a16="http://schemas.microsoft.com/office/drawing/2014/main" id="{FB7FCAEB-561E-8134-E254-AFC68BCA948E}"/>
                </a:ext>
              </a:extLst>
            </p:cNvPr>
            <p:cNvPicPr>
              <a:picLocks noChangeAspect="1"/>
            </p:cNvPicPr>
            <p:nvPr/>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6595265" y="1321401"/>
              <a:ext cx="554612" cy="554612"/>
            </a:xfrm>
            <a:prstGeom prst="rect">
              <a:avLst/>
            </a:prstGeom>
          </p:spPr>
        </p:pic>
        <p:pic>
          <p:nvPicPr>
            <p:cNvPr id="174" name="Graphic 20" descr="Smart Phone">
              <a:extLst>
                <a:ext uri="{FF2B5EF4-FFF2-40B4-BE49-F238E27FC236}">
                  <a16:creationId xmlns:a16="http://schemas.microsoft.com/office/drawing/2014/main" id="{82C93768-F958-19F0-16DA-03F9C82932D6}"/>
                </a:ext>
              </a:extLst>
            </p:cNvPr>
            <p:cNvPicPr>
              <a:picLocks noChangeAspect="1"/>
            </p:cNvPicPr>
            <p:nvPr/>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4"/>
                </a:ext>
              </a:extLst>
            </a:blip>
            <a:stretch>
              <a:fillRect/>
            </a:stretch>
          </p:blipFill>
          <p:spPr>
            <a:xfrm>
              <a:off x="5423267" y="1415217"/>
              <a:ext cx="366980" cy="366980"/>
            </a:xfrm>
            <a:prstGeom prst="rect">
              <a:avLst/>
            </a:prstGeom>
          </p:spPr>
        </p:pic>
        <p:pic>
          <p:nvPicPr>
            <p:cNvPr id="175" name="Graphic 21" descr="Tablet">
              <a:extLst>
                <a:ext uri="{FF2B5EF4-FFF2-40B4-BE49-F238E27FC236}">
                  <a16:creationId xmlns:a16="http://schemas.microsoft.com/office/drawing/2014/main" id="{16505782-8114-98BF-2FE0-9D60AFBACEAC}"/>
                </a:ext>
              </a:extLst>
            </p:cNvPr>
            <p:cNvPicPr>
              <a:picLocks noChangeAspect="1"/>
            </p:cNvPicPr>
            <p:nvPr/>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5"/>
                </a:ext>
              </a:extLst>
            </a:blip>
            <a:stretch>
              <a:fillRect/>
            </a:stretch>
          </p:blipFill>
          <p:spPr>
            <a:xfrm>
              <a:off x="5915450" y="1321401"/>
              <a:ext cx="554612" cy="554612"/>
            </a:xfrm>
            <a:prstGeom prst="rect">
              <a:avLst/>
            </a:prstGeom>
          </p:spPr>
        </p:pic>
      </p:grpSp>
      <p:sp>
        <p:nvSpPr>
          <p:cNvPr id="106" name="TextBox 22">
            <a:extLst>
              <a:ext uri="{FF2B5EF4-FFF2-40B4-BE49-F238E27FC236}">
                <a16:creationId xmlns:a16="http://schemas.microsoft.com/office/drawing/2014/main" id="{7D046D10-DDBE-DBC9-4D80-4DCC2D32F0FF}"/>
              </a:ext>
            </a:extLst>
          </p:cNvPr>
          <p:cNvSpPr txBox="1"/>
          <p:nvPr/>
        </p:nvSpPr>
        <p:spPr>
          <a:xfrm>
            <a:off x="5494004" y="2705850"/>
            <a:ext cx="1203992" cy="230832"/>
          </a:xfrm>
          <a:prstGeom prst="rect">
            <a:avLst/>
          </a:prstGeom>
          <a:noFill/>
        </p:spPr>
        <p:txBody>
          <a:bodyPr wrap="squar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US" sz="900" b="1">
                <a:latin typeface="Manrope Light"/>
                <a:ea typeface="Lato" panose="020F0502020204030203" pitchFamily="34" charset="0"/>
                <a:cs typeface="Lato" panose="020F0502020204030203" pitchFamily="34" charset="0"/>
              </a:rPr>
              <a:t>CONSIDERATIONS</a:t>
            </a:r>
          </a:p>
        </p:txBody>
      </p:sp>
      <p:cxnSp>
        <p:nvCxnSpPr>
          <p:cNvPr id="107" name="Straight Connector 106">
            <a:extLst>
              <a:ext uri="{FF2B5EF4-FFF2-40B4-BE49-F238E27FC236}">
                <a16:creationId xmlns:a16="http://schemas.microsoft.com/office/drawing/2014/main" id="{613B7FC1-7D30-A00A-5EE2-2CAF96777747}"/>
              </a:ext>
            </a:extLst>
          </p:cNvPr>
          <p:cNvCxnSpPr/>
          <p:nvPr/>
        </p:nvCxnSpPr>
        <p:spPr>
          <a:xfrm>
            <a:off x="6095999" y="4252855"/>
            <a:ext cx="0" cy="624388"/>
          </a:xfrm>
          <a:prstGeom prst="line">
            <a:avLst/>
          </a:prstGeom>
          <a:ln w="12700">
            <a:solidFill>
              <a:schemeClr val="bg1">
                <a:lumMod val="75000"/>
              </a:schemeClr>
            </a:solidFill>
            <a:headEnd type="triangl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108" name="Connector: Elbow 107">
            <a:extLst>
              <a:ext uri="{FF2B5EF4-FFF2-40B4-BE49-F238E27FC236}">
                <a16:creationId xmlns:a16="http://schemas.microsoft.com/office/drawing/2014/main" id="{D98D8EE5-19D4-E62B-BF9C-98080285A970}"/>
              </a:ext>
            </a:extLst>
          </p:cNvPr>
          <p:cNvCxnSpPr>
            <a:cxnSpLocks/>
          </p:cNvCxnSpPr>
          <p:nvPr/>
        </p:nvCxnSpPr>
        <p:spPr>
          <a:xfrm rot="5400000" flipH="1" flipV="1">
            <a:off x="6094066" y="5165926"/>
            <a:ext cx="12700" cy="1175868"/>
          </a:xfrm>
          <a:prstGeom prst="bentConnector3">
            <a:avLst>
              <a:gd name="adj1" fmla="val 1800000"/>
            </a:avLst>
          </a:prstGeom>
          <a:ln w="12700">
            <a:solidFill>
              <a:schemeClr val="bg1">
                <a:lumMod val="75000"/>
              </a:schemeClr>
            </a:solidFill>
            <a:headEnd type="triangl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109" name="Straight Arrow Connector 108">
            <a:extLst>
              <a:ext uri="{FF2B5EF4-FFF2-40B4-BE49-F238E27FC236}">
                <a16:creationId xmlns:a16="http://schemas.microsoft.com/office/drawing/2014/main" id="{BC716040-E277-ADE0-0220-C6129CD2577C}"/>
              </a:ext>
            </a:extLst>
          </p:cNvPr>
          <p:cNvCxnSpPr>
            <a:cxnSpLocks/>
          </p:cNvCxnSpPr>
          <p:nvPr/>
        </p:nvCxnSpPr>
        <p:spPr>
          <a:xfrm flipV="1">
            <a:off x="6096000" y="5308680"/>
            <a:ext cx="0" cy="229930"/>
          </a:xfrm>
          <a:prstGeom prst="straightConnector1">
            <a:avLst/>
          </a:prstGeom>
          <a:ln w="12700">
            <a:solidFill>
              <a:schemeClr val="bg1">
                <a:lumMod val="75000"/>
              </a:schemeClr>
            </a:solidFill>
            <a:tailEnd type="triangle"/>
          </a:ln>
        </p:spPr>
        <p:style>
          <a:lnRef idx="1">
            <a:schemeClr val="accent1"/>
          </a:lnRef>
          <a:fillRef idx="0">
            <a:schemeClr val="accent1"/>
          </a:fillRef>
          <a:effectRef idx="0">
            <a:schemeClr val="accent1"/>
          </a:effectRef>
          <a:fontRef idx="minor">
            <a:schemeClr val="tx1"/>
          </a:fontRef>
        </p:style>
      </p:cxnSp>
      <p:pic>
        <p:nvPicPr>
          <p:cNvPr id="110" name="Picture 109" descr="A picture containing drawing&#10;&#10;Description automatically generated">
            <a:extLst>
              <a:ext uri="{FF2B5EF4-FFF2-40B4-BE49-F238E27FC236}">
                <a16:creationId xmlns:a16="http://schemas.microsoft.com/office/drawing/2014/main" id="{7536BB59-D156-5C86-E4D6-254AFF30455D}"/>
              </a:ext>
            </a:extLst>
          </p:cNvPr>
          <p:cNvPicPr>
            <a:picLocks noChangeAspect="1"/>
          </p:cNvPicPr>
          <p:nvPr/>
        </p:nvPicPr>
        <p:blipFill>
          <a:blip r:embed="rId6" cstate="screen">
            <a:extLst>
              <a:ext uri="{28A0092B-C50C-407E-A947-70E740481C1C}">
                <a14:useLocalDpi xmlns:a14="http://schemas.microsoft.com/office/drawing/2010/main"/>
              </a:ext>
            </a:extLst>
          </a:blip>
          <a:stretch>
            <a:fillRect/>
          </a:stretch>
        </p:blipFill>
        <p:spPr>
          <a:xfrm>
            <a:off x="5006291" y="6254445"/>
            <a:ext cx="608296" cy="169758"/>
          </a:xfrm>
          <a:prstGeom prst="rect">
            <a:avLst/>
          </a:prstGeom>
        </p:spPr>
      </p:pic>
      <p:pic>
        <p:nvPicPr>
          <p:cNvPr id="111" name="Picture 110" descr="A close up of a logo&#10;&#10;Description automatically generated">
            <a:extLst>
              <a:ext uri="{FF2B5EF4-FFF2-40B4-BE49-F238E27FC236}">
                <a16:creationId xmlns:a16="http://schemas.microsoft.com/office/drawing/2014/main" id="{1DD08AC7-FA78-623C-5987-8F0D5B4A76C1}"/>
              </a:ext>
            </a:extLst>
          </p:cNvPr>
          <p:cNvPicPr>
            <a:picLocks noChangeAspect="1"/>
          </p:cNvPicPr>
          <p:nvPr/>
        </p:nvPicPr>
        <p:blipFill>
          <a:blip r:embed="rId7" cstate="screen">
            <a:extLst>
              <a:ext uri="{28A0092B-C50C-407E-A947-70E740481C1C}">
                <a14:useLocalDpi xmlns:a14="http://schemas.microsoft.com/office/drawing/2010/main"/>
              </a:ext>
            </a:extLst>
          </a:blip>
          <a:stretch>
            <a:fillRect/>
          </a:stretch>
        </p:blipFill>
        <p:spPr>
          <a:xfrm>
            <a:off x="6357374" y="6234481"/>
            <a:ext cx="853348" cy="202490"/>
          </a:xfrm>
          <a:prstGeom prst="rect">
            <a:avLst/>
          </a:prstGeom>
        </p:spPr>
      </p:pic>
      <p:pic>
        <p:nvPicPr>
          <p:cNvPr id="112" name="Picture 111" descr="A picture containing drawing&#10;&#10;Description automatically generated">
            <a:extLst>
              <a:ext uri="{FF2B5EF4-FFF2-40B4-BE49-F238E27FC236}">
                <a16:creationId xmlns:a16="http://schemas.microsoft.com/office/drawing/2014/main" id="{69F1F3F3-5429-8D7A-D959-89596574C25F}"/>
              </a:ext>
            </a:extLst>
          </p:cNvPr>
          <p:cNvPicPr>
            <a:picLocks noChangeAspect="1"/>
          </p:cNvPicPr>
          <p:nvPr/>
        </p:nvPicPr>
        <p:blipFill>
          <a:blip r:embed="rId6" cstate="screen">
            <a:extLst>
              <a:ext uri="{28A0092B-C50C-407E-A947-70E740481C1C}">
                <a14:useLocalDpi xmlns:a14="http://schemas.microsoft.com/office/drawing/2010/main"/>
              </a:ext>
            </a:extLst>
          </a:blip>
          <a:stretch>
            <a:fillRect/>
          </a:stretch>
        </p:blipFill>
        <p:spPr>
          <a:xfrm>
            <a:off x="6191039" y="4556921"/>
            <a:ext cx="671840" cy="187490"/>
          </a:xfrm>
          <a:prstGeom prst="rect">
            <a:avLst/>
          </a:prstGeom>
        </p:spPr>
      </p:pic>
      <p:cxnSp>
        <p:nvCxnSpPr>
          <p:cNvPr id="113" name="Straight Arrow Connector 112">
            <a:extLst>
              <a:ext uri="{FF2B5EF4-FFF2-40B4-BE49-F238E27FC236}">
                <a16:creationId xmlns:a16="http://schemas.microsoft.com/office/drawing/2014/main" id="{077406BE-FB1A-A71F-DCC5-CDB1BF6B600A}"/>
              </a:ext>
            </a:extLst>
          </p:cNvPr>
          <p:cNvCxnSpPr>
            <a:cxnSpLocks/>
          </p:cNvCxnSpPr>
          <p:nvPr/>
        </p:nvCxnSpPr>
        <p:spPr>
          <a:xfrm>
            <a:off x="3746377" y="3073740"/>
            <a:ext cx="1100831" cy="0"/>
          </a:xfrm>
          <a:prstGeom prst="straightConnector1">
            <a:avLst/>
          </a:prstGeom>
          <a:ln w="12700">
            <a:solidFill>
              <a:schemeClr val="bg1">
                <a:lumMod val="75000"/>
              </a:schemeClr>
            </a:solidFill>
            <a:headEnd type="triangl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114" name="Connector: Elbow 113">
            <a:extLst>
              <a:ext uri="{FF2B5EF4-FFF2-40B4-BE49-F238E27FC236}">
                <a16:creationId xmlns:a16="http://schemas.microsoft.com/office/drawing/2014/main" id="{153132C5-A8D8-A14A-674B-A1E1A0C0901A}"/>
              </a:ext>
            </a:extLst>
          </p:cNvPr>
          <p:cNvCxnSpPr>
            <a:cxnSpLocks/>
          </p:cNvCxnSpPr>
          <p:nvPr/>
        </p:nvCxnSpPr>
        <p:spPr>
          <a:xfrm flipV="1">
            <a:off x="3768092" y="3229498"/>
            <a:ext cx="1091759" cy="420608"/>
          </a:xfrm>
          <a:prstGeom prst="bentConnector3">
            <a:avLst>
              <a:gd name="adj1" fmla="val 50000"/>
            </a:avLst>
          </a:prstGeom>
          <a:ln w="12700">
            <a:solidFill>
              <a:schemeClr val="bg1">
                <a:lumMod val="75000"/>
              </a:schemeClr>
            </a:solidFill>
            <a:headEnd type="triangl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115" name="Connector: Elbow 114">
            <a:extLst>
              <a:ext uri="{FF2B5EF4-FFF2-40B4-BE49-F238E27FC236}">
                <a16:creationId xmlns:a16="http://schemas.microsoft.com/office/drawing/2014/main" id="{0696B860-2341-A13A-CA33-A64725D4D54B}"/>
              </a:ext>
            </a:extLst>
          </p:cNvPr>
          <p:cNvCxnSpPr>
            <a:cxnSpLocks/>
          </p:cNvCxnSpPr>
          <p:nvPr/>
        </p:nvCxnSpPr>
        <p:spPr>
          <a:xfrm flipV="1">
            <a:off x="3742494" y="3459803"/>
            <a:ext cx="1174569" cy="763456"/>
          </a:xfrm>
          <a:prstGeom prst="bentConnector3">
            <a:avLst>
              <a:gd name="adj1" fmla="val 62093"/>
            </a:avLst>
          </a:prstGeom>
          <a:ln w="12700">
            <a:solidFill>
              <a:schemeClr val="bg1">
                <a:lumMod val="75000"/>
              </a:schemeClr>
            </a:solidFill>
            <a:headEnd type="triangl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116" name="TextBox 32">
            <a:extLst>
              <a:ext uri="{FF2B5EF4-FFF2-40B4-BE49-F238E27FC236}">
                <a16:creationId xmlns:a16="http://schemas.microsoft.com/office/drawing/2014/main" id="{249323C7-362E-75FA-A5F1-DC25D19428C8}"/>
              </a:ext>
            </a:extLst>
          </p:cNvPr>
          <p:cNvSpPr txBox="1"/>
          <p:nvPr/>
        </p:nvSpPr>
        <p:spPr>
          <a:xfrm rot="2211885">
            <a:off x="5163766" y="2734909"/>
            <a:ext cx="1394456" cy="1217193"/>
          </a:xfrm>
          <a:prstGeom prst="rect">
            <a:avLst/>
          </a:prstGeom>
          <a:noFill/>
        </p:spPr>
        <p:txBody>
          <a:bodyPr spcFirstLastPara="1" wrap="square" lIns="91440" tIns="45720" rIns="91440" bIns="45720" numCol="1" rtlCol="0" anchor="t">
            <a:prstTxWarp prst="textArchDown">
              <a:avLst/>
            </a:prstTxWarp>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US" sz="1100" b="1" dirty="0">
                <a:latin typeface="Manrope Light"/>
                <a:ea typeface="Lato"/>
                <a:cs typeface="Lato"/>
              </a:rPr>
              <a:t>MERCHANDISING</a:t>
            </a:r>
          </a:p>
        </p:txBody>
      </p:sp>
      <p:sp>
        <p:nvSpPr>
          <p:cNvPr id="117" name="TextBox 33">
            <a:extLst>
              <a:ext uri="{FF2B5EF4-FFF2-40B4-BE49-F238E27FC236}">
                <a16:creationId xmlns:a16="http://schemas.microsoft.com/office/drawing/2014/main" id="{71A5631A-D6D9-3067-1D3A-1B9116ECAB47}"/>
              </a:ext>
            </a:extLst>
          </p:cNvPr>
          <p:cNvSpPr txBox="1"/>
          <p:nvPr/>
        </p:nvSpPr>
        <p:spPr>
          <a:xfrm>
            <a:off x="5342782" y="966036"/>
            <a:ext cx="1506438" cy="276999"/>
          </a:xfrm>
          <a:prstGeom prst="rect">
            <a:avLst/>
          </a:prstGeom>
        </p:spPr>
        <p:txBody>
          <a:bodyPr wrap="square">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defTabSz="457200">
              <a:defRPr/>
            </a:pPr>
            <a:r>
              <a:rPr lang="en-US" sz="1200" b="0" dirty="0">
                <a:latin typeface="Manrope Light"/>
                <a:cs typeface="Segoe UI" panose="020B0502040204020203" pitchFamily="34" charset="0"/>
              </a:rPr>
              <a:t>CHANNELS</a:t>
            </a:r>
          </a:p>
        </p:txBody>
      </p:sp>
      <p:sp>
        <p:nvSpPr>
          <p:cNvPr id="118" name="TextBox 34">
            <a:extLst>
              <a:ext uri="{FF2B5EF4-FFF2-40B4-BE49-F238E27FC236}">
                <a16:creationId xmlns:a16="http://schemas.microsoft.com/office/drawing/2014/main" id="{5425892C-4DC7-F954-5F10-46C09C87CDAB}"/>
              </a:ext>
            </a:extLst>
          </p:cNvPr>
          <p:cNvSpPr txBox="1"/>
          <p:nvPr/>
        </p:nvSpPr>
        <p:spPr>
          <a:xfrm>
            <a:off x="635379" y="1616103"/>
            <a:ext cx="2509145" cy="276999"/>
          </a:xfrm>
          <a:prstGeom prst="rect">
            <a:avLst/>
          </a:prstGeom>
        </p:spPr>
        <p:txBody>
          <a:bodyPr wrap="square">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defTabSz="457200">
              <a:defRPr/>
            </a:pPr>
            <a:r>
              <a:rPr lang="en-US" sz="1200" b="0" dirty="0">
                <a:solidFill>
                  <a:schemeClr val="tx1"/>
                </a:solidFill>
                <a:latin typeface="Manrope Light"/>
                <a:cs typeface="Poppins Medium" panose="00000600000000000000" pitchFamily="2" charset="0"/>
              </a:rPr>
              <a:t>ENTERPRISE APPLICATIONS</a:t>
            </a:r>
          </a:p>
        </p:txBody>
      </p:sp>
      <p:sp>
        <p:nvSpPr>
          <p:cNvPr id="119" name="TextBox 35">
            <a:extLst>
              <a:ext uri="{FF2B5EF4-FFF2-40B4-BE49-F238E27FC236}">
                <a16:creationId xmlns:a16="http://schemas.microsoft.com/office/drawing/2014/main" id="{D9929C49-FB5F-49C4-2BD1-78363B3FB7DD}"/>
              </a:ext>
            </a:extLst>
          </p:cNvPr>
          <p:cNvSpPr txBox="1"/>
          <p:nvPr/>
        </p:nvSpPr>
        <p:spPr>
          <a:xfrm>
            <a:off x="9427062" y="1616103"/>
            <a:ext cx="1750164" cy="276999"/>
          </a:xfrm>
          <a:prstGeom prst="rect">
            <a:avLst/>
          </a:prstGeom>
        </p:spPr>
        <p:txBody>
          <a:bodyPr wrap="square">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defTabSz="457200">
              <a:defRPr/>
            </a:pPr>
            <a:r>
              <a:rPr lang="en-US" sz="1200" b="0">
                <a:solidFill>
                  <a:schemeClr val="tx1"/>
                </a:solidFill>
                <a:latin typeface="Manrope Light"/>
                <a:cs typeface="Poppins Medium" panose="00000600000000000000" pitchFamily="2" charset="0"/>
              </a:rPr>
              <a:t>3</a:t>
            </a:r>
            <a:r>
              <a:rPr lang="en-US" sz="1200" b="0" baseline="30000">
                <a:solidFill>
                  <a:schemeClr val="tx1"/>
                </a:solidFill>
                <a:latin typeface="Manrope Light"/>
                <a:cs typeface="Poppins Medium" panose="00000600000000000000" pitchFamily="2" charset="0"/>
              </a:rPr>
              <a:t>rd</a:t>
            </a:r>
            <a:r>
              <a:rPr lang="en-US" sz="1200" b="0">
                <a:solidFill>
                  <a:schemeClr val="tx1"/>
                </a:solidFill>
                <a:latin typeface="Manrope Light"/>
                <a:cs typeface="Poppins Medium" panose="00000600000000000000" pitchFamily="2" charset="0"/>
              </a:rPr>
              <a:t> PARTY</a:t>
            </a:r>
          </a:p>
        </p:txBody>
      </p:sp>
      <p:cxnSp>
        <p:nvCxnSpPr>
          <p:cNvPr id="127" name="Connector: Elbow 126">
            <a:extLst>
              <a:ext uri="{FF2B5EF4-FFF2-40B4-BE49-F238E27FC236}">
                <a16:creationId xmlns:a16="http://schemas.microsoft.com/office/drawing/2014/main" id="{B7A0C861-7CF7-453B-E29A-6C771D0E3AD2}"/>
              </a:ext>
            </a:extLst>
          </p:cNvPr>
          <p:cNvCxnSpPr>
            <a:cxnSpLocks/>
          </p:cNvCxnSpPr>
          <p:nvPr/>
        </p:nvCxnSpPr>
        <p:spPr>
          <a:xfrm flipV="1">
            <a:off x="3752439" y="3688112"/>
            <a:ext cx="1313722" cy="1096445"/>
          </a:xfrm>
          <a:prstGeom prst="bentConnector3">
            <a:avLst>
              <a:gd name="adj1" fmla="val 69597"/>
            </a:avLst>
          </a:prstGeom>
          <a:ln w="12700">
            <a:solidFill>
              <a:schemeClr val="bg1">
                <a:lumMod val="75000"/>
              </a:schemeClr>
            </a:solidFill>
            <a:headEnd type="triangl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128" name="Straight Arrow Connector 127">
            <a:extLst>
              <a:ext uri="{FF2B5EF4-FFF2-40B4-BE49-F238E27FC236}">
                <a16:creationId xmlns:a16="http://schemas.microsoft.com/office/drawing/2014/main" id="{2E0BB08D-4FC2-8469-3754-91ADAF43A96F}"/>
              </a:ext>
            </a:extLst>
          </p:cNvPr>
          <p:cNvCxnSpPr>
            <a:cxnSpLocks/>
          </p:cNvCxnSpPr>
          <p:nvPr/>
        </p:nvCxnSpPr>
        <p:spPr>
          <a:xfrm>
            <a:off x="3752439" y="4953161"/>
            <a:ext cx="1320680" cy="0"/>
          </a:xfrm>
          <a:prstGeom prst="straightConnector1">
            <a:avLst/>
          </a:prstGeom>
          <a:ln w="12700">
            <a:solidFill>
              <a:schemeClr val="bg1">
                <a:lumMod val="75000"/>
              </a:schemeClr>
            </a:solidFill>
            <a:headEnd type="triangle" w="med" len="med"/>
            <a:tailEnd type="triangle" w="med" len="med"/>
          </a:ln>
        </p:spPr>
        <p:style>
          <a:lnRef idx="1">
            <a:schemeClr val="accent1"/>
          </a:lnRef>
          <a:fillRef idx="0">
            <a:schemeClr val="accent1"/>
          </a:fillRef>
          <a:effectRef idx="0">
            <a:schemeClr val="accent1"/>
          </a:effectRef>
          <a:fontRef idx="minor">
            <a:schemeClr val="tx1"/>
          </a:fontRef>
        </p:style>
      </p:cxnSp>
      <p:pic>
        <p:nvPicPr>
          <p:cNvPr id="129" name="Picture 128" descr="A picture containing table&#10;&#10;Description automatically generated">
            <a:extLst>
              <a:ext uri="{FF2B5EF4-FFF2-40B4-BE49-F238E27FC236}">
                <a16:creationId xmlns:a16="http://schemas.microsoft.com/office/drawing/2014/main" id="{72C9BD5B-E062-E448-9411-785929D263C0}"/>
              </a:ext>
            </a:extLst>
          </p:cNvPr>
          <p:cNvPicPr>
            <a:picLocks noChangeAspect="1"/>
          </p:cNvPicPr>
          <p:nvPr/>
        </p:nvPicPr>
        <p:blipFill>
          <a:blip r:embed="rId8" cstate="screen">
            <a:extLst>
              <a:ext uri="{28A0092B-C50C-407E-A947-70E740481C1C}">
                <a14:useLocalDpi xmlns:a14="http://schemas.microsoft.com/office/drawing/2010/main"/>
              </a:ext>
            </a:extLst>
          </a:blip>
          <a:stretch>
            <a:fillRect/>
          </a:stretch>
        </p:blipFill>
        <p:spPr>
          <a:xfrm>
            <a:off x="10357266" y="2917667"/>
            <a:ext cx="710531" cy="259951"/>
          </a:xfrm>
          <a:prstGeom prst="rect">
            <a:avLst/>
          </a:prstGeom>
        </p:spPr>
      </p:pic>
      <p:pic>
        <p:nvPicPr>
          <p:cNvPr id="130" name="Picture 129" descr="A picture containing bird, flower&#10;&#10;Description automatically generated">
            <a:extLst>
              <a:ext uri="{FF2B5EF4-FFF2-40B4-BE49-F238E27FC236}">
                <a16:creationId xmlns:a16="http://schemas.microsoft.com/office/drawing/2014/main" id="{B05F61BE-293D-8930-32EB-34099F5EC5DF}"/>
              </a:ext>
            </a:extLst>
          </p:cNvPr>
          <p:cNvPicPr>
            <a:picLocks noChangeAspect="1"/>
          </p:cNvPicPr>
          <p:nvPr/>
        </p:nvPicPr>
        <p:blipFill rotWithShape="1">
          <a:blip r:embed="rId9" cstate="screen">
            <a:extLst>
              <a:ext uri="{28A0092B-C50C-407E-A947-70E740481C1C}">
                <a14:useLocalDpi xmlns:a14="http://schemas.microsoft.com/office/drawing/2010/main"/>
              </a:ext>
            </a:extLst>
          </a:blip>
          <a:srcRect/>
          <a:stretch/>
        </p:blipFill>
        <p:spPr>
          <a:xfrm>
            <a:off x="10357266" y="3129994"/>
            <a:ext cx="808115" cy="209785"/>
          </a:xfrm>
          <a:prstGeom prst="rect">
            <a:avLst/>
          </a:prstGeom>
        </p:spPr>
      </p:pic>
      <p:grpSp>
        <p:nvGrpSpPr>
          <p:cNvPr id="19" name="Group 18">
            <a:extLst>
              <a:ext uri="{FF2B5EF4-FFF2-40B4-BE49-F238E27FC236}">
                <a16:creationId xmlns:a16="http://schemas.microsoft.com/office/drawing/2014/main" id="{99839174-717C-B4EB-B2E5-D84AA61DDD74}"/>
              </a:ext>
            </a:extLst>
          </p:cNvPr>
          <p:cNvGrpSpPr/>
          <p:nvPr/>
        </p:nvGrpSpPr>
        <p:grpSpPr>
          <a:xfrm>
            <a:off x="10357266" y="3514460"/>
            <a:ext cx="1156262" cy="367173"/>
            <a:chOff x="10248165" y="3469856"/>
            <a:chExt cx="1156262" cy="367173"/>
          </a:xfrm>
        </p:grpSpPr>
        <p:pic>
          <p:nvPicPr>
            <p:cNvPr id="131" name="Picture 130" descr="A picture containing food, drawing&#10;&#10;Description automatically generated">
              <a:extLst>
                <a:ext uri="{FF2B5EF4-FFF2-40B4-BE49-F238E27FC236}">
                  <a16:creationId xmlns:a16="http://schemas.microsoft.com/office/drawing/2014/main" id="{32504EDF-C73E-EF43-572B-8B26C08A2DE7}"/>
                </a:ext>
              </a:extLst>
            </p:cNvPr>
            <p:cNvPicPr>
              <a:picLocks noChangeAspect="1"/>
            </p:cNvPicPr>
            <p:nvPr/>
          </p:nvPicPr>
          <p:blipFill rotWithShape="1">
            <a:blip r:embed="rId10" cstate="screen">
              <a:extLst>
                <a:ext uri="{28A0092B-C50C-407E-A947-70E740481C1C}">
                  <a14:useLocalDpi xmlns:a14="http://schemas.microsoft.com/office/drawing/2010/main"/>
                </a:ext>
              </a:extLst>
            </a:blip>
            <a:srcRect/>
            <a:stretch/>
          </p:blipFill>
          <p:spPr>
            <a:xfrm>
              <a:off x="10644218" y="3566761"/>
              <a:ext cx="760209" cy="173363"/>
            </a:xfrm>
            <a:prstGeom prst="rect">
              <a:avLst/>
            </a:prstGeom>
          </p:spPr>
        </p:pic>
        <p:pic>
          <p:nvPicPr>
            <p:cNvPr id="132" name="Picture 131" descr="A picture containing drawing&#10;&#10;Description automatically generated">
              <a:extLst>
                <a:ext uri="{FF2B5EF4-FFF2-40B4-BE49-F238E27FC236}">
                  <a16:creationId xmlns:a16="http://schemas.microsoft.com/office/drawing/2014/main" id="{D9B537FB-D2AC-3AF7-58A9-DF6A4C956E49}"/>
                </a:ext>
              </a:extLst>
            </p:cNvPr>
            <p:cNvPicPr>
              <a:picLocks noChangeAspect="1"/>
            </p:cNvPicPr>
            <p:nvPr/>
          </p:nvPicPr>
          <p:blipFill rotWithShape="1">
            <a:blip r:embed="rId11" cstate="screen">
              <a:extLst>
                <a:ext uri="{28A0092B-C50C-407E-A947-70E740481C1C}">
                  <a14:useLocalDpi xmlns:a14="http://schemas.microsoft.com/office/drawing/2010/main"/>
                </a:ext>
              </a:extLst>
            </a:blip>
            <a:srcRect/>
            <a:stretch/>
          </p:blipFill>
          <p:spPr>
            <a:xfrm>
              <a:off x="10248165" y="3469856"/>
              <a:ext cx="360231" cy="367173"/>
            </a:xfrm>
            <a:prstGeom prst="rect">
              <a:avLst/>
            </a:prstGeom>
          </p:spPr>
        </p:pic>
      </p:grpSp>
      <p:pic>
        <p:nvPicPr>
          <p:cNvPr id="133" name="Picture 132" descr="A picture containing drawing&#10;&#10;Description automatically generated">
            <a:extLst>
              <a:ext uri="{FF2B5EF4-FFF2-40B4-BE49-F238E27FC236}">
                <a16:creationId xmlns:a16="http://schemas.microsoft.com/office/drawing/2014/main" id="{AC474021-81A6-891B-D649-6A091520FF58}"/>
              </a:ext>
            </a:extLst>
          </p:cNvPr>
          <p:cNvPicPr>
            <a:picLocks noChangeAspect="1"/>
          </p:cNvPicPr>
          <p:nvPr/>
        </p:nvPicPr>
        <p:blipFill>
          <a:blip r:embed="rId12" cstate="screen">
            <a:extLst>
              <a:ext uri="{28A0092B-C50C-407E-A947-70E740481C1C}">
                <a14:useLocalDpi xmlns:a14="http://schemas.microsoft.com/office/drawing/2010/main"/>
              </a:ext>
            </a:extLst>
          </a:blip>
          <a:stretch>
            <a:fillRect/>
          </a:stretch>
        </p:blipFill>
        <p:spPr>
          <a:xfrm>
            <a:off x="10357266" y="5419151"/>
            <a:ext cx="727101" cy="247403"/>
          </a:xfrm>
          <a:prstGeom prst="rect">
            <a:avLst/>
          </a:prstGeom>
        </p:spPr>
      </p:pic>
      <p:pic>
        <p:nvPicPr>
          <p:cNvPr id="134" name="Picture 133" descr="A picture containing table&#10;&#10;Description automatically generated">
            <a:extLst>
              <a:ext uri="{FF2B5EF4-FFF2-40B4-BE49-F238E27FC236}">
                <a16:creationId xmlns:a16="http://schemas.microsoft.com/office/drawing/2014/main" id="{C408B4DC-B8AF-0E11-A8DA-DA767E6D8A10}"/>
              </a:ext>
            </a:extLst>
          </p:cNvPr>
          <p:cNvPicPr>
            <a:picLocks noChangeAspect="1"/>
          </p:cNvPicPr>
          <p:nvPr/>
        </p:nvPicPr>
        <p:blipFill rotWithShape="1">
          <a:blip r:embed="rId13" cstate="screen">
            <a:extLst>
              <a:ext uri="{28A0092B-C50C-407E-A947-70E740481C1C}">
                <a14:useLocalDpi xmlns:a14="http://schemas.microsoft.com/office/drawing/2010/main"/>
              </a:ext>
            </a:extLst>
          </a:blip>
          <a:srcRect t="27598" b="25551"/>
          <a:stretch/>
        </p:blipFill>
        <p:spPr>
          <a:xfrm>
            <a:off x="10357266" y="5224892"/>
            <a:ext cx="667419" cy="164165"/>
          </a:xfrm>
          <a:prstGeom prst="rect">
            <a:avLst/>
          </a:prstGeom>
        </p:spPr>
      </p:pic>
      <p:sp>
        <p:nvSpPr>
          <p:cNvPr id="135" name="Rectangle: Rounded Corners 134">
            <a:extLst>
              <a:ext uri="{FF2B5EF4-FFF2-40B4-BE49-F238E27FC236}">
                <a16:creationId xmlns:a16="http://schemas.microsoft.com/office/drawing/2014/main" id="{73EF3EFF-561E-968E-4D00-F63E1BFFF664}"/>
              </a:ext>
            </a:extLst>
          </p:cNvPr>
          <p:cNvSpPr/>
          <p:nvPr/>
        </p:nvSpPr>
        <p:spPr>
          <a:xfrm>
            <a:off x="4817236" y="5812600"/>
            <a:ext cx="1181434" cy="352948"/>
          </a:xfrm>
          <a:prstGeom prst="roundRect">
            <a:avLst/>
          </a:prstGeom>
          <a:solidFill>
            <a:schemeClr val="bg1"/>
          </a:solidFill>
          <a:ln w="12700">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sz="1200">
              <a:solidFill>
                <a:schemeClr val="tx1"/>
              </a:solidFill>
              <a:latin typeface="Manrope Light"/>
            </a:endParaRPr>
          </a:p>
        </p:txBody>
      </p:sp>
      <p:sp>
        <p:nvSpPr>
          <p:cNvPr id="136" name="TextBox 52">
            <a:extLst>
              <a:ext uri="{FF2B5EF4-FFF2-40B4-BE49-F238E27FC236}">
                <a16:creationId xmlns:a16="http://schemas.microsoft.com/office/drawing/2014/main" id="{C83FD4C7-60B9-1DDD-4A5B-E3C8AFAA2EFD}"/>
              </a:ext>
            </a:extLst>
          </p:cNvPr>
          <p:cNvSpPr txBox="1"/>
          <p:nvPr/>
        </p:nvSpPr>
        <p:spPr>
          <a:xfrm>
            <a:off x="5016140" y="5871841"/>
            <a:ext cx="783625" cy="276999"/>
          </a:xfrm>
          <a:prstGeom prst="rect">
            <a:avLst/>
          </a:prstGeom>
        </p:spPr>
        <p:txBody>
          <a:bodyPr wrap="square">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defTabSz="457200">
              <a:defRPr/>
            </a:pPr>
            <a:r>
              <a:rPr lang="en-US" sz="1200" b="0" dirty="0">
                <a:latin typeface="Manrope Light"/>
                <a:cs typeface="Segoe UI" panose="020B0502040204020203" pitchFamily="34" charset="0"/>
              </a:rPr>
              <a:t>ERP</a:t>
            </a:r>
          </a:p>
        </p:txBody>
      </p:sp>
      <p:sp>
        <p:nvSpPr>
          <p:cNvPr id="137" name="Rectangle: Rounded Corners 136">
            <a:extLst>
              <a:ext uri="{FF2B5EF4-FFF2-40B4-BE49-F238E27FC236}">
                <a16:creationId xmlns:a16="http://schemas.microsoft.com/office/drawing/2014/main" id="{865A8C8D-D60F-FF39-8353-330BB75DD7C8}"/>
              </a:ext>
            </a:extLst>
          </p:cNvPr>
          <p:cNvSpPr/>
          <p:nvPr/>
        </p:nvSpPr>
        <p:spPr>
          <a:xfrm>
            <a:off x="6193331" y="5813100"/>
            <a:ext cx="1181434" cy="352948"/>
          </a:xfrm>
          <a:prstGeom prst="roundRect">
            <a:avLst/>
          </a:prstGeom>
          <a:solidFill>
            <a:schemeClr val="bg1"/>
          </a:solidFill>
          <a:ln w="12700">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sz="1200">
              <a:solidFill>
                <a:schemeClr val="tx1"/>
              </a:solidFill>
              <a:latin typeface="Manrope Light"/>
              <a:cs typeface="Segoe UI" panose="020B0502040204020203" pitchFamily="34" charset="0"/>
            </a:endParaRPr>
          </a:p>
        </p:txBody>
      </p:sp>
      <p:sp>
        <p:nvSpPr>
          <p:cNvPr id="138" name="TextBox 54">
            <a:extLst>
              <a:ext uri="{FF2B5EF4-FFF2-40B4-BE49-F238E27FC236}">
                <a16:creationId xmlns:a16="http://schemas.microsoft.com/office/drawing/2014/main" id="{91076FC4-853B-CD7D-CA61-0EA37B50924E}"/>
              </a:ext>
            </a:extLst>
          </p:cNvPr>
          <p:cNvSpPr txBox="1"/>
          <p:nvPr/>
        </p:nvSpPr>
        <p:spPr>
          <a:xfrm>
            <a:off x="6392235" y="5872341"/>
            <a:ext cx="783625" cy="276999"/>
          </a:xfrm>
          <a:prstGeom prst="rect">
            <a:avLst/>
          </a:prstGeom>
        </p:spPr>
        <p:txBody>
          <a:bodyPr wrap="square">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defTabSz="457200">
              <a:defRPr/>
            </a:pPr>
            <a:r>
              <a:rPr lang="en-US" sz="1200" b="0" dirty="0">
                <a:latin typeface="Manrope Light"/>
                <a:cs typeface="Segoe UI" panose="020B0502040204020203" pitchFamily="34" charset="0"/>
              </a:rPr>
              <a:t>3PL</a:t>
            </a:r>
          </a:p>
        </p:txBody>
      </p:sp>
      <p:sp>
        <p:nvSpPr>
          <p:cNvPr id="139" name="TextBox 55">
            <a:extLst>
              <a:ext uri="{FF2B5EF4-FFF2-40B4-BE49-F238E27FC236}">
                <a16:creationId xmlns:a16="http://schemas.microsoft.com/office/drawing/2014/main" id="{665AA8F3-C941-3F65-FFC1-741D7A479C24}"/>
              </a:ext>
            </a:extLst>
          </p:cNvPr>
          <p:cNvSpPr txBox="1"/>
          <p:nvPr/>
        </p:nvSpPr>
        <p:spPr>
          <a:xfrm>
            <a:off x="5342782" y="4954313"/>
            <a:ext cx="1506438" cy="276999"/>
          </a:xfrm>
          <a:prstGeom prst="rect">
            <a:avLst/>
          </a:prstGeom>
        </p:spPr>
        <p:txBody>
          <a:bodyPr wrap="square">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defTabSz="457200">
              <a:defRPr/>
            </a:pPr>
            <a:r>
              <a:rPr lang="en-US" sz="1200" b="0" dirty="0">
                <a:latin typeface="Manrope Light"/>
                <a:cs typeface="Segoe UI" panose="020B0502040204020203" pitchFamily="34" charset="0"/>
              </a:rPr>
              <a:t>OMS</a:t>
            </a:r>
          </a:p>
        </p:txBody>
      </p:sp>
      <p:cxnSp>
        <p:nvCxnSpPr>
          <p:cNvPr id="140" name="Connector: Elbow 139">
            <a:extLst>
              <a:ext uri="{FF2B5EF4-FFF2-40B4-BE49-F238E27FC236}">
                <a16:creationId xmlns:a16="http://schemas.microsoft.com/office/drawing/2014/main" id="{7D17850C-EDA9-E73F-4CAD-E5EAE74384F2}"/>
              </a:ext>
            </a:extLst>
          </p:cNvPr>
          <p:cNvCxnSpPr>
            <a:cxnSpLocks/>
          </p:cNvCxnSpPr>
          <p:nvPr/>
        </p:nvCxnSpPr>
        <p:spPr>
          <a:xfrm flipV="1">
            <a:off x="3772397" y="5121766"/>
            <a:ext cx="1293764" cy="248784"/>
          </a:xfrm>
          <a:prstGeom prst="bentConnector3">
            <a:avLst>
              <a:gd name="adj1" fmla="val 50000"/>
            </a:avLst>
          </a:prstGeom>
          <a:ln w="12700">
            <a:solidFill>
              <a:schemeClr val="bg1">
                <a:lumMod val="75000"/>
              </a:schemeClr>
            </a:solidFill>
            <a:headEnd type="triangl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141" name="Straight Arrow Connector 140">
            <a:extLst>
              <a:ext uri="{FF2B5EF4-FFF2-40B4-BE49-F238E27FC236}">
                <a16:creationId xmlns:a16="http://schemas.microsoft.com/office/drawing/2014/main" id="{DE847DF4-E01D-D435-34B8-EA4BB90DF6EF}"/>
              </a:ext>
            </a:extLst>
          </p:cNvPr>
          <p:cNvCxnSpPr>
            <a:cxnSpLocks/>
          </p:cNvCxnSpPr>
          <p:nvPr/>
        </p:nvCxnSpPr>
        <p:spPr>
          <a:xfrm>
            <a:off x="7343321" y="3074611"/>
            <a:ext cx="1100831" cy="0"/>
          </a:xfrm>
          <a:prstGeom prst="straightConnector1">
            <a:avLst/>
          </a:prstGeom>
          <a:ln w="12700">
            <a:solidFill>
              <a:schemeClr val="bg1">
                <a:lumMod val="75000"/>
              </a:schemeClr>
            </a:solidFill>
            <a:headEnd type="triangl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142" name="Connector: Elbow 141">
            <a:extLst>
              <a:ext uri="{FF2B5EF4-FFF2-40B4-BE49-F238E27FC236}">
                <a16:creationId xmlns:a16="http://schemas.microsoft.com/office/drawing/2014/main" id="{DDA820D9-4674-59CB-62AC-A1DAF6B445B3}"/>
              </a:ext>
            </a:extLst>
          </p:cNvPr>
          <p:cNvCxnSpPr>
            <a:cxnSpLocks/>
          </p:cNvCxnSpPr>
          <p:nvPr/>
        </p:nvCxnSpPr>
        <p:spPr>
          <a:xfrm rot="10800000">
            <a:off x="7339438" y="3223239"/>
            <a:ext cx="1067716" cy="418477"/>
          </a:xfrm>
          <a:prstGeom prst="bentConnector3">
            <a:avLst>
              <a:gd name="adj1" fmla="val 43348"/>
            </a:avLst>
          </a:prstGeom>
          <a:ln w="12700">
            <a:solidFill>
              <a:schemeClr val="bg1">
                <a:lumMod val="75000"/>
              </a:schemeClr>
            </a:solidFill>
            <a:headEnd type="triangl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143" name="Connector: Elbow 142">
            <a:extLst>
              <a:ext uri="{FF2B5EF4-FFF2-40B4-BE49-F238E27FC236}">
                <a16:creationId xmlns:a16="http://schemas.microsoft.com/office/drawing/2014/main" id="{33F3C822-DC90-5070-82EB-9D7AEFE5D427}"/>
              </a:ext>
            </a:extLst>
          </p:cNvPr>
          <p:cNvCxnSpPr>
            <a:cxnSpLocks/>
          </p:cNvCxnSpPr>
          <p:nvPr/>
        </p:nvCxnSpPr>
        <p:spPr>
          <a:xfrm rot="10800000">
            <a:off x="7213154" y="3491373"/>
            <a:ext cx="1211251" cy="704999"/>
          </a:xfrm>
          <a:prstGeom prst="bentConnector3">
            <a:avLst>
              <a:gd name="adj1" fmla="val 50000"/>
            </a:avLst>
          </a:prstGeom>
          <a:ln w="12700">
            <a:solidFill>
              <a:schemeClr val="bg1">
                <a:lumMod val="75000"/>
              </a:schemeClr>
            </a:solidFill>
            <a:headEnd type="triangl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144" name="Connector: Elbow 143">
            <a:extLst>
              <a:ext uri="{FF2B5EF4-FFF2-40B4-BE49-F238E27FC236}">
                <a16:creationId xmlns:a16="http://schemas.microsoft.com/office/drawing/2014/main" id="{DBCAC4E7-7D7E-8F8B-9DE1-EFDBB3451E36}"/>
              </a:ext>
            </a:extLst>
          </p:cNvPr>
          <p:cNvCxnSpPr>
            <a:cxnSpLocks/>
          </p:cNvCxnSpPr>
          <p:nvPr/>
        </p:nvCxnSpPr>
        <p:spPr>
          <a:xfrm rot="10800000">
            <a:off x="7125842" y="3698999"/>
            <a:ext cx="1281313" cy="1085559"/>
          </a:xfrm>
          <a:prstGeom prst="bentConnector3">
            <a:avLst>
              <a:gd name="adj1" fmla="val 62471"/>
            </a:avLst>
          </a:prstGeom>
          <a:ln w="12700">
            <a:solidFill>
              <a:schemeClr val="bg1">
                <a:lumMod val="75000"/>
              </a:schemeClr>
            </a:solidFill>
            <a:headEnd type="triangl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145" name="Straight Arrow Connector 144">
            <a:extLst>
              <a:ext uri="{FF2B5EF4-FFF2-40B4-BE49-F238E27FC236}">
                <a16:creationId xmlns:a16="http://schemas.microsoft.com/office/drawing/2014/main" id="{4AFED98C-9F1C-C0AD-CC54-79DA265EF5C8}"/>
              </a:ext>
            </a:extLst>
          </p:cNvPr>
          <p:cNvCxnSpPr>
            <a:cxnSpLocks/>
          </p:cNvCxnSpPr>
          <p:nvPr/>
        </p:nvCxnSpPr>
        <p:spPr>
          <a:xfrm>
            <a:off x="7080122" y="4954032"/>
            <a:ext cx="1320680" cy="0"/>
          </a:xfrm>
          <a:prstGeom prst="straightConnector1">
            <a:avLst/>
          </a:prstGeom>
          <a:ln w="12700">
            <a:solidFill>
              <a:schemeClr val="bg1">
                <a:lumMod val="75000"/>
              </a:schemeClr>
            </a:solidFill>
            <a:headEnd type="triangl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146" name="Straight Arrow Connector 145">
            <a:extLst>
              <a:ext uri="{FF2B5EF4-FFF2-40B4-BE49-F238E27FC236}">
                <a16:creationId xmlns:a16="http://schemas.microsoft.com/office/drawing/2014/main" id="{1F76A708-8E79-DB02-B7DE-E1E3D06F0342}"/>
              </a:ext>
            </a:extLst>
          </p:cNvPr>
          <p:cNvCxnSpPr>
            <a:cxnSpLocks/>
          </p:cNvCxnSpPr>
          <p:nvPr/>
        </p:nvCxnSpPr>
        <p:spPr>
          <a:xfrm flipH="1">
            <a:off x="6936748" y="3958719"/>
            <a:ext cx="438017" cy="0"/>
          </a:xfrm>
          <a:prstGeom prst="straightConnector1">
            <a:avLst/>
          </a:prstGeom>
          <a:ln w="19050">
            <a:solidFill>
              <a:schemeClr val="bg1">
                <a:lumMod val="75000"/>
              </a:schemeClr>
            </a:solidFill>
            <a:tailEnd type="triangle"/>
          </a:ln>
        </p:spPr>
        <p:style>
          <a:lnRef idx="1">
            <a:schemeClr val="dk1"/>
          </a:lnRef>
          <a:fillRef idx="0">
            <a:schemeClr val="dk1"/>
          </a:fillRef>
          <a:effectRef idx="0">
            <a:schemeClr val="dk1"/>
          </a:effectRef>
          <a:fontRef idx="minor">
            <a:schemeClr val="tx1"/>
          </a:fontRef>
        </p:style>
      </p:cxnSp>
      <p:cxnSp>
        <p:nvCxnSpPr>
          <p:cNvPr id="147" name="Straight Arrow Connector 146">
            <a:extLst>
              <a:ext uri="{FF2B5EF4-FFF2-40B4-BE49-F238E27FC236}">
                <a16:creationId xmlns:a16="http://schemas.microsoft.com/office/drawing/2014/main" id="{CBF7BDC6-C159-758E-9DC1-908D32498E88}"/>
              </a:ext>
            </a:extLst>
          </p:cNvPr>
          <p:cNvCxnSpPr>
            <a:cxnSpLocks/>
          </p:cNvCxnSpPr>
          <p:nvPr/>
        </p:nvCxnSpPr>
        <p:spPr>
          <a:xfrm>
            <a:off x="7374765" y="5408258"/>
            <a:ext cx="1060414" cy="0"/>
          </a:xfrm>
          <a:prstGeom prst="straightConnector1">
            <a:avLst/>
          </a:prstGeom>
          <a:ln w="12700">
            <a:solidFill>
              <a:schemeClr val="bg1">
                <a:lumMod val="75000"/>
              </a:schemeClr>
            </a:solidFill>
            <a:tailEnd type="triangle"/>
          </a:ln>
        </p:spPr>
        <p:style>
          <a:lnRef idx="1">
            <a:schemeClr val="dk1"/>
          </a:lnRef>
          <a:fillRef idx="0">
            <a:schemeClr val="dk1"/>
          </a:fillRef>
          <a:effectRef idx="0">
            <a:schemeClr val="dk1"/>
          </a:effectRef>
          <a:fontRef idx="minor">
            <a:schemeClr val="tx1"/>
          </a:fontRef>
        </p:style>
      </p:cxnSp>
      <p:cxnSp>
        <p:nvCxnSpPr>
          <p:cNvPr id="148" name="Straight Connector 147">
            <a:extLst>
              <a:ext uri="{FF2B5EF4-FFF2-40B4-BE49-F238E27FC236}">
                <a16:creationId xmlns:a16="http://schemas.microsoft.com/office/drawing/2014/main" id="{FC1F64AE-0CAB-1648-4349-ABC7135A7467}"/>
              </a:ext>
            </a:extLst>
          </p:cNvPr>
          <p:cNvCxnSpPr/>
          <p:nvPr/>
        </p:nvCxnSpPr>
        <p:spPr>
          <a:xfrm>
            <a:off x="7374765" y="3948843"/>
            <a:ext cx="0" cy="1459415"/>
          </a:xfrm>
          <a:prstGeom prst="line">
            <a:avLst/>
          </a:prstGeom>
          <a:ln w="12700">
            <a:solidFill>
              <a:schemeClr val="bg1">
                <a:lumMod val="75000"/>
              </a:schemeClr>
            </a:solidFill>
          </a:ln>
        </p:spPr>
        <p:style>
          <a:lnRef idx="1">
            <a:schemeClr val="dk1"/>
          </a:lnRef>
          <a:fillRef idx="0">
            <a:schemeClr val="dk1"/>
          </a:fillRef>
          <a:effectRef idx="0">
            <a:schemeClr val="dk1"/>
          </a:effectRef>
          <a:fontRef idx="minor">
            <a:schemeClr val="tx1"/>
          </a:fontRef>
        </p:style>
      </p:cxnSp>
      <p:sp>
        <p:nvSpPr>
          <p:cNvPr id="149" name="TextBox 65">
            <a:extLst>
              <a:ext uri="{FF2B5EF4-FFF2-40B4-BE49-F238E27FC236}">
                <a16:creationId xmlns:a16="http://schemas.microsoft.com/office/drawing/2014/main" id="{7799EA4F-8EF3-B149-1C0D-9B9607A34CED}"/>
              </a:ext>
            </a:extLst>
          </p:cNvPr>
          <p:cNvSpPr txBox="1"/>
          <p:nvPr/>
        </p:nvSpPr>
        <p:spPr>
          <a:xfrm>
            <a:off x="5342781" y="2203077"/>
            <a:ext cx="1506438" cy="461665"/>
          </a:xfrm>
          <a:prstGeom prst="rect">
            <a:avLst/>
          </a:prstGeom>
        </p:spPr>
        <p:txBody>
          <a:bodyPr wrap="square">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defTabSz="457200">
              <a:defRPr/>
            </a:pPr>
            <a:r>
              <a:rPr lang="en-US" sz="1200" b="0" dirty="0">
                <a:latin typeface="Manrope Light"/>
                <a:cs typeface="Segoe UI" panose="020B0502040204020203" pitchFamily="34" charset="0"/>
              </a:rPr>
              <a:t>eCommerce</a:t>
            </a:r>
          </a:p>
          <a:p>
            <a:pPr algn="ctr" defTabSz="457200">
              <a:defRPr/>
            </a:pPr>
            <a:r>
              <a:rPr lang="en-US" sz="1200" b="0" dirty="0">
                <a:latin typeface="Manrope Light"/>
                <a:cs typeface="Segoe UI" panose="020B0502040204020203" pitchFamily="34" charset="0"/>
              </a:rPr>
              <a:t>PLATFORM</a:t>
            </a:r>
          </a:p>
        </p:txBody>
      </p:sp>
      <p:cxnSp>
        <p:nvCxnSpPr>
          <p:cNvPr id="150" name="Straight Arrow Connector 149">
            <a:extLst>
              <a:ext uri="{FF2B5EF4-FFF2-40B4-BE49-F238E27FC236}">
                <a16:creationId xmlns:a16="http://schemas.microsoft.com/office/drawing/2014/main" id="{D150DB84-12BB-7F89-0FFB-4EB216C9E2F0}"/>
              </a:ext>
            </a:extLst>
          </p:cNvPr>
          <p:cNvCxnSpPr>
            <a:cxnSpLocks/>
          </p:cNvCxnSpPr>
          <p:nvPr/>
        </p:nvCxnSpPr>
        <p:spPr>
          <a:xfrm>
            <a:off x="6096001" y="1690646"/>
            <a:ext cx="0" cy="210019"/>
          </a:xfrm>
          <a:prstGeom prst="straightConnector1">
            <a:avLst/>
          </a:prstGeom>
          <a:ln w="12700">
            <a:solidFill>
              <a:schemeClr val="bg1">
                <a:lumMod val="75000"/>
              </a:schemeClr>
            </a:solidFill>
            <a:tailEnd type="triangle"/>
          </a:ln>
        </p:spPr>
        <p:style>
          <a:lnRef idx="1">
            <a:schemeClr val="dk1"/>
          </a:lnRef>
          <a:fillRef idx="0">
            <a:schemeClr val="dk1"/>
          </a:fillRef>
          <a:effectRef idx="0">
            <a:schemeClr val="dk1"/>
          </a:effectRef>
          <a:fontRef idx="minor">
            <a:schemeClr val="tx1"/>
          </a:fontRef>
        </p:style>
      </p:cxnSp>
      <p:sp>
        <p:nvSpPr>
          <p:cNvPr id="151" name="TextBox 67">
            <a:extLst>
              <a:ext uri="{FF2B5EF4-FFF2-40B4-BE49-F238E27FC236}">
                <a16:creationId xmlns:a16="http://schemas.microsoft.com/office/drawing/2014/main" id="{34D4DCF5-F668-791D-4522-28F168786A42}"/>
              </a:ext>
            </a:extLst>
          </p:cNvPr>
          <p:cNvSpPr txBox="1"/>
          <p:nvPr/>
        </p:nvSpPr>
        <p:spPr>
          <a:xfrm rot="20491713">
            <a:off x="5520997" y="2745336"/>
            <a:ext cx="1394456" cy="1217193"/>
          </a:xfrm>
          <a:prstGeom prst="rect">
            <a:avLst/>
          </a:prstGeom>
          <a:noFill/>
        </p:spPr>
        <p:txBody>
          <a:bodyPr spcFirstLastPara="1" wrap="square" lIns="91440" tIns="45720" rIns="91440" bIns="45720" numCol="1" rtlCol="0" anchor="t">
            <a:prstTxWarp prst="textArchDown">
              <a:avLst/>
            </a:prstTxWarp>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US" sz="1200" b="1">
                <a:latin typeface="Manrope Light"/>
                <a:ea typeface="Lato"/>
                <a:cs typeface="Lato"/>
              </a:rPr>
              <a:t>SHOP</a:t>
            </a:r>
          </a:p>
        </p:txBody>
      </p:sp>
      <p:cxnSp>
        <p:nvCxnSpPr>
          <p:cNvPr id="152" name="Straight Connector 151">
            <a:extLst>
              <a:ext uri="{FF2B5EF4-FFF2-40B4-BE49-F238E27FC236}">
                <a16:creationId xmlns:a16="http://schemas.microsoft.com/office/drawing/2014/main" id="{307DDAD2-3BE7-E6B8-98D7-D989E7DE03D7}"/>
              </a:ext>
            </a:extLst>
          </p:cNvPr>
          <p:cNvCxnSpPr>
            <a:cxnSpLocks/>
          </p:cNvCxnSpPr>
          <p:nvPr/>
        </p:nvCxnSpPr>
        <p:spPr>
          <a:xfrm>
            <a:off x="6097772" y="3904453"/>
            <a:ext cx="0" cy="172182"/>
          </a:xfrm>
          <a:prstGeom prst="line">
            <a:avLst/>
          </a:prstGeom>
          <a:ln w="12700">
            <a:solidFill>
              <a:schemeClr val="bg1">
                <a:lumMod val="75000"/>
              </a:schemeClr>
            </a:solidFill>
          </a:ln>
        </p:spPr>
        <p:style>
          <a:lnRef idx="1">
            <a:schemeClr val="dk1"/>
          </a:lnRef>
          <a:fillRef idx="0">
            <a:schemeClr val="dk1"/>
          </a:fillRef>
          <a:effectRef idx="0">
            <a:schemeClr val="dk1"/>
          </a:effectRef>
          <a:fontRef idx="minor">
            <a:schemeClr val="tx1"/>
          </a:fontRef>
        </p:style>
      </p:cxnSp>
      <p:pic>
        <p:nvPicPr>
          <p:cNvPr id="154" name="Picture 153" descr="Salesforce Logo transparent PNG - StickPNG">
            <a:extLst>
              <a:ext uri="{FF2B5EF4-FFF2-40B4-BE49-F238E27FC236}">
                <a16:creationId xmlns:a16="http://schemas.microsoft.com/office/drawing/2014/main" id="{8D1F66CE-2116-08DC-E051-C00E7BE20FDF}"/>
              </a:ext>
            </a:extLst>
          </p:cNvPr>
          <p:cNvPicPr>
            <a:picLocks noChangeAspect="1" noChangeArrowheads="1"/>
          </p:cNvPicPr>
          <p:nvPr/>
        </p:nvPicPr>
        <p:blipFill>
          <a:blip r:embed="rId14" cstate="screen">
            <a:extLst>
              <a:ext uri="{28A0092B-C50C-407E-A947-70E740481C1C}">
                <a14:useLocalDpi xmlns:a14="http://schemas.microsoft.com/office/drawing/2010/main"/>
              </a:ext>
            </a:extLst>
          </a:blip>
          <a:srcRect/>
          <a:stretch>
            <a:fillRect/>
          </a:stretch>
        </p:blipFill>
        <p:spPr bwMode="auto">
          <a:xfrm>
            <a:off x="1005776" y="2326851"/>
            <a:ext cx="648322" cy="455963"/>
          </a:xfrm>
          <a:prstGeom prst="rect">
            <a:avLst/>
          </a:prstGeom>
          <a:noFill/>
          <a:extLst>
            <a:ext uri="{909E8E84-426E-40DD-AFC4-6F175D3DCCD1}">
              <a14:hiddenFill xmlns:a14="http://schemas.microsoft.com/office/drawing/2010/main">
                <a:solidFill>
                  <a:srgbClr val="FFFFFF"/>
                </a:solidFill>
              </a14:hiddenFill>
            </a:ext>
          </a:extLst>
        </p:spPr>
      </p:pic>
      <p:pic>
        <p:nvPicPr>
          <p:cNvPr id="155" name="Picture 154">
            <a:extLst>
              <a:ext uri="{FF2B5EF4-FFF2-40B4-BE49-F238E27FC236}">
                <a16:creationId xmlns:a16="http://schemas.microsoft.com/office/drawing/2014/main" id="{46E31886-6F0B-BDE8-FBE0-4CEE06BF1C11}"/>
              </a:ext>
            </a:extLst>
          </p:cNvPr>
          <p:cNvPicPr>
            <a:picLocks noChangeAspect="1" noChangeArrowheads="1"/>
          </p:cNvPicPr>
          <p:nvPr/>
        </p:nvPicPr>
        <p:blipFill>
          <a:blip r:embed="rId15" cstate="screen">
            <a:extLst>
              <a:ext uri="{28A0092B-C50C-407E-A947-70E740481C1C}">
                <a14:useLocalDpi xmlns:a14="http://schemas.microsoft.com/office/drawing/2010/main"/>
              </a:ext>
            </a:extLst>
          </a:blip>
          <a:srcRect/>
          <a:stretch>
            <a:fillRect/>
          </a:stretch>
        </p:blipFill>
        <p:spPr bwMode="auto">
          <a:xfrm>
            <a:off x="10357266" y="4903100"/>
            <a:ext cx="854429" cy="124159"/>
          </a:xfrm>
          <a:prstGeom prst="rect">
            <a:avLst/>
          </a:prstGeom>
          <a:noFill/>
          <a:extLst>
            <a:ext uri="{909E8E84-426E-40DD-AFC4-6F175D3DCCD1}">
              <a14:hiddenFill xmlns:a14="http://schemas.microsoft.com/office/drawing/2010/main">
                <a:solidFill>
                  <a:srgbClr val="FFFFFF"/>
                </a:solidFill>
              </a14:hiddenFill>
            </a:ext>
          </a:extLst>
        </p:spPr>
      </p:pic>
      <p:cxnSp>
        <p:nvCxnSpPr>
          <p:cNvPr id="157" name="Straight Arrow Connector 156">
            <a:extLst>
              <a:ext uri="{FF2B5EF4-FFF2-40B4-BE49-F238E27FC236}">
                <a16:creationId xmlns:a16="http://schemas.microsoft.com/office/drawing/2014/main" id="{928D57AA-6659-5060-58B1-4AFF5AC40BD6}"/>
              </a:ext>
            </a:extLst>
          </p:cNvPr>
          <p:cNvCxnSpPr>
            <a:cxnSpLocks/>
          </p:cNvCxnSpPr>
          <p:nvPr/>
        </p:nvCxnSpPr>
        <p:spPr>
          <a:xfrm>
            <a:off x="7368721" y="2592011"/>
            <a:ext cx="1100831" cy="0"/>
          </a:xfrm>
          <a:prstGeom prst="straightConnector1">
            <a:avLst/>
          </a:prstGeom>
          <a:ln w="12700">
            <a:solidFill>
              <a:schemeClr val="bg1">
                <a:lumMod val="75000"/>
              </a:schemeClr>
            </a:solidFill>
            <a:headEnd type="triangle" w="med" len="med"/>
            <a:tailEnd type="triangle" w="med" len="med"/>
          </a:ln>
        </p:spPr>
        <p:style>
          <a:lnRef idx="1">
            <a:schemeClr val="accent1"/>
          </a:lnRef>
          <a:fillRef idx="0">
            <a:schemeClr val="accent1"/>
          </a:fillRef>
          <a:effectRef idx="0">
            <a:schemeClr val="accent1"/>
          </a:effectRef>
          <a:fontRef idx="minor">
            <a:schemeClr val="tx1"/>
          </a:fontRef>
        </p:style>
      </p:cxnSp>
      <p:grpSp>
        <p:nvGrpSpPr>
          <p:cNvPr id="18" name="Group 17">
            <a:extLst>
              <a:ext uri="{FF2B5EF4-FFF2-40B4-BE49-F238E27FC236}">
                <a16:creationId xmlns:a16="http://schemas.microsoft.com/office/drawing/2014/main" id="{C96E95D0-66A9-A91B-734C-E5F93E29E37D}"/>
              </a:ext>
            </a:extLst>
          </p:cNvPr>
          <p:cNvGrpSpPr/>
          <p:nvPr/>
        </p:nvGrpSpPr>
        <p:grpSpPr>
          <a:xfrm>
            <a:off x="10357266" y="2391725"/>
            <a:ext cx="1084707" cy="355882"/>
            <a:chOff x="10301896" y="2347121"/>
            <a:chExt cx="1084707" cy="355882"/>
          </a:xfrm>
        </p:grpSpPr>
        <p:pic>
          <p:nvPicPr>
            <p:cNvPr id="158" name="Picture 157" descr="Zuora logo in transparent PNG and vectorized SVG formats">
              <a:extLst>
                <a:ext uri="{FF2B5EF4-FFF2-40B4-BE49-F238E27FC236}">
                  <a16:creationId xmlns:a16="http://schemas.microsoft.com/office/drawing/2014/main" id="{92FCF7F8-B16F-5925-9108-CC6910F92604}"/>
                </a:ext>
              </a:extLst>
            </p:cNvPr>
            <p:cNvPicPr>
              <a:picLocks noChangeAspect="1" noChangeArrowheads="1"/>
            </p:cNvPicPr>
            <p:nvPr/>
          </p:nvPicPr>
          <p:blipFill>
            <a:blip r:embed="rId16" cstate="screen">
              <a:extLst>
                <a:ext uri="{28A0092B-C50C-407E-A947-70E740481C1C}">
                  <a14:useLocalDpi xmlns:a14="http://schemas.microsoft.com/office/drawing/2010/main"/>
                </a:ext>
              </a:extLst>
            </a:blip>
            <a:srcRect/>
            <a:stretch>
              <a:fillRect/>
            </a:stretch>
          </p:blipFill>
          <p:spPr bwMode="auto">
            <a:xfrm>
              <a:off x="10301896" y="2449811"/>
              <a:ext cx="640377" cy="131577"/>
            </a:xfrm>
            <a:prstGeom prst="rect">
              <a:avLst/>
            </a:prstGeom>
            <a:noFill/>
            <a:extLst>
              <a:ext uri="{909E8E84-426E-40DD-AFC4-6F175D3DCCD1}">
                <a14:hiddenFill xmlns:a14="http://schemas.microsoft.com/office/drawing/2010/main">
                  <a:solidFill>
                    <a:srgbClr val="FFFFFF"/>
                  </a:solidFill>
                </a14:hiddenFill>
              </a:ext>
            </a:extLst>
          </p:spPr>
        </p:pic>
        <p:pic>
          <p:nvPicPr>
            <p:cNvPr id="159" name="Picture 158" descr="Skyvia Backup Reviews 2023: Details, Pricing, &amp; Features | G2">
              <a:extLst>
                <a:ext uri="{FF2B5EF4-FFF2-40B4-BE49-F238E27FC236}">
                  <a16:creationId xmlns:a16="http://schemas.microsoft.com/office/drawing/2014/main" id="{01A73ACC-F9A2-B039-AC19-CCDAE2F3BA9B}"/>
                </a:ext>
              </a:extLst>
            </p:cNvPr>
            <p:cNvPicPr>
              <a:picLocks noChangeAspect="1" noChangeArrowheads="1"/>
            </p:cNvPicPr>
            <p:nvPr/>
          </p:nvPicPr>
          <p:blipFill>
            <a:blip r:embed="rId17" cstate="screen">
              <a:extLst>
                <a:ext uri="{28A0092B-C50C-407E-A947-70E740481C1C}">
                  <a14:useLocalDpi xmlns:a14="http://schemas.microsoft.com/office/drawing/2010/main"/>
                </a:ext>
              </a:extLst>
            </a:blip>
            <a:srcRect/>
            <a:stretch>
              <a:fillRect/>
            </a:stretch>
          </p:blipFill>
          <p:spPr bwMode="auto">
            <a:xfrm>
              <a:off x="11030721" y="2347121"/>
              <a:ext cx="355882" cy="355882"/>
            </a:xfrm>
            <a:prstGeom prst="rect">
              <a:avLst/>
            </a:prstGeom>
            <a:noFill/>
            <a:extLst>
              <a:ext uri="{909E8E84-426E-40DD-AFC4-6F175D3DCCD1}">
                <a14:hiddenFill xmlns:a14="http://schemas.microsoft.com/office/drawing/2010/main">
                  <a:solidFill>
                    <a:srgbClr val="FFFFFF"/>
                  </a:solidFill>
                </a14:hiddenFill>
              </a:ext>
            </a:extLst>
          </p:spPr>
        </p:pic>
        <p:sp>
          <p:nvSpPr>
            <p:cNvPr id="160" name="TextBox 76">
              <a:extLst>
                <a:ext uri="{FF2B5EF4-FFF2-40B4-BE49-F238E27FC236}">
                  <a16:creationId xmlns:a16="http://schemas.microsoft.com/office/drawing/2014/main" id="{CB908D6F-8076-880B-E023-06457C16F77D}"/>
                </a:ext>
              </a:extLst>
            </p:cNvPr>
            <p:cNvSpPr txBox="1"/>
            <p:nvPr/>
          </p:nvSpPr>
          <p:spPr>
            <a:xfrm>
              <a:off x="10949751" y="2384620"/>
              <a:ext cx="142616" cy="276999"/>
            </a:xfrm>
            <a:prstGeom prst="rect">
              <a:avLst/>
            </a:prstGeom>
            <a:noFill/>
          </p:spPr>
          <p:txBody>
            <a:bodyPr wrap="squar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US" sz="1200" dirty="0">
                  <a:latin typeface="Manrope Light"/>
                </a:rPr>
                <a:t>+</a:t>
              </a:r>
            </a:p>
          </p:txBody>
        </p:sp>
      </p:grpSp>
      <p:sp>
        <p:nvSpPr>
          <p:cNvPr id="23" name="Rectangle: Rounded Corners 22">
            <a:extLst>
              <a:ext uri="{FF2B5EF4-FFF2-40B4-BE49-F238E27FC236}">
                <a16:creationId xmlns:a16="http://schemas.microsoft.com/office/drawing/2014/main" id="{F0FD276C-1C33-03A5-C218-CB09840CBC6F}"/>
              </a:ext>
            </a:extLst>
          </p:cNvPr>
          <p:cNvSpPr/>
          <p:nvPr/>
        </p:nvSpPr>
        <p:spPr>
          <a:xfrm>
            <a:off x="2062654" y="4673651"/>
            <a:ext cx="1607592" cy="352948"/>
          </a:xfrm>
          <a:prstGeom prst="roundRect">
            <a:avLst/>
          </a:prstGeom>
          <a:solidFill>
            <a:srgbClr val="3C2DDA"/>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sz="1100">
              <a:solidFill>
                <a:schemeClr val="bg1"/>
              </a:solidFill>
              <a:latin typeface="Manrope Light"/>
            </a:endParaRPr>
          </a:p>
        </p:txBody>
      </p:sp>
      <p:sp>
        <p:nvSpPr>
          <p:cNvPr id="24" name="Rectangle: Rounded Corners 23">
            <a:extLst>
              <a:ext uri="{FF2B5EF4-FFF2-40B4-BE49-F238E27FC236}">
                <a16:creationId xmlns:a16="http://schemas.microsoft.com/office/drawing/2014/main" id="{C15AB16F-8A4B-A356-6832-6F98C177986F}"/>
              </a:ext>
            </a:extLst>
          </p:cNvPr>
          <p:cNvSpPr/>
          <p:nvPr/>
        </p:nvSpPr>
        <p:spPr>
          <a:xfrm>
            <a:off x="2062654" y="5252374"/>
            <a:ext cx="1607592" cy="352948"/>
          </a:xfrm>
          <a:prstGeom prst="roundRect">
            <a:avLst/>
          </a:prstGeom>
          <a:solidFill>
            <a:srgbClr val="3C2DDA"/>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lnSpc>
                <a:spcPct val="90000"/>
              </a:lnSpc>
            </a:pPr>
            <a:r>
              <a:rPr lang="en-US" sz="1100" dirty="0">
                <a:solidFill>
                  <a:schemeClr val="bg1"/>
                </a:solidFill>
                <a:latin typeface="Manrope Light"/>
                <a:cs typeface="Segoe UI" panose="020B0502040204020203" pitchFamily="34" charset="0"/>
              </a:rPr>
              <a:t>FINANCIALS &amp; REPORTING</a:t>
            </a:r>
          </a:p>
        </p:txBody>
      </p:sp>
      <p:sp>
        <p:nvSpPr>
          <p:cNvPr id="120" name="Rectangle: Rounded Corners 119">
            <a:extLst>
              <a:ext uri="{FF2B5EF4-FFF2-40B4-BE49-F238E27FC236}">
                <a16:creationId xmlns:a16="http://schemas.microsoft.com/office/drawing/2014/main" id="{348317AF-23EA-737D-ABAD-76E60EB4A4AF}"/>
              </a:ext>
            </a:extLst>
          </p:cNvPr>
          <p:cNvSpPr/>
          <p:nvPr/>
        </p:nvSpPr>
        <p:spPr>
          <a:xfrm>
            <a:off x="2062654" y="2937476"/>
            <a:ext cx="1607592" cy="352948"/>
          </a:xfrm>
          <a:prstGeom prst="roundRect">
            <a:avLst/>
          </a:prstGeom>
          <a:solidFill>
            <a:srgbClr val="3C2DDA"/>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sz="1100" b="1">
              <a:solidFill>
                <a:schemeClr val="bg1"/>
              </a:solidFill>
              <a:latin typeface="Manrope Light"/>
              <a:cs typeface="Segoe UI" panose="020B0502040204020203" pitchFamily="34" charset="0"/>
            </a:endParaRPr>
          </a:p>
        </p:txBody>
      </p:sp>
      <p:sp>
        <p:nvSpPr>
          <p:cNvPr id="121" name="TextBox 37">
            <a:extLst>
              <a:ext uri="{FF2B5EF4-FFF2-40B4-BE49-F238E27FC236}">
                <a16:creationId xmlns:a16="http://schemas.microsoft.com/office/drawing/2014/main" id="{141C84F9-289E-7CAD-3D00-4AE7931DD264}"/>
              </a:ext>
            </a:extLst>
          </p:cNvPr>
          <p:cNvSpPr txBox="1"/>
          <p:nvPr/>
        </p:nvSpPr>
        <p:spPr>
          <a:xfrm>
            <a:off x="2203451" y="2981431"/>
            <a:ext cx="1325998" cy="276999"/>
          </a:xfrm>
          <a:prstGeom prst="rect">
            <a:avLst/>
          </a:prstGeom>
        </p:spPr>
        <p:txBody>
          <a:bodyPr wrap="square">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defTabSz="457200">
              <a:defRPr/>
            </a:pPr>
            <a:r>
              <a:rPr lang="en-US" sz="1200" b="0" dirty="0">
                <a:solidFill>
                  <a:schemeClr val="bg1"/>
                </a:solidFill>
                <a:latin typeface="Manrope Light"/>
                <a:cs typeface="Segoe UI" panose="020B0502040204020203" pitchFamily="34" charset="0"/>
              </a:rPr>
              <a:t>CMS</a:t>
            </a:r>
          </a:p>
        </p:txBody>
      </p:sp>
      <p:sp>
        <p:nvSpPr>
          <p:cNvPr id="122" name="Rectangle: Rounded Corners 121">
            <a:extLst>
              <a:ext uri="{FF2B5EF4-FFF2-40B4-BE49-F238E27FC236}">
                <a16:creationId xmlns:a16="http://schemas.microsoft.com/office/drawing/2014/main" id="{7796FEDD-A691-0F38-A4B0-712E7C2C3802}"/>
              </a:ext>
            </a:extLst>
          </p:cNvPr>
          <p:cNvSpPr/>
          <p:nvPr/>
        </p:nvSpPr>
        <p:spPr>
          <a:xfrm>
            <a:off x="2062654" y="3516201"/>
            <a:ext cx="1607592" cy="352948"/>
          </a:xfrm>
          <a:prstGeom prst="roundRect">
            <a:avLst/>
          </a:prstGeom>
          <a:solidFill>
            <a:srgbClr val="3C2DDA"/>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sz="1100">
              <a:solidFill>
                <a:schemeClr val="bg1"/>
              </a:solidFill>
              <a:latin typeface="Manrope Light"/>
            </a:endParaRPr>
          </a:p>
        </p:txBody>
      </p:sp>
      <p:sp>
        <p:nvSpPr>
          <p:cNvPr id="123" name="TextBox 39">
            <a:extLst>
              <a:ext uri="{FF2B5EF4-FFF2-40B4-BE49-F238E27FC236}">
                <a16:creationId xmlns:a16="http://schemas.microsoft.com/office/drawing/2014/main" id="{856A946A-F833-35DE-9DA4-3530578DA36F}"/>
              </a:ext>
            </a:extLst>
          </p:cNvPr>
          <p:cNvSpPr txBox="1"/>
          <p:nvPr/>
        </p:nvSpPr>
        <p:spPr>
          <a:xfrm>
            <a:off x="2203451" y="3560156"/>
            <a:ext cx="1325998" cy="276999"/>
          </a:xfrm>
          <a:prstGeom prst="rect">
            <a:avLst/>
          </a:prstGeom>
        </p:spPr>
        <p:txBody>
          <a:bodyPr wrap="square">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defTabSz="457200">
              <a:defRPr/>
            </a:pPr>
            <a:r>
              <a:rPr lang="en-US" sz="1200" b="0">
                <a:solidFill>
                  <a:schemeClr val="bg1"/>
                </a:solidFill>
                <a:latin typeface="Manrope Light"/>
                <a:cs typeface="Segoe UI" panose="020B0502040204020203" pitchFamily="34" charset="0"/>
              </a:rPr>
              <a:t>DAM</a:t>
            </a:r>
          </a:p>
        </p:txBody>
      </p:sp>
      <p:sp>
        <p:nvSpPr>
          <p:cNvPr id="124" name="Rectangle: Rounded Corners 123">
            <a:extLst>
              <a:ext uri="{FF2B5EF4-FFF2-40B4-BE49-F238E27FC236}">
                <a16:creationId xmlns:a16="http://schemas.microsoft.com/office/drawing/2014/main" id="{838760B2-CDEE-F6E5-5A02-84E4DF2C58F8}"/>
              </a:ext>
            </a:extLst>
          </p:cNvPr>
          <p:cNvSpPr/>
          <p:nvPr/>
        </p:nvSpPr>
        <p:spPr>
          <a:xfrm>
            <a:off x="2062654" y="4091844"/>
            <a:ext cx="1607592" cy="352948"/>
          </a:xfrm>
          <a:prstGeom prst="roundRect">
            <a:avLst/>
          </a:prstGeom>
          <a:solidFill>
            <a:srgbClr val="3C2DDA"/>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sz="1100">
              <a:solidFill>
                <a:schemeClr val="bg1"/>
              </a:solidFill>
              <a:latin typeface="Manrope Light"/>
              <a:cs typeface="Segoe UI" panose="020B0502040204020203" pitchFamily="34" charset="0"/>
            </a:endParaRPr>
          </a:p>
        </p:txBody>
      </p:sp>
      <p:sp>
        <p:nvSpPr>
          <p:cNvPr id="125" name="TextBox 41">
            <a:extLst>
              <a:ext uri="{FF2B5EF4-FFF2-40B4-BE49-F238E27FC236}">
                <a16:creationId xmlns:a16="http://schemas.microsoft.com/office/drawing/2014/main" id="{F17EEC41-9B5C-0706-152F-EC9E0A45FB9D}"/>
              </a:ext>
            </a:extLst>
          </p:cNvPr>
          <p:cNvSpPr txBox="1"/>
          <p:nvPr/>
        </p:nvSpPr>
        <p:spPr>
          <a:xfrm>
            <a:off x="2203451" y="4135799"/>
            <a:ext cx="1325998" cy="276999"/>
          </a:xfrm>
          <a:prstGeom prst="rect">
            <a:avLst/>
          </a:prstGeom>
        </p:spPr>
        <p:txBody>
          <a:bodyPr wrap="square">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defTabSz="457200">
              <a:defRPr/>
            </a:pPr>
            <a:r>
              <a:rPr lang="en-US" sz="1200" b="0">
                <a:solidFill>
                  <a:schemeClr val="bg1"/>
                </a:solidFill>
                <a:latin typeface="Manrope Light"/>
                <a:cs typeface="Segoe UI" panose="020B0502040204020203" pitchFamily="34" charset="0"/>
              </a:rPr>
              <a:t>SEARCH</a:t>
            </a:r>
          </a:p>
        </p:txBody>
      </p:sp>
      <p:sp>
        <p:nvSpPr>
          <p:cNvPr id="126" name="TextBox 42">
            <a:extLst>
              <a:ext uri="{FF2B5EF4-FFF2-40B4-BE49-F238E27FC236}">
                <a16:creationId xmlns:a16="http://schemas.microsoft.com/office/drawing/2014/main" id="{6E30803B-4548-F5FF-2EA7-9AA0A935FCC6}"/>
              </a:ext>
            </a:extLst>
          </p:cNvPr>
          <p:cNvSpPr txBox="1"/>
          <p:nvPr/>
        </p:nvSpPr>
        <p:spPr>
          <a:xfrm>
            <a:off x="2203451" y="4717606"/>
            <a:ext cx="1325998" cy="276999"/>
          </a:xfrm>
          <a:prstGeom prst="rect">
            <a:avLst/>
          </a:prstGeom>
        </p:spPr>
        <p:txBody>
          <a:bodyPr wrap="square">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defTabSz="457200">
              <a:defRPr/>
            </a:pPr>
            <a:r>
              <a:rPr lang="en-US" sz="1200" b="0" dirty="0">
                <a:solidFill>
                  <a:schemeClr val="bg1"/>
                </a:solidFill>
                <a:latin typeface="Manrope Light"/>
                <a:cs typeface="Segoe UI" panose="020B0502040204020203" pitchFamily="34" charset="0"/>
              </a:rPr>
              <a:t>PIM</a:t>
            </a:r>
          </a:p>
        </p:txBody>
      </p:sp>
      <p:sp>
        <p:nvSpPr>
          <p:cNvPr id="161" name="Rectangle: Rounded Corners 160">
            <a:extLst>
              <a:ext uri="{FF2B5EF4-FFF2-40B4-BE49-F238E27FC236}">
                <a16:creationId xmlns:a16="http://schemas.microsoft.com/office/drawing/2014/main" id="{EB04CBCC-6B0A-7078-9DDE-AE9160FF1677}"/>
              </a:ext>
            </a:extLst>
          </p:cNvPr>
          <p:cNvSpPr/>
          <p:nvPr/>
        </p:nvSpPr>
        <p:spPr>
          <a:xfrm>
            <a:off x="2062654" y="2378358"/>
            <a:ext cx="1607592" cy="352948"/>
          </a:xfrm>
          <a:prstGeom prst="roundRect">
            <a:avLst/>
          </a:prstGeom>
          <a:solidFill>
            <a:srgbClr val="3C2DDA"/>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n-US" sz="1100" dirty="0">
                <a:solidFill>
                  <a:schemeClr val="bg1"/>
                </a:solidFill>
                <a:latin typeface="Manrope Light"/>
                <a:cs typeface="Segoe UI" panose="020B0502040204020203" pitchFamily="34" charset="0"/>
              </a:rPr>
              <a:t>CRM</a:t>
            </a:r>
          </a:p>
        </p:txBody>
      </p:sp>
      <p:pic>
        <p:nvPicPr>
          <p:cNvPr id="162" name="Picture 161" descr="A picture containing drawing&#10;&#10;Description automatically generated">
            <a:extLst>
              <a:ext uri="{FF2B5EF4-FFF2-40B4-BE49-F238E27FC236}">
                <a16:creationId xmlns:a16="http://schemas.microsoft.com/office/drawing/2014/main" id="{460A4E08-8FCA-3130-B285-1F8B006BFD12}"/>
              </a:ext>
            </a:extLst>
          </p:cNvPr>
          <p:cNvPicPr>
            <a:picLocks noChangeAspect="1"/>
          </p:cNvPicPr>
          <p:nvPr/>
        </p:nvPicPr>
        <p:blipFill>
          <a:blip r:embed="rId6" cstate="screen">
            <a:extLst>
              <a:ext uri="{28A0092B-C50C-407E-A947-70E740481C1C}">
                <a14:useLocalDpi xmlns:a14="http://schemas.microsoft.com/office/drawing/2010/main"/>
              </a:ext>
            </a:extLst>
          </a:blip>
          <a:stretch>
            <a:fillRect/>
          </a:stretch>
        </p:blipFill>
        <p:spPr>
          <a:xfrm>
            <a:off x="1005776" y="5321580"/>
            <a:ext cx="741128" cy="214537"/>
          </a:xfrm>
          <a:prstGeom prst="rect">
            <a:avLst/>
          </a:prstGeom>
        </p:spPr>
      </p:pic>
      <p:cxnSp>
        <p:nvCxnSpPr>
          <p:cNvPr id="163" name="Straight Arrow Connector 162">
            <a:extLst>
              <a:ext uri="{FF2B5EF4-FFF2-40B4-BE49-F238E27FC236}">
                <a16:creationId xmlns:a16="http://schemas.microsoft.com/office/drawing/2014/main" id="{371A5F6C-2797-463C-F31C-7E1D9BADF019}"/>
              </a:ext>
            </a:extLst>
          </p:cNvPr>
          <p:cNvCxnSpPr>
            <a:cxnSpLocks/>
          </p:cNvCxnSpPr>
          <p:nvPr/>
        </p:nvCxnSpPr>
        <p:spPr>
          <a:xfrm>
            <a:off x="3774082" y="2602679"/>
            <a:ext cx="1211299" cy="16432"/>
          </a:xfrm>
          <a:prstGeom prst="straightConnector1">
            <a:avLst/>
          </a:prstGeom>
          <a:ln w="12700">
            <a:solidFill>
              <a:schemeClr val="bg1">
                <a:lumMod val="75000"/>
              </a:schemeClr>
            </a:solidFill>
            <a:headEnd type="triangle" w="med" len="med"/>
            <a:tailEnd type="triangle" w="med" len="med"/>
          </a:ln>
        </p:spPr>
        <p:style>
          <a:lnRef idx="1">
            <a:schemeClr val="accent1"/>
          </a:lnRef>
          <a:fillRef idx="0">
            <a:schemeClr val="accent1"/>
          </a:fillRef>
          <a:effectRef idx="0">
            <a:schemeClr val="accent1"/>
          </a:effectRef>
          <a:fontRef idx="minor">
            <a:schemeClr val="tx1"/>
          </a:fontRef>
        </p:style>
      </p:cxnSp>
      <p:pic>
        <p:nvPicPr>
          <p:cNvPr id="164" name="Picture 163" descr="SAP Hybris Overview | chegos.pl">
            <a:extLst>
              <a:ext uri="{FF2B5EF4-FFF2-40B4-BE49-F238E27FC236}">
                <a16:creationId xmlns:a16="http://schemas.microsoft.com/office/drawing/2014/main" id="{EBD77B9C-E212-491B-1C04-22CEE79F3801}"/>
              </a:ext>
            </a:extLst>
          </p:cNvPr>
          <p:cNvPicPr>
            <a:picLocks noChangeAspect="1" noChangeArrowheads="1"/>
          </p:cNvPicPr>
          <p:nvPr/>
        </p:nvPicPr>
        <p:blipFill>
          <a:blip r:embed="rId18" cstate="screen">
            <a:extLst>
              <a:ext uri="{28A0092B-C50C-407E-A947-70E740481C1C}">
                <a14:useLocalDpi xmlns:a14="http://schemas.microsoft.com/office/drawing/2010/main"/>
              </a:ext>
            </a:extLst>
          </a:blip>
          <a:srcRect/>
          <a:stretch>
            <a:fillRect/>
          </a:stretch>
        </p:blipFill>
        <p:spPr bwMode="auto">
          <a:xfrm>
            <a:off x="5703366" y="3490267"/>
            <a:ext cx="774953" cy="245402"/>
          </a:xfrm>
          <a:prstGeom prst="rect">
            <a:avLst/>
          </a:prstGeom>
          <a:noFill/>
          <a:extLst>
            <a:ext uri="{909E8E84-426E-40DD-AFC4-6F175D3DCCD1}">
              <a14:hiddenFill xmlns:a14="http://schemas.microsoft.com/office/drawing/2010/main">
                <a:solidFill>
                  <a:srgbClr val="FFFFFF"/>
                </a:solidFill>
              </a14:hiddenFill>
            </a:ext>
          </a:extLst>
        </p:spPr>
      </p:pic>
      <p:pic>
        <p:nvPicPr>
          <p:cNvPr id="165" name="Picture 164" descr="Adobe Commerce Customer Reviews 2023 | SoftwareReviews">
            <a:extLst>
              <a:ext uri="{FF2B5EF4-FFF2-40B4-BE49-F238E27FC236}">
                <a16:creationId xmlns:a16="http://schemas.microsoft.com/office/drawing/2014/main" id="{69713F78-D391-F6ED-A94B-A49D495FA929}"/>
              </a:ext>
            </a:extLst>
          </p:cNvPr>
          <p:cNvPicPr>
            <a:picLocks noChangeAspect="1" noChangeArrowheads="1"/>
          </p:cNvPicPr>
          <p:nvPr/>
        </p:nvPicPr>
        <p:blipFill>
          <a:blip r:embed="rId19" cstate="screen">
            <a:extLst>
              <a:ext uri="{28A0092B-C50C-407E-A947-70E740481C1C}">
                <a14:useLocalDpi xmlns:a14="http://schemas.microsoft.com/office/drawing/2010/main"/>
              </a:ext>
            </a:extLst>
          </a:blip>
          <a:srcRect/>
          <a:stretch>
            <a:fillRect/>
          </a:stretch>
        </p:blipFill>
        <p:spPr bwMode="auto">
          <a:xfrm>
            <a:off x="6223454" y="3048519"/>
            <a:ext cx="731431" cy="204096"/>
          </a:xfrm>
          <a:prstGeom prst="rect">
            <a:avLst/>
          </a:prstGeom>
          <a:noFill/>
          <a:extLst>
            <a:ext uri="{909E8E84-426E-40DD-AFC4-6F175D3DCCD1}">
              <a14:hiddenFill xmlns:a14="http://schemas.microsoft.com/office/drawing/2010/main">
                <a:solidFill>
                  <a:srgbClr val="FFFFFF"/>
                </a:solidFill>
              </a14:hiddenFill>
            </a:ext>
          </a:extLst>
        </p:spPr>
      </p:pic>
      <p:pic>
        <p:nvPicPr>
          <p:cNvPr id="166" name="Picture 165" descr="Adobe Experience Manager Integration | Stensul">
            <a:extLst>
              <a:ext uri="{FF2B5EF4-FFF2-40B4-BE49-F238E27FC236}">
                <a16:creationId xmlns:a16="http://schemas.microsoft.com/office/drawing/2014/main" id="{21BF699B-B14E-7643-B2DB-ED4A26D51842}"/>
              </a:ext>
            </a:extLst>
          </p:cNvPr>
          <p:cNvPicPr>
            <a:picLocks noChangeAspect="1" noChangeArrowheads="1"/>
          </p:cNvPicPr>
          <p:nvPr/>
        </p:nvPicPr>
        <p:blipFill>
          <a:blip r:embed="rId20" cstate="screen">
            <a:extLst>
              <a:ext uri="{28A0092B-C50C-407E-A947-70E740481C1C}">
                <a14:useLocalDpi xmlns:a14="http://schemas.microsoft.com/office/drawing/2010/main"/>
              </a:ext>
            </a:extLst>
          </a:blip>
          <a:srcRect/>
          <a:stretch>
            <a:fillRect/>
          </a:stretch>
        </p:blipFill>
        <p:spPr bwMode="auto">
          <a:xfrm>
            <a:off x="1005776" y="2892408"/>
            <a:ext cx="772879" cy="443084"/>
          </a:xfrm>
          <a:prstGeom prst="rect">
            <a:avLst/>
          </a:prstGeom>
          <a:noFill/>
          <a:extLst>
            <a:ext uri="{909E8E84-426E-40DD-AFC4-6F175D3DCCD1}">
              <a14:hiddenFill xmlns:a14="http://schemas.microsoft.com/office/drawing/2010/main">
                <a:solidFill>
                  <a:srgbClr val="FFFFFF"/>
                </a:solidFill>
              </a14:hiddenFill>
            </a:ext>
          </a:extLst>
        </p:spPr>
      </p:pic>
      <p:pic>
        <p:nvPicPr>
          <p:cNvPr id="167" name="Picture 166" descr="Adobe Experience Manager Integration | Stensul">
            <a:extLst>
              <a:ext uri="{FF2B5EF4-FFF2-40B4-BE49-F238E27FC236}">
                <a16:creationId xmlns:a16="http://schemas.microsoft.com/office/drawing/2014/main" id="{7FAD1D14-AE7C-78F2-CF40-5CAA58177C70}"/>
              </a:ext>
            </a:extLst>
          </p:cNvPr>
          <p:cNvPicPr>
            <a:picLocks noChangeAspect="1" noChangeArrowheads="1"/>
          </p:cNvPicPr>
          <p:nvPr/>
        </p:nvPicPr>
        <p:blipFill>
          <a:blip r:embed="rId20" cstate="screen">
            <a:extLst>
              <a:ext uri="{28A0092B-C50C-407E-A947-70E740481C1C}">
                <a14:useLocalDpi xmlns:a14="http://schemas.microsoft.com/office/drawing/2010/main"/>
              </a:ext>
            </a:extLst>
          </a:blip>
          <a:srcRect/>
          <a:stretch>
            <a:fillRect/>
          </a:stretch>
        </p:blipFill>
        <p:spPr bwMode="auto">
          <a:xfrm>
            <a:off x="1005776" y="3471133"/>
            <a:ext cx="772879" cy="443084"/>
          </a:xfrm>
          <a:prstGeom prst="rect">
            <a:avLst/>
          </a:prstGeom>
          <a:noFill/>
          <a:extLst>
            <a:ext uri="{909E8E84-426E-40DD-AFC4-6F175D3DCCD1}">
              <a14:hiddenFill xmlns:a14="http://schemas.microsoft.com/office/drawing/2010/main">
                <a:solidFill>
                  <a:srgbClr val="FFFFFF"/>
                </a:solidFill>
              </a14:hiddenFill>
            </a:ext>
          </a:extLst>
        </p:spPr>
      </p:pic>
      <p:pic>
        <p:nvPicPr>
          <p:cNvPr id="168" name="Picture 167" descr="Elastic Logo PNG Transparent – Brands Logos">
            <a:extLst>
              <a:ext uri="{FF2B5EF4-FFF2-40B4-BE49-F238E27FC236}">
                <a16:creationId xmlns:a16="http://schemas.microsoft.com/office/drawing/2014/main" id="{F74B1391-3924-4760-027E-9504B873F2EB}"/>
              </a:ext>
            </a:extLst>
          </p:cNvPr>
          <p:cNvPicPr>
            <a:picLocks noChangeAspect="1" noChangeArrowheads="1"/>
          </p:cNvPicPr>
          <p:nvPr/>
        </p:nvPicPr>
        <p:blipFill>
          <a:blip r:embed="rId21" cstate="screen">
            <a:extLst>
              <a:ext uri="{28A0092B-C50C-407E-A947-70E740481C1C}">
                <a14:useLocalDpi xmlns:a14="http://schemas.microsoft.com/office/drawing/2010/main"/>
              </a:ext>
            </a:extLst>
          </a:blip>
          <a:srcRect/>
          <a:stretch>
            <a:fillRect/>
          </a:stretch>
        </p:blipFill>
        <p:spPr bwMode="auto">
          <a:xfrm>
            <a:off x="1005776" y="4126427"/>
            <a:ext cx="827429" cy="283782"/>
          </a:xfrm>
          <a:prstGeom prst="rect">
            <a:avLst/>
          </a:prstGeom>
          <a:noFill/>
          <a:extLst>
            <a:ext uri="{909E8E84-426E-40DD-AFC4-6F175D3DCCD1}">
              <a14:hiddenFill xmlns:a14="http://schemas.microsoft.com/office/drawing/2010/main">
                <a:solidFill>
                  <a:srgbClr val="FFFFFF"/>
                </a:solidFill>
              </a14:hiddenFill>
            </a:ext>
          </a:extLst>
        </p:spPr>
      </p:pic>
      <p:pic>
        <p:nvPicPr>
          <p:cNvPr id="169" name="Picture 168" descr="Unified Product Experience Management | Salsify">
            <a:extLst>
              <a:ext uri="{FF2B5EF4-FFF2-40B4-BE49-F238E27FC236}">
                <a16:creationId xmlns:a16="http://schemas.microsoft.com/office/drawing/2014/main" id="{F7A10B43-C9E1-60A2-D723-4880D0E5A526}"/>
              </a:ext>
            </a:extLst>
          </p:cNvPr>
          <p:cNvPicPr>
            <a:picLocks noChangeAspect="1" noChangeArrowheads="1"/>
          </p:cNvPicPr>
          <p:nvPr/>
        </p:nvPicPr>
        <p:blipFill>
          <a:blip r:embed="rId22" cstate="screen">
            <a:extLst>
              <a:ext uri="{28A0092B-C50C-407E-A947-70E740481C1C}">
                <a14:useLocalDpi xmlns:a14="http://schemas.microsoft.com/office/drawing/2010/main"/>
              </a:ext>
            </a:extLst>
          </a:blip>
          <a:srcRect/>
          <a:stretch>
            <a:fillRect/>
          </a:stretch>
        </p:blipFill>
        <p:spPr bwMode="auto">
          <a:xfrm>
            <a:off x="1005776" y="4708234"/>
            <a:ext cx="1066786" cy="283782"/>
          </a:xfrm>
          <a:prstGeom prst="rect">
            <a:avLst/>
          </a:prstGeom>
          <a:noFill/>
          <a:extLst>
            <a:ext uri="{909E8E84-426E-40DD-AFC4-6F175D3DCCD1}">
              <a14:hiddenFill xmlns:a14="http://schemas.microsoft.com/office/drawing/2010/main">
                <a:solidFill>
                  <a:srgbClr val="FFFFFF"/>
                </a:solidFill>
              </a14:hiddenFill>
            </a:ext>
          </a:extLst>
        </p:spPr>
      </p:pic>
      <p:pic>
        <p:nvPicPr>
          <p:cNvPr id="170" name="Picture 169">
            <a:extLst>
              <a:ext uri="{FF2B5EF4-FFF2-40B4-BE49-F238E27FC236}">
                <a16:creationId xmlns:a16="http://schemas.microsoft.com/office/drawing/2014/main" id="{B38CBED8-143E-042F-B630-29D7597CA835}"/>
              </a:ext>
            </a:extLst>
          </p:cNvPr>
          <p:cNvPicPr>
            <a:picLocks noChangeAspect="1" noChangeArrowheads="1"/>
          </p:cNvPicPr>
          <p:nvPr/>
        </p:nvPicPr>
        <p:blipFill>
          <a:blip r:embed="rId23" cstate="screen">
            <a:extLst>
              <a:ext uri="{28A0092B-C50C-407E-A947-70E740481C1C}">
                <a14:useLocalDpi xmlns:a14="http://schemas.microsoft.com/office/drawing/2010/main"/>
              </a:ext>
            </a:extLst>
          </a:blip>
          <a:srcRect/>
          <a:stretch>
            <a:fillRect/>
          </a:stretch>
        </p:blipFill>
        <p:spPr bwMode="auto">
          <a:xfrm>
            <a:off x="10357266" y="4118682"/>
            <a:ext cx="900771" cy="310015"/>
          </a:xfrm>
          <a:prstGeom prst="rect">
            <a:avLst/>
          </a:prstGeom>
          <a:noFill/>
          <a:extLst>
            <a:ext uri="{909E8E84-426E-40DD-AFC4-6F175D3DCCD1}">
              <a14:hiddenFill xmlns:a14="http://schemas.microsoft.com/office/drawing/2010/main">
                <a:solidFill>
                  <a:srgbClr val="FFFFFF"/>
                </a:solidFill>
              </a14:hiddenFill>
            </a:ext>
          </a:extLst>
        </p:spPr>
      </p:pic>
      <p:pic>
        <p:nvPicPr>
          <p:cNvPr id="171" name="Picture 170" descr="Securely process payments online without your systems ever touching credit  card data | VGS СyberSource Integration">
            <a:extLst>
              <a:ext uri="{FF2B5EF4-FFF2-40B4-BE49-F238E27FC236}">
                <a16:creationId xmlns:a16="http://schemas.microsoft.com/office/drawing/2014/main" id="{B70A6425-3220-EE39-A831-92DE82C43443}"/>
              </a:ext>
            </a:extLst>
          </p:cNvPr>
          <p:cNvPicPr>
            <a:picLocks noChangeAspect="1" noChangeArrowheads="1"/>
          </p:cNvPicPr>
          <p:nvPr/>
        </p:nvPicPr>
        <p:blipFill>
          <a:blip r:embed="rId24" cstate="screen">
            <a:extLst>
              <a:ext uri="{28A0092B-C50C-407E-A947-70E740481C1C}">
                <a14:useLocalDpi xmlns:a14="http://schemas.microsoft.com/office/drawing/2010/main"/>
              </a:ext>
            </a:extLst>
          </a:blip>
          <a:srcRect/>
          <a:stretch>
            <a:fillRect/>
          </a:stretch>
        </p:blipFill>
        <p:spPr bwMode="auto">
          <a:xfrm>
            <a:off x="10357266" y="4682431"/>
            <a:ext cx="666926" cy="162625"/>
          </a:xfrm>
          <a:prstGeom prst="rect">
            <a:avLst/>
          </a:prstGeom>
          <a:noFill/>
          <a:extLst>
            <a:ext uri="{909E8E84-426E-40DD-AFC4-6F175D3DCCD1}">
              <a14:hiddenFill xmlns:a14="http://schemas.microsoft.com/office/drawing/2010/main">
                <a:solidFill>
                  <a:srgbClr val="FFFFFF"/>
                </a:solidFill>
              </a14:hiddenFill>
            </a:ext>
          </a:extLst>
        </p:spPr>
      </p:pic>
      <p:pic>
        <p:nvPicPr>
          <p:cNvPr id="172" name="Picture 171" descr="Listen to our customer stories on Document360 from Spryker">
            <a:extLst>
              <a:ext uri="{FF2B5EF4-FFF2-40B4-BE49-F238E27FC236}">
                <a16:creationId xmlns:a16="http://schemas.microsoft.com/office/drawing/2014/main" id="{2D1CA67D-A649-7ADB-6479-88AE8A6CAAB8}"/>
              </a:ext>
            </a:extLst>
          </p:cNvPr>
          <p:cNvPicPr>
            <a:picLocks noChangeAspect="1" noChangeArrowheads="1"/>
          </p:cNvPicPr>
          <p:nvPr/>
        </p:nvPicPr>
        <p:blipFill>
          <a:blip r:embed="rId25" cstate="screen">
            <a:extLst>
              <a:ext uri="{28A0092B-C50C-407E-A947-70E740481C1C}">
                <a14:useLocalDpi xmlns:a14="http://schemas.microsoft.com/office/drawing/2010/main"/>
              </a:ext>
            </a:extLst>
          </a:blip>
          <a:srcRect/>
          <a:stretch>
            <a:fillRect/>
          </a:stretch>
        </p:blipFill>
        <p:spPr bwMode="auto">
          <a:xfrm>
            <a:off x="5169738" y="3005307"/>
            <a:ext cx="943456" cy="276060"/>
          </a:xfrm>
          <a:prstGeom prst="rect">
            <a:avLst/>
          </a:prstGeom>
          <a:noFill/>
          <a:extLst>
            <a:ext uri="{909E8E84-426E-40DD-AFC4-6F175D3DCCD1}">
              <a14:hiddenFill xmlns:a14="http://schemas.microsoft.com/office/drawing/2010/main">
                <a:solidFill>
                  <a:srgbClr val="FFFFFF"/>
                </a:solidFill>
              </a14:hiddenFill>
            </a:ext>
          </a:extLst>
        </p:spPr>
      </p:pic>
      <p:sp>
        <p:nvSpPr>
          <p:cNvPr id="7" name="Rectangle: Rounded Corners 22">
            <a:extLst>
              <a:ext uri="{FF2B5EF4-FFF2-40B4-BE49-F238E27FC236}">
                <a16:creationId xmlns:a16="http://schemas.microsoft.com/office/drawing/2014/main" id="{C0B331AA-8ACB-886D-D7A8-08B1A264D855}"/>
              </a:ext>
            </a:extLst>
          </p:cNvPr>
          <p:cNvSpPr/>
          <p:nvPr/>
        </p:nvSpPr>
        <p:spPr>
          <a:xfrm>
            <a:off x="8558492" y="4679022"/>
            <a:ext cx="1607592" cy="352948"/>
          </a:xfrm>
          <a:prstGeom prst="roundRect">
            <a:avLst/>
          </a:prstGeom>
          <a:solidFill>
            <a:srgbClr val="3C2DD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sz="1200">
              <a:solidFill>
                <a:schemeClr val="bg1"/>
              </a:solidFill>
              <a:latin typeface="Manrope Light"/>
            </a:endParaRPr>
          </a:p>
        </p:txBody>
      </p:sp>
      <p:sp>
        <p:nvSpPr>
          <p:cNvPr id="8" name="Rectangle: Rounded Corners 23">
            <a:extLst>
              <a:ext uri="{FF2B5EF4-FFF2-40B4-BE49-F238E27FC236}">
                <a16:creationId xmlns:a16="http://schemas.microsoft.com/office/drawing/2014/main" id="{09AD82F9-C200-3142-3292-FCD57DE2FD59}"/>
              </a:ext>
            </a:extLst>
          </p:cNvPr>
          <p:cNvSpPr/>
          <p:nvPr/>
        </p:nvSpPr>
        <p:spPr>
          <a:xfrm>
            <a:off x="8558492" y="5257745"/>
            <a:ext cx="1607592" cy="352948"/>
          </a:xfrm>
          <a:prstGeom prst="roundRect">
            <a:avLst/>
          </a:prstGeom>
          <a:solidFill>
            <a:srgbClr val="3C2DDA"/>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lnSpc>
                <a:spcPct val="90000"/>
              </a:lnSpc>
            </a:pPr>
            <a:r>
              <a:rPr lang="en-US" sz="1100" dirty="0">
                <a:solidFill>
                  <a:schemeClr val="bg1"/>
                </a:solidFill>
                <a:latin typeface="Manrope Light"/>
                <a:cs typeface="Segoe UI" panose="020B0502040204020203" pitchFamily="34" charset="0"/>
              </a:rPr>
              <a:t>POST PURCHASE EXPERIENCE</a:t>
            </a:r>
          </a:p>
        </p:txBody>
      </p:sp>
      <p:sp>
        <p:nvSpPr>
          <p:cNvPr id="9" name="Rectangle: Rounded Corners 119">
            <a:extLst>
              <a:ext uri="{FF2B5EF4-FFF2-40B4-BE49-F238E27FC236}">
                <a16:creationId xmlns:a16="http://schemas.microsoft.com/office/drawing/2014/main" id="{A4936DC3-0C49-71BC-3B72-F11FE5311401}"/>
              </a:ext>
            </a:extLst>
          </p:cNvPr>
          <p:cNvSpPr/>
          <p:nvPr/>
        </p:nvSpPr>
        <p:spPr>
          <a:xfrm>
            <a:off x="8558492" y="2942847"/>
            <a:ext cx="1607592" cy="352948"/>
          </a:xfrm>
          <a:prstGeom prst="roundRect">
            <a:avLst/>
          </a:prstGeom>
          <a:solidFill>
            <a:srgbClr val="3C2DD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sz="1200" b="1">
              <a:solidFill>
                <a:schemeClr val="bg1"/>
              </a:solidFill>
              <a:latin typeface="Manrope Light"/>
              <a:cs typeface="Segoe UI" panose="020B0502040204020203" pitchFamily="34" charset="0"/>
            </a:endParaRPr>
          </a:p>
        </p:txBody>
      </p:sp>
      <p:sp>
        <p:nvSpPr>
          <p:cNvPr id="10" name="TextBox 37">
            <a:extLst>
              <a:ext uri="{FF2B5EF4-FFF2-40B4-BE49-F238E27FC236}">
                <a16:creationId xmlns:a16="http://schemas.microsoft.com/office/drawing/2014/main" id="{8D259199-7390-217F-F632-15B0673CF332}"/>
              </a:ext>
            </a:extLst>
          </p:cNvPr>
          <p:cNvSpPr txBox="1"/>
          <p:nvPr/>
        </p:nvSpPr>
        <p:spPr>
          <a:xfrm>
            <a:off x="8565094" y="3043146"/>
            <a:ext cx="1600990" cy="152349"/>
          </a:xfrm>
          <a:prstGeom prst="rect">
            <a:avLst/>
          </a:prstGeom>
        </p:spPr>
        <p:txBody>
          <a:bodyPr wrap="square" lIns="0" tIns="0" rIns="0" bIns="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defTabSz="457200">
              <a:lnSpc>
                <a:spcPct val="90000"/>
              </a:lnSpc>
              <a:defRPr/>
            </a:pPr>
            <a:r>
              <a:rPr lang="en-US" sz="1100" b="0" dirty="0">
                <a:solidFill>
                  <a:schemeClr val="bg1"/>
                </a:solidFill>
                <a:latin typeface="Manrope Light"/>
                <a:cs typeface="Segoe UI" panose="020B0502040204020203" pitchFamily="34" charset="0"/>
              </a:rPr>
              <a:t>RECOMMENDATIONS</a:t>
            </a:r>
          </a:p>
        </p:txBody>
      </p:sp>
      <p:sp>
        <p:nvSpPr>
          <p:cNvPr id="11" name="Rectangle: Rounded Corners 121">
            <a:extLst>
              <a:ext uri="{FF2B5EF4-FFF2-40B4-BE49-F238E27FC236}">
                <a16:creationId xmlns:a16="http://schemas.microsoft.com/office/drawing/2014/main" id="{1A384156-130F-D233-620E-0CD3A4F28942}"/>
              </a:ext>
            </a:extLst>
          </p:cNvPr>
          <p:cNvSpPr/>
          <p:nvPr/>
        </p:nvSpPr>
        <p:spPr>
          <a:xfrm>
            <a:off x="8558492" y="3521572"/>
            <a:ext cx="1607592" cy="352948"/>
          </a:xfrm>
          <a:prstGeom prst="roundRect">
            <a:avLst/>
          </a:prstGeom>
          <a:solidFill>
            <a:srgbClr val="3C2DD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sz="1200">
              <a:solidFill>
                <a:schemeClr val="bg1"/>
              </a:solidFill>
              <a:latin typeface="Manrope Light"/>
            </a:endParaRPr>
          </a:p>
        </p:txBody>
      </p:sp>
      <p:sp>
        <p:nvSpPr>
          <p:cNvPr id="12" name="TextBox 39">
            <a:extLst>
              <a:ext uri="{FF2B5EF4-FFF2-40B4-BE49-F238E27FC236}">
                <a16:creationId xmlns:a16="http://schemas.microsoft.com/office/drawing/2014/main" id="{EEA98319-1F89-88F6-B2F6-43E4F1018C87}"/>
              </a:ext>
            </a:extLst>
          </p:cNvPr>
          <p:cNvSpPr txBox="1"/>
          <p:nvPr/>
        </p:nvSpPr>
        <p:spPr>
          <a:xfrm>
            <a:off x="8565094" y="3613407"/>
            <a:ext cx="1600990" cy="169277"/>
          </a:xfrm>
          <a:prstGeom prst="rect">
            <a:avLst/>
          </a:prstGeom>
        </p:spPr>
        <p:txBody>
          <a:bodyPr wrap="square" lIns="0" tIns="0" rIns="0" bIns="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defTabSz="457200">
              <a:defRPr/>
            </a:pPr>
            <a:r>
              <a:rPr lang="en-US" sz="1100" b="0" dirty="0">
                <a:solidFill>
                  <a:schemeClr val="bg1"/>
                </a:solidFill>
                <a:latin typeface="Manrope Light"/>
                <a:cs typeface="Segoe UI" panose="020B0502040204020203" pitchFamily="34" charset="0"/>
              </a:rPr>
              <a:t>RATINGS/REVIEWS</a:t>
            </a:r>
          </a:p>
        </p:txBody>
      </p:sp>
      <p:sp>
        <p:nvSpPr>
          <p:cNvPr id="13" name="Rectangle: Rounded Corners 123">
            <a:extLst>
              <a:ext uri="{FF2B5EF4-FFF2-40B4-BE49-F238E27FC236}">
                <a16:creationId xmlns:a16="http://schemas.microsoft.com/office/drawing/2014/main" id="{94E4799D-078B-09D6-F275-A35653D79BF0}"/>
              </a:ext>
            </a:extLst>
          </p:cNvPr>
          <p:cNvSpPr/>
          <p:nvPr/>
        </p:nvSpPr>
        <p:spPr>
          <a:xfrm>
            <a:off x="8558492" y="4097215"/>
            <a:ext cx="1607592" cy="352948"/>
          </a:xfrm>
          <a:prstGeom prst="roundRect">
            <a:avLst/>
          </a:prstGeom>
          <a:solidFill>
            <a:srgbClr val="3C2DD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sz="1200">
              <a:solidFill>
                <a:schemeClr val="bg1"/>
              </a:solidFill>
              <a:latin typeface="Manrope Light"/>
              <a:cs typeface="Segoe UI" panose="020B0502040204020203" pitchFamily="34" charset="0"/>
            </a:endParaRPr>
          </a:p>
        </p:txBody>
      </p:sp>
      <p:sp>
        <p:nvSpPr>
          <p:cNvPr id="14" name="TextBox 41">
            <a:extLst>
              <a:ext uri="{FF2B5EF4-FFF2-40B4-BE49-F238E27FC236}">
                <a16:creationId xmlns:a16="http://schemas.microsoft.com/office/drawing/2014/main" id="{20FA1E6F-A333-437A-6C10-2737A809E54C}"/>
              </a:ext>
            </a:extLst>
          </p:cNvPr>
          <p:cNvSpPr txBox="1"/>
          <p:nvPr/>
        </p:nvSpPr>
        <p:spPr>
          <a:xfrm>
            <a:off x="8699289" y="4189051"/>
            <a:ext cx="1325998" cy="169277"/>
          </a:xfrm>
          <a:prstGeom prst="rect">
            <a:avLst/>
          </a:prstGeom>
        </p:spPr>
        <p:txBody>
          <a:bodyPr wrap="square" lIns="0" tIns="0" rIns="0" bIns="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defTabSz="457200">
              <a:defRPr/>
            </a:pPr>
            <a:r>
              <a:rPr lang="en-US" sz="1100" b="0" dirty="0">
                <a:solidFill>
                  <a:schemeClr val="bg1"/>
                </a:solidFill>
                <a:latin typeface="Manrope Light"/>
                <a:cs typeface="Segoe UI" panose="020B0502040204020203" pitchFamily="34" charset="0"/>
              </a:rPr>
              <a:t>ANALYTICS</a:t>
            </a:r>
          </a:p>
        </p:txBody>
      </p:sp>
      <p:sp>
        <p:nvSpPr>
          <p:cNvPr id="15" name="TextBox 42">
            <a:extLst>
              <a:ext uri="{FF2B5EF4-FFF2-40B4-BE49-F238E27FC236}">
                <a16:creationId xmlns:a16="http://schemas.microsoft.com/office/drawing/2014/main" id="{E84044AB-7ED5-118C-025D-31471DF2F88C}"/>
              </a:ext>
            </a:extLst>
          </p:cNvPr>
          <p:cNvSpPr txBox="1"/>
          <p:nvPr/>
        </p:nvSpPr>
        <p:spPr>
          <a:xfrm>
            <a:off x="8537611" y="4770858"/>
            <a:ext cx="1655534" cy="169277"/>
          </a:xfrm>
          <a:prstGeom prst="rect">
            <a:avLst/>
          </a:prstGeom>
        </p:spPr>
        <p:txBody>
          <a:bodyPr wrap="square" lIns="0" tIns="0" rIns="0" bIns="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defTabSz="457200">
              <a:defRPr/>
            </a:pPr>
            <a:r>
              <a:rPr lang="en-US" sz="1100" b="0" dirty="0">
                <a:solidFill>
                  <a:schemeClr val="bg1"/>
                </a:solidFill>
                <a:latin typeface="Manrope Light"/>
                <a:cs typeface="Segoe UI" panose="020B0502040204020203" pitchFamily="34" charset="0"/>
              </a:rPr>
              <a:t>PAYMENT GATEWAY</a:t>
            </a:r>
          </a:p>
        </p:txBody>
      </p:sp>
      <p:sp>
        <p:nvSpPr>
          <p:cNvPr id="16" name="Rectangle: Rounded Corners 160">
            <a:extLst>
              <a:ext uri="{FF2B5EF4-FFF2-40B4-BE49-F238E27FC236}">
                <a16:creationId xmlns:a16="http://schemas.microsoft.com/office/drawing/2014/main" id="{A35757E0-5ECE-6E8F-2F1E-1C3B621C1BDF}"/>
              </a:ext>
            </a:extLst>
          </p:cNvPr>
          <p:cNvSpPr/>
          <p:nvPr/>
        </p:nvSpPr>
        <p:spPr>
          <a:xfrm>
            <a:off x="8558492" y="2383729"/>
            <a:ext cx="1607592" cy="352948"/>
          </a:xfrm>
          <a:prstGeom prst="roundRect">
            <a:avLst/>
          </a:prstGeom>
          <a:solidFill>
            <a:srgbClr val="3C2DDA"/>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lnSpc>
                <a:spcPct val="90000"/>
              </a:lnSpc>
            </a:pPr>
            <a:r>
              <a:rPr lang="en-US" sz="1100" dirty="0">
                <a:solidFill>
                  <a:schemeClr val="bg1"/>
                </a:solidFill>
                <a:latin typeface="Manrope Light"/>
                <a:cs typeface="Segoe UI" panose="020B0502040204020203" pitchFamily="34" charset="0"/>
              </a:rPr>
              <a:t>SUBSCRIPTION &amp; BILLING</a:t>
            </a:r>
          </a:p>
        </p:txBody>
      </p:sp>
    </p:spTree>
    <p:extLst>
      <p:ext uri="{BB962C8B-B14F-4D97-AF65-F5344CB8AC3E}">
        <p14:creationId xmlns:p14="http://schemas.microsoft.com/office/powerpoint/2010/main" val="913159424"/>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2A85066-A2AD-366A-4A06-023A67D3FCC6}"/>
            </a:ext>
          </a:extLst>
        </p:cNvPr>
        <p:cNvGrpSpPr/>
        <p:nvPr/>
      </p:nvGrpSpPr>
      <p:grpSpPr>
        <a:xfrm>
          <a:off x="0" y="0"/>
          <a:ext cx="0" cy="0"/>
          <a:chOff x="0" y="0"/>
          <a:chExt cx="0" cy="0"/>
        </a:xfrm>
      </p:grpSpPr>
      <p:pic>
        <p:nvPicPr>
          <p:cNvPr id="78" name="Picture 77" descr="A blue and purple background&#10;&#10;Description automatically generated with medium confidence">
            <a:extLst>
              <a:ext uri="{FF2B5EF4-FFF2-40B4-BE49-F238E27FC236}">
                <a16:creationId xmlns:a16="http://schemas.microsoft.com/office/drawing/2014/main" id="{7CD40781-4D8E-95B2-957A-EC00400DBD26}"/>
              </a:ext>
            </a:extLst>
          </p:cNvPr>
          <p:cNvPicPr>
            <a:picLocks noChangeAspect="1"/>
          </p:cNvPicPr>
          <p:nvPr/>
        </p:nvPicPr>
        <p:blipFill rotWithShape="1">
          <a:blip r:embed="rId2" cstate="screen">
            <a:extLst>
              <a:ext uri="{28A0092B-C50C-407E-A947-70E740481C1C}">
                <a14:useLocalDpi xmlns:a14="http://schemas.microsoft.com/office/drawing/2010/main"/>
              </a:ext>
            </a:extLst>
          </a:blip>
          <a:srcRect/>
          <a:stretch/>
        </p:blipFill>
        <p:spPr>
          <a:xfrm>
            <a:off x="0" y="3044536"/>
            <a:ext cx="12192001" cy="3813464"/>
          </a:xfrm>
          <a:custGeom>
            <a:avLst/>
            <a:gdLst>
              <a:gd name="connsiteX0" fmla="*/ 0 w 12192001"/>
              <a:gd name="connsiteY0" fmla="*/ 0 h 3429000"/>
              <a:gd name="connsiteX1" fmla="*/ 12192001 w 12192001"/>
              <a:gd name="connsiteY1" fmla="*/ 0 h 3429000"/>
              <a:gd name="connsiteX2" fmla="*/ 12192001 w 12192001"/>
              <a:gd name="connsiteY2" fmla="*/ 3429000 h 3429000"/>
              <a:gd name="connsiteX3" fmla="*/ 0 w 12192001"/>
              <a:gd name="connsiteY3" fmla="*/ 3429000 h 3429000"/>
            </a:gdLst>
            <a:ahLst/>
            <a:cxnLst>
              <a:cxn ang="0">
                <a:pos x="connsiteX0" y="connsiteY0"/>
              </a:cxn>
              <a:cxn ang="0">
                <a:pos x="connsiteX1" y="connsiteY1"/>
              </a:cxn>
              <a:cxn ang="0">
                <a:pos x="connsiteX2" y="connsiteY2"/>
              </a:cxn>
              <a:cxn ang="0">
                <a:pos x="connsiteX3" y="connsiteY3"/>
              </a:cxn>
            </a:cxnLst>
            <a:rect l="l" t="t" r="r" b="b"/>
            <a:pathLst>
              <a:path w="12192001" h="3429000">
                <a:moveTo>
                  <a:pt x="0" y="0"/>
                </a:moveTo>
                <a:lnTo>
                  <a:pt x="12192001" y="0"/>
                </a:lnTo>
                <a:lnTo>
                  <a:pt x="12192001" y="3429000"/>
                </a:lnTo>
                <a:lnTo>
                  <a:pt x="0" y="3429000"/>
                </a:lnTo>
                <a:close/>
              </a:path>
            </a:pathLst>
          </a:custGeom>
          <a:ln>
            <a:noFill/>
          </a:ln>
        </p:spPr>
      </p:pic>
      <p:sp>
        <p:nvSpPr>
          <p:cNvPr id="79" name="Rectangle 78">
            <a:extLst>
              <a:ext uri="{FF2B5EF4-FFF2-40B4-BE49-F238E27FC236}">
                <a16:creationId xmlns:a16="http://schemas.microsoft.com/office/drawing/2014/main" id="{424397B0-F546-6C94-88EF-5D8BBB8A56CC}"/>
              </a:ext>
            </a:extLst>
          </p:cNvPr>
          <p:cNvSpPr/>
          <p:nvPr/>
        </p:nvSpPr>
        <p:spPr>
          <a:xfrm>
            <a:off x="-4742" y="3050939"/>
            <a:ext cx="12191999" cy="3813464"/>
          </a:xfrm>
          <a:prstGeom prst="rect">
            <a:avLst/>
          </a:prstGeom>
          <a:solidFill>
            <a:srgbClr val="3B2DDA">
              <a:alpha val="69804"/>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0" name="Slide Number Placeholder 5">
            <a:extLst>
              <a:ext uri="{FF2B5EF4-FFF2-40B4-BE49-F238E27FC236}">
                <a16:creationId xmlns:a16="http://schemas.microsoft.com/office/drawing/2014/main" id="{F7AFBBA4-612A-44B8-57D9-E47C35A59732}"/>
              </a:ext>
            </a:extLst>
          </p:cNvPr>
          <p:cNvSpPr txBox="1">
            <a:spLocks/>
          </p:cNvSpPr>
          <p:nvPr/>
        </p:nvSpPr>
        <p:spPr>
          <a:xfrm>
            <a:off x="11568055" y="6453188"/>
            <a:ext cx="270570" cy="138499"/>
          </a:xfrm>
          <a:prstGeom prst="rect">
            <a:avLst/>
          </a:prstGeom>
          <a:noFill/>
          <a:ln w="9525">
            <a:noFill/>
            <a:miter lim="800000"/>
            <a:headEnd/>
            <a:tailEnd/>
          </a:ln>
          <a:effectLst/>
        </p:spPr>
        <p:txBody>
          <a:bodyPr wrap="square" lIns="0" tIns="0" rIns="0" bIns="0">
            <a:spAutoFit/>
          </a:bodyPr>
          <a:lstStyle>
            <a:defPPr>
              <a:defRPr lang="en-US"/>
            </a:defPPr>
            <a:lvl1pPr marR="0" indent="0" fontAlgn="auto">
              <a:lnSpc>
                <a:spcPct val="100000"/>
              </a:lnSpc>
              <a:spcBef>
                <a:spcPts val="0"/>
              </a:spcBef>
              <a:spcAft>
                <a:spcPts val="0"/>
              </a:spcAft>
              <a:buClrTx/>
              <a:buSzTx/>
              <a:buFontTx/>
              <a:buNone/>
              <a:tabLst/>
              <a:defRPr sz="800">
                <a:solidFill>
                  <a:schemeClr val="tx1">
                    <a:lumMod val="65000"/>
                    <a:lumOff val="35000"/>
                  </a:schemeClr>
                </a:solidFill>
              </a:defRPr>
            </a:lvl1pPr>
            <a:lvl2pPr marL="342946" algn="l" defTabSz="685891" rtl="0" eaLnBrk="1" latinLnBrk="0" hangingPunct="1">
              <a:defRPr sz="1400" kern="1200">
                <a:solidFill>
                  <a:schemeClr val="tx1"/>
                </a:solidFill>
                <a:latin typeface="+mn-lt"/>
                <a:ea typeface="+mn-ea"/>
                <a:cs typeface="+mn-cs"/>
              </a:defRPr>
            </a:lvl2pPr>
            <a:lvl3pPr marL="685891" algn="l" defTabSz="685891" rtl="0" eaLnBrk="1" latinLnBrk="0" hangingPunct="1">
              <a:defRPr sz="1400" kern="1200">
                <a:solidFill>
                  <a:schemeClr val="tx1"/>
                </a:solidFill>
                <a:latin typeface="+mn-lt"/>
                <a:ea typeface="+mn-ea"/>
                <a:cs typeface="+mn-cs"/>
              </a:defRPr>
            </a:lvl3pPr>
            <a:lvl4pPr marL="1028837" algn="l" defTabSz="685891" rtl="0" eaLnBrk="1" latinLnBrk="0" hangingPunct="1">
              <a:defRPr sz="1400" kern="1200">
                <a:solidFill>
                  <a:schemeClr val="tx1"/>
                </a:solidFill>
                <a:latin typeface="+mn-lt"/>
                <a:ea typeface="+mn-ea"/>
                <a:cs typeface="+mn-cs"/>
              </a:defRPr>
            </a:lvl4pPr>
            <a:lvl5pPr marL="1371783" algn="l" defTabSz="685891" rtl="0" eaLnBrk="1" latinLnBrk="0" hangingPunct="1">
              <a:defRPr sz="1400" kern="1200">
                <a:solidFill>
                  <a:schemeClr val="tx1"/>
                </a:solidFill>
                <a:latin typeface="+mn-lt"/>
                <a:ea typeface="+mn-ea"/>
                <a:cs typeface="+mn-cs"/>
              </a:defRPr>
            </a:lvl5pPr>
            <a:lvl6pPr marL="1714729" algn="l" defTabSz="685891" rtl="0" eaLnBrk="1" latinLnBrk="0" hangingPunct="1">
              <a:defRPr sz="1400" kern="1200">
                <a:solidFill>
                  <a:schemeClr val="tx1"/>
                </a:solidFill>
                <a:latin typeface="+mn-lt"/>
                <a:ea typeface="+mn-ea"/>
                <a:cs typeface="+mn-cs"/>
              </a:defRPr>
            </a:lvl6pPr>
            <a:lvl7pPr marL="2057674" algn="l" defTabSz="685891" rtl="0" eaLnBrk="1" latinLnBrk="0" hangingPunct="1">
              <a:defRPr sz="1400" kern="1200">
                <a:solidFill>
                  <a:schemeClr val="tx1"/>
                </a:solidFill>
                <a:latin typeface="+mn-lt"/>
                <a:ea typeface="+mn-ea"/>
                <a:cs typeface="+mn-cs"/>
              </a:defRPr>
            </a:lvl7pPr>
            <a:lvl8pPr marL="2400620" algn="l" defTabSz="685891" rtl="0" eaLnBrk="1" latinLnBrk="0" hangingPunct="1">
              <a:defRPr sz="1400" kern="1200">
                <a:solidFill>
                  <a:schemeClr val="tx1"/>
                </a:solidFill>
                <a:latin typeface="+mn-lt"/>
                <a:ea typeface="+mn-ea"/>
                <a:cs typeface="+mn-cs"/>
              </a:defRPr>
            </a:lvl8pPr>
            <a:lvl9pPr marL="2743566" algn="l" defTabSz="685891" rtl="0" eaLnBrk="1" latinLnBrk="0" hangingPunct="1">
              <a:defRPr sz="1400" kern="1200">
                <a:solidFill>
                  <a:schemeClr val="tx1"/>
                </a:solidFill>
                <a:latin typeface="+mn-lt"/>
                <a:ea typeface="+mn-ea"/>
                <a:cs typeface="+mn-cs"/>
              </a:defRPr>
            </a:lvl9pPr>
          </a:lstStyle>
          <a:p>
            <a:pPr lvl="0" algn="r"/>
            <a:fld id="{39601925-951F-4EA8-91E5-A517312BFAAA}" type="slidenum">
              <a:rPr lang="en-US" sz="900" dirty="0" smtClean="0">
                <a:solidFill>
                  <a:schemeClr val="bg1"/>
                </a:solidFill>
                <a:latin typeface="+mn-lt"/>
              </a:rPr>
              <a:pPr lvl="0" algn="r"/>
              <a:t>22</a:t>
            </a:fld>
            <a:endParaRPr lang="en-US" sz="900">
              <a:solidFill>
                <a:schemeClr val="bg1"/>
              </a:solidFill>
              <a:latin typeface="+mn-lt"/>
            </a:endParaRPr>
          </a:p>
        </p:txBody>
      </p:sp>
      <p:sp>
        <p:nvSpPr>
          <p:cNvPr id="81" name="TextBox 80">
            <a:extLst>
              <a:ext uri="{FF2B5EF4-FFF2-40B4-BE49-F238E27FC236}">
                <a16:creationId xmlns:a16="http://schemas.microsoft.com/office/drawing/2014/main" id="{D52528E8-1418-9A3A-FA83-E3557F557FD3}"/>
              </a:ext>
            </a:extLst>
          </p:cNvPr>
          <p:cNvSpPr txBox="1"/>
          <p:nvPr/>
        </p:nvSpPr>
        <p:spPr>
          <a:xfrm>
            <a:off x="623888" y="6453188"/>
            <a:ext cx="2781211" cy="107722"/>
          </a:xfrm>
          <a:prstGeom prst="rect">
            <a:avLst/>
          </a:prstGeom>
          <a:noFill/>
        </p:spPr>
        <p:txBody>
          <a:bodyPr wrap="square" lIns="0" tIns="0" rIns="0" bIns="0"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IN" sz="700" kern="0" spc="50" baseline="0">
                <a:solidFill>
                  <a:srgbClr val="CBD0E5"/>
                </a:solidFill>
                <a:latin typeface="+mn-lt"/>
                <a:ea typeface="+mn-ea"/>
                <a:cs typeface="Heebo" pitchFamily="2" charset="-79"/>
              </a:rPr>
              <a:t>© Hexaware Technologies. Confidential briefing. </a:t>
            </a:r>
            <a:endParaRPr lang="en-US" sz="700" kern="0" spc="50" baseline="0">
              <a:solidFill>
                <a:srgbClr val="CBD0E5"/>
              </a:solidFill>
              <a:latin typeface="+mn-lt"/>
              <a:ea typeface="+mn-ea"/>
              <a:cs typeface="Heebo" pitchFamily="2" charset="-79"/>
            </a:endParaRPr>
          </a:p>
        </p:txBody>
      </p:sp>
      <p:sp>
        <p:nvSpPr>
          <p:cNvPr id="2" name="Text Placeholder 1">
            <a:extLst>
              <a:ext uri="{FF2B5EF4-FFF2-40B4-BE49-F238E27FC236}">
                <a16:creationId xmlns:a16="http://schemas.microsoft.com/office/drawing/2014/main" id="{9B3DCC35-ABB9-2BD8-F2BA-BBF1CA3DB66C}"/>
              </a:ext>
            </a:extLst>
          </p:cNvPr>
          <p:cNvSpPr>
            <a:spLocks noGrp="1"/>
          </p:cNvSpPr>
          <p:nvPr>
            <p:ph type="body" sz="quarter" idx="15"/>
          </p:nvPr>
        </p:nvSpPr>
        <p:spPr>
          <a:xfrm flipH="1">
            <a:off x="623888" y="457200"/>
            <a:ext cx="8172450" cy="244101"/>
          </a:xfrm>
        </p:spPr>
        <p:txBody>
          <a:bodyPr/>
          <a:lstStyle/>
          <a:p>
            <a:r>
              <a:rPr lang="en-US"/>
              <a:t>Factors Influencing Strategy and Solution</a:t>
            </a:r>
          </a:p>
        </p:txBody>
      </p:sp>
      <p:sp>
        <p:nvSpPr>
          <p:cNvPr id="4" name="Rectangle: Rounded Corners 3">
            <a:extLst>
              <a:ext uri="{FF2B5EF4-FFF2-40B4-BE49-F238E27FC236}">
                <a16:creationId xmlns:a16="http://schemas.microsoft.com/office/drawing/2014/main" id="{D07334BD-7C6D-9088-D066-746962772F0F}"/>
              </a:ext>
            </a:extLst>
          </p:cNvPr>
          <p:cNvSpPr/>
          <p:nvPr/>
        </p:nvSpPr>
        <p:spPr>
          <a:xfrm>
            <a:off x="623888" y="1806566"/>
            <a:ext cx="2160000" cy="392083"/>
          </a:xfrm>
          <a:prstGeom prst="roundRect">
            <a:avLst/>
          </a:prstGeom>
          <a:noFill/>
          <a:ln w="12700">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n-US" sz="1200">
                <a:solidFill>
                  <a:schemeClr val="tx1"/>
                </a:solidFill>
              </a:rPr>
              <a:t>Multi Tenancy</a:t>
            </a:r>
          </a:p>
        </p:txBody>
      </p:sp>
      <p:sp>
        <p:nvSpPr>
          <p:cNvPr id="5" name="Rectangle: Rounded Corners 4">
            <a:extLst>
              <a:ext uri="{FF2B5EF4-FFF2-40B4-BE49-F238E27FC236}">
                <a16:creationId xmlns:a16="http://schemas.microsoft.com/office/drawing/2014/main" id="{53E5F5A8-A906-277A-CCDC-6F02776E2255}"/>
              </a:ext>
            </a:extLst>
          </p:cNvPr>
          <p:cNvSpPr/>
          <p:nvPr/>
        </p:nvSpPr>
        <p:spPr>
          <a:xfrm>
            <a:off x="2819944" y="1806566"/>
            <a:ext cx="2160000" cy="392083"/>
          </a:xfrm>
          <a:prstGeom prst="roundRect">
            <a:avLst/>
          </a:prstGeom>
          <a:noFill/>
          <a:ln w="12700">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n-US" sz="1200">
                <a:solidFill>
                  <a:schemeClr val="tx1"/>
                </a:solidFill>
              </a:rPr>
              <a:t>Multi Brand</a:t>
            </a:r>
          </a:p>
        </p:txBody>
      </p:sp>
      <p:sp>
        <p:nvSpPr>
          <p:cNvPr id="6" name="Rectangle: Rounded Corners 5">
            <a:extLst>
              <a:ext uri="{FF2B5EF4-FFF2-40B4-BE49-F238E27FC236}">
                <a16:creationId xmlns:a16="http://schemas.microsoft.com/office/drawing/2014/main" id="{18C94CD9-26C1-BC3E-6956-484D947516F6}"/>
              </a:ext>
            </a:extLst>
          </p:cNvPr>
          <p:cNvSpPr/>
          <p:nvPr/>
        </p:nvSpPr>
        <p:spPr>
          <a:xfrm>
            <a:off x="5016000" y="1806566"/>
            <a:ext cx="2160000" cy="392083"/>
          </a:xfrm>
          <a:prstGeom prst="roundRect">
            <a:avLst/>
          </a:prstGeom>
          <a:noFill/>
          <a:ln w="12700">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n-US" sz="1200">
                <a:solidFill>
                  <a:schemeClr val="tx1"/>
                </a:solidFill>
              </a:rPr>
              <a:t>B2C/B2B</a:t>
            </a:r>
          </a:p>
        </p:txBody>
      </p:sp>
      <p:sp>
        <p:nvSpPr>
          <p:cNvPr id="7" name="Rectangle: Rounded Corners 6">
            <a:extLst>
              <a:ext uri="{FF2B5EF4-FFF2-40B4-BE49-F238E27FC236}">
                <a16:creationId xmlns:a16="http://schemas.microsoft.com/office/drawing/2014/main" id="{B17A75AA-09C8-8A34-329A-9C14C4A6C23F}"/>
              </a:ext>
            </a:extLst>
          </p:cNvPr>
          <p:cNvSpPr/>
          <p:nvPr/>
        </p:nvSpPr>
        <p:spPr>
          <a:xfrm>
            <a:off x="7212056" y="1806566"/>
            <a:ext cx="2160000" cy="392083"/>
          </a:xfrm>
          <a:prstGeom prst="roundRect">
            <a:avLst/>
          </a:prstGeom>
          <a:noFill/>
          <a:ln w="12700">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n-US" sz="1200" dirty="0">
                <a:solidFill>
                  <a:schemeClr val="tx1"/>
                </a:solidFill>
              </a:rPr>
              <a:t>Business Friendly</a:t>
            </a:r>
          </a:p>
        </p:txBody>
      </p:sp>
      <p:sp>
        <p:nvSpPr>
          <p:cNvPr id="8" name="Rectangle: Rounded Corners 7">
            <a:extLst>
              <a:ext uri="{FF2B5EF4-FFF2-40B4-BE49-F238E27FC236}">
                <a16:creationId xmlns:a16="http://schemas.microsoft.com/office/drawing/2014/main" id="{66EA2A2A-9834-1748-3EAC-DFF3F4256E6B}"/>
              </a:ext>
            </a:extLst>
          </p:cNvPr>
          <p:cNvSpPr/>
          <p:nvPr/>
        </p:nvSpPr>
        <p:spPr>
          <a:xfrm>
            <a:off x="9408113" y="1806566"/>
            <a:ext cx="2160000" cy="392083"/>
          </a:xfrm>
          <a:prstGeom prst="roundRect">
            <a:avLst/>
          </a:prstGeom>
          <a:noFill/>
          <a:ln w="12700">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n-US" sz="1200" dirty="0">
                <a:solidFill>
                  <a:schemeClr val="tx1"/>
                </a:solidFill>
              </a:rPr>
              <a:t>Single Code Base</a:t>
            </a:r>
          </a:p>
        </p:txBody>
      </p:sp>
      <p:sp>
        <p:nvSpPr>
          <p:cNvPr id="55" name="Rectangle: Rounded Corners 54">
            <a:extLst>
              <a:ext uri="{FF2B5EF4-FFF2-40B4-BE49-F238E27FC236}">
                <a16:creationId xmlns:a16="http://schemas.microsoft.com/office/drawing/2014/main" id="{C90FC694-8923-F042-0C6E-87920CE3FC23}"/>
              </a:ext>
            </a:extLst>
          </p:cNvPr>
          <p:cNvSpPr/>
          <p:nvPr/>
        </p:nvSpPr>
        <p:spPr>
          <a:xfrm>
            <a:off x="1739944" y="1367068"/>
            <a:ext cx="2160000" cy="392083"/>
          </a:xfrm>
          <a:prstGeom prst="roundRect">
            <a:avLst/>
          </a:prstGeom>
          <a:noFill/>
          <a:ln w="12700">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n-US" sz="1200" dirty="0">
                <a:solidFill>
                  <a:schemeClr val="tx1"/>
                </a:solidFill>
              </a:rPr>
              <a:t>Maintainability</a:t>
            </a:r>
          </a:p>
        </p:txBody>
      </p:sp>
      <p:sp>
        <p:nvSpPr>
          <p:cNvPr id="56" name="Rectangle: Rounded Corners 55">
            <a:extLst>
              <a:ext uri="{FF2B5EF4-FFF2-40B4-BE49-F238E27FC236}">
                <a16:creationId xmlns:a16="http://schemas.microsoft.com/office/drawing/2014/main" id="{921A6A91-4B01-7AB7-68EC-0C27BF5A9DFD}"/>
              </a:ext>
            </a:extLst>
          </p:cNvPr>
          <p:cNvSpPr/>
          <p:nvPr/>
        </p:nvSpPr>
        <p:spPr>
          <a:xfrm>
            <a:off x="3931258" y="1367068"/>
            <a:ext cx="2160000" cy="392083"/>
          </a:xfrm>
          <a:prstGeom prst="roundRect">
            <a:avLst/>
          </a:prstGeom>
          <a:noFill/>
          <a:ln w="12700">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n-US" sz="1200" dirty="0">
                <a:solidFill>
                  <a:schemeClr val="tx1"/>
                </a:solidFill>
              </a:rPr>
              <a:t>Support Innovation</a:t>
            </a:r>
          </a:p>
        </p:txBody>
      </p:sp>
      <p:sp>
        <p:nvSpPr>
          <p:cNvPr id="57" name="Rectangle: Rounded Corners 56">
            <a:extLst>
              <a:ext uri="{FF2B5EF4-FFF2-40B4-BE49-F238E27FC236}">
                <a16:creationId xmlns:a16="http://schemas.microsoft.com/office/drawing/2014/main" id="{E264758A-4478-2993-B0F2-A6DF67B456E7}"/>
              </a:ext>
            </a:extLst>
          </p:cNvPr>
          <p:cNvSpPr/>
          <p:nvPr/>
        </p:nvSpPr>
        <p:spPr>
          <a:xfrm>
            <a:off x="6122572" y="1367068"/>
            <a:ext cx="2160000" cy="392083"/>
          </a:xfrm>
          <a:prstGeom prst="roundRect">
            <a:avLst/>
          </a:prstGeom>
          <a:noFill/>
          <a:ln w="12700">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n-US" sz="1200">
                <a:solidFill>
                  <a:schemeClr val="tx1"/>
                </a:solidFill>
              </a:rPr>
              <a:t>Brand Specific Experience</a:t>
            </a:r>
          </a:p>
        </p:txBody>
      </p:sp>
      <p:sp>
        <p:nvSpPr>
          <p:cNvPr id="58" name="Rectangle: Rounded Corners 57">
            <a:extLst>
              <a:ext uri="{FF2B5EF4-FFF2-40B4-BE49-F238E27FC236}">
                <a16:creationId xmlns:a16="http://schemas.microsoft.com/office/drawing/2014/main" id="{D502A1BB-8886-C7F1-E662-CA98C4D68FD7}"/>
              </a:ext>
            </a:extLst>
          </p:cNvPr>
          <p:cNvSpPr/>
          <p:nvPr/>
        </p:nvSpPr>
        <p:spPr>
          <a:xfrm>
            <a:off x="8313885" y="1367068"/>
            <a:ext cx="2160000" cy="392083"/>
          </a:xfrm>
          <a:prstGeom prst="roundRect">
            <a:avLst/>
          </a:prstGeom>
          <a:noFill/>
          <a:ln w="12700">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n-US" sz="1200">
                <a:solidFill>
                  <a:schemeClr val="tx1"/>
                </a:solidFill>
              </a:rPr>
              <a:t>Dealer Support</a:t>
            </a:r>
          </a:p>
        </p:txBody>
      </p:sp>
      <p:sp>
        <p:nvSpPr>
          <p:cNvPr id="10" name="Rectangle: Rounded Corners 9">
            <a:extLst>
              <a:ext uri="{FF2B5EF4-FFF2-40B4-BE49-F238E27FC236}">
                <a16:creationId xmlns:a16="http://schemas.microsoft.com/office/drawing/2014/main" id="{A405B778-C788-4B42-EDA4-01E732AFB024}"/>
              </a:ext>
            </a:extLst>
          </p:cNvPr>
          <p:cNvSpPr/>
          <p:nvPr/>
        </p:nvSpPr>
        <p:spPr>
          <a:xfrm>
            <a:off x="1580996" y="2256966"/>
            <a:ext cx="2344000" cy="377706"/>
          </a:xfrm>
          <a:prstGeom prst="roundRect">
            <a:avLst/>
          </a:prstGeom>
          <a:noFill/>
          <a:ln w="12700">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n-US" sz="1200" dirty="0">
                <a:solidFill>
                  <a:schemeClr val="tx1"/>
                </a:solidFill>
              </a:rPr>
              <a:t>Enterprise Integrated Solution</a:t>
            </a:r>
          </a:p>
        </p:txBody>
      </p:sp>
      <p:sp>
        <p:nvSpPr>
          <p:cNvPr id="11" name="Rectangle: Rounded Corners 10">
            <a:extLst>
              <a:ext uri="{FF2B5EF4-FFF2-40B4-BE49-F238E27FC236}">
                <a16:creationId xmlns:a16="http://schemas.microsoft.com/office/drawing/2014/main" id="{BA395E79-3BA3-FF63-ADA0-8F4491FFD7A4}"/>
              </a:ext>
            </a:extLst>
          </p:cNvPr>
          <p:cNvSpPr/>
          <p:nvPr/>
        </p:nvSpPr>
        <p:spPr>
          <a:xfrm>
            <a:off x="3974638" y="2242848"/>
            <a:ext cx="2160000" cy="392083"/>
          </a:xfrm>
          <a:prstGeom prst="roundRect">
            <a:avLst/>
          </a:prstGeom>
          <a:noFill/>
          <a:ln w="12700">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n-US" sz="1200">
                <a:solidFill>
                  <a:schemeClr val="tx1"/>
                </a:solidFill>
              </a:rPr>
              <a:t>Quick-To-Market</a:t>
            </a:r>
          </a:p>
        </p:txBody>
      </p:sp>
      <p:sp>
        <p:nvSpPr>
          <p:cNvPr id="12" name="Rectangle: Rounded Corners 11">
            <a:extLst>
              <a:ext uri="{FF2B5EF4-FFF2-40B4-BE49-F238E27FC236}">
                <a16:creationId xmlns:a16="http://schemas.microsoft.com/office/drawing/2014/main" id="{4D0FDB71-5A14-C1EB-7EE6-1889E496076C}"/>
              </a:ext>
            </a:extLst>
          </p:cNvPr>
          <p:cNvSpPr/>
          <p:nvPr/>
        </p:nvSpPr>
        <p:spPr>
          <a:xfrm>
            <a:off x="6184280" y="2242848"/>
            <a:ext cx="2160000" cy="392083"/>
          </a:xfrm>
          <a:prstGeom prst="roundRect">
            <a:avLst/>
          </a:prstGeom>
          <a:noFill/>
          <a:ln w="12700">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n-US" sz="1200">
                <a:solidFill>
                  <a:schemeClr val="tx1"/>
                </a:solidFill>
              </a:rPr>
              <a:t>Multi Currency</a:t>
            </a:r>
          </a:p>
        </p:txBody>
      </p:sp>
      <p:sp>
        <p:nvSpPr>
          <p:cNvPr id="13" name="Rectangle: Rounded Corners 12">
            <a:extLst>
              <a:ext uri="{FF2B5EF4-FFF2-40B4-BE49-F238E27FC236}">
                <a16:creationId xmlns:a16="http://schemas.microsoft.com/office/drawing/2014/main" id="{986A9401-6347-D129-EE8F-78A52307582E}"/>
              </a:ext>
            </a:extLst>
          </p:cNvPr>
          <p:cNvSpPr/>
          <p:nvPr/>
        </p:nvSpPr>
        <p:spPr>
          <a:xfrm>
            <a:off x="8393922" y="2242848"/>
            <a:ext cx="2160000" cy="392083"/>
          </a:xfrm>
          <a:prstGeom prst="roundRect">
            <a:avLst/>
          </a:prstGeom>
          <a:noFill/>
          <a:ln w="12700">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n-US" sz="1200" dirty="0">
                <a:solidFill>
                  <a:schemeClr val="tx1"/>
                </a:solidFill>
              </a:rPr>
              <a:t>Multilingual</a:t>
            </a:r>
          </a:p>
        </p:txBody>
      </p:sp>
      <p:sp>
        <p:nvSpPr>
          <p:cNvPr id="14" name="Rectangle: Rounded Corners 13">
            <a:extLst>
              <a:ext uri="{FF2B5EF4-FFF2-40B4-BE49-F238E27FC236}">
                <a16:creationId xmlns:a16="http://schemas.microsoft.com/office/drawing/2014/main" id="{3E9121CC-F5A5-0E16-E354-8C3077365EB5}"/>
              </a:ext>
            </a:extLst>
          </p:cNvPr>
          <p:cNvSpPr/>
          <p:nvPr/>
        </p:nvSpPr>
        <p:spPr>
          <a:xfrm>
            <a:off x="1015772" y="3619214"/>
            <a:ext cx="2749042" cy="572362"/>
          </a:xfrm>
          <a:prstGeom prst="roundRect">
            <a:avLst/>
          </a:prstGeom>
          <a:noFill/>
          <a:ln w="127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n-US" sz="1400" dirty="0"/>
              <a:t>       Features</a:t>
            </a:r>
          </a:p>
        </p:txBody>
      </p:sp>
      <p:sp>
        <p:nvSpPr>
          <p:cNvPr id="17" name="Oval 16">
            <a:extLst>
              <a:ext uri="{FF2B5EF4-FFF2-40B4-BE49-F238E27FC236}">
                <a16:creationId xmlns:a16="http://schemas.microsoft.com/office/drawing/2014/main" id="{2503BC9B-2EBE-656B-8F15-95567DE69218}"/>
              </a:ext>
            </a:extLst>
          </p:cNvPr>
          <p:cNvSpPr/>
          <p:nvPr/>
        </p:nvSpPr>
        <p:spPr>
          <a:xfrm>
            <a:off x="735540" y="3619215"/>
            <a:ext cx="572362" cy="572362"/>
          </a:xfrm>
          <a:prstGeom prst="ellipse">
            <a:avLst/>
          </a:prstGeom>
          <a:solidFill>
            <a:schemeClr val="bg1"/>
          </a:solidFill>
          <a:ln>
            <a:solidFill>
              <a:schemeClr val="bg1"/>
            </a:solidFill>
          </a:ln>
          <a:effectLst>
            <a:outerShdw blurRad="63500" sx="102000" sy="1020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sz="1200"/>
          </a:p>
        </p:txBody>
      </p:sp>
      <p:pic>
        <p:nvPicPr>
          <p:cNvPr id="46" name="Graphic 33" descr="Touchscreen outline">
            <a:extLst>
              <a:ext uri="{FF2B5EF4-FFF2-40B4-BE49-F238E27FC236}">
                <a16:creationId xmlns:a16="http://schemas.microsoft.com/office/drawing/2014/main" id="{B5D7461C-34C0-9C22-3A20-6E897F3284A7}"/>
              </a:ext>
            </a:extLst>
          </p:cNvPr>
          <p:cNvPicPr>
            <a:picLocks noChangeAspect="1"/>
          </p:cNvPicPr>
          <p:nvPr/>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819150" y="3703918"/>
            <a:ext cx="385306" cy="385306"/>
          </a:xfrm>
          <a:prstGeom prst="rect">
            <a:avLst/>
          </a:prstGeom>
        </p:spPr>
      </p:pic>
      <p:sp>
        <p:nvSpPr>
          <p:cNvPr id="26" name="Rectangle: Rounded Corners 13">
            <a:extLst>
              <a:ext uri="{FF2B5EF4-FFF2-40B4-BE49-F238E27FC236}">
                <a16:creationId xmlns:a16="http://schemas.microsoft.com/office/drawing/2014/main" id="{0C642C36-BD0F-AF8E-9C1B-13B0AF37AA26}"/>
              </a:ext>
            </a:extLst>
          </p:cNvPr>
          <p:cNvSpPr/>
          <p:nvPr/>
        </p:nvSpPr>
        <p:spPr>
          <a:xfrm>
            <a:off x="1013991" y="4483206"/>
            <a:ext cx="2749042" cy="572362"/>
          </a:xfrm>
          <a:prstGeom prst="roundRect">
            <a:avLst/>
          </a:prstGeom>
          <a:noFill/>
          <a:ln w="127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n-US" sz="1400" dirty="0"/>
              <a:t>       Headless Support</a:t>
            </a:r>
          </a:p>
        </p:txBody>
      </p:sp>
      <p:sp>
        <p:nvSpPr>
          <p:cNvPr id="27" name="Oval 26">
            <a:extLst>
              <a:ext uri="{FF2B5EF4-FFF2-40B4-BE49-F238E27FC236}">
                <a16:creationId xmlns:a16="http://schemas.microsoft.com/office/drawing/2014/main" id="{C881AD8A-7F48-AE73-5FAB-CEAEC27331EB}"/>
              </a:ext>
            </a:extLst>
          </p:cNvPr>
          <p:cNvSpPr/>
          <p:nvPr/>
        </p:nvSpPr>
        <p:spPr>
          <a:xfrm>
            <a:off x="733759" y="4483207"/>
            <a:ext cx="572362" cy="572362"/>
          </a:xfrm>
          <a:prstGeom prst="ellipse">
            <a:avLst/>
          </a:prstGeom>
          <a:solidFill>
            <a:schemeClr val="bg1"/>
          </a:solidFill>
          <a:ln>
            <a:solidFill>
              <a:schemeClr val="bg1"/>
            </a:solidFill>
          </a:ln>
          <a:effectLst>
            <a:outerShdw blurRad="63500" sx="102000" sy="1020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sz="1200"/>
          </a:p>
        </p:txBody>
      </p:sp>
      <p:pic>
        <p:nvPicPr>
          <p:cNvPr id="29" name="Graphic 34" descr="Call center outline">
            <a:extLst>
              <a:ext uri="{FF2B5EF4-FFF2-40B4-BE49-F238E27FC236}">
                <a16:creationId xmlns:a16="http://schemas.microsoft.com/office/drawing/2014/main" id="{2A583DC6-910D-1983-FDF5-9EA9E75C34DA}"/>
              </a:ext>
            </a:extLst>
          </p:cNvPr>
          <p:cNvPicPr>
            <a:picLocks noChangeAspect="1"/>
          </p:cNvPicPr>
          <p:nvPr/>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4"/>
              </a:ext>
            </a:extLst>
          </a:blip>
          <a:stretch>
            <a:fillRect/>
          </a:stretch>
        </p:blipFill>
        <p:spPr>
          <a:xfrm>
            <a:off x="831657" y="4581105"/>
            <a:ext cx="376566" cy="376566"/>
          </a:xfrm>
          <a:prstGeom prst="rect">
            <a:avLst/>
          </a:prstGeom>
        </p:spPr>
      </p:pic>
      <p:sp>
        <p:nvSpPr>
          <p:cNvPr id="30" name="Rectangle: Rounded Corners 13">
            <a:extLst>
              <a:ext uri="{FF2B5EF4-FFF2-40B4-BE49-F238E27FC236}">
                <a16:creationId xmlns:a16="http://schemas.microsoft.com/office/drawing/2014/main" id="{517C2854-B5A0-8F10-EAAE-C9407BB56EBC}"/>
              </a:ext>
            </a:extLst>
          </p:cNvPr>
          <p:cNvSpPr/>
          <p:nvPr/>
        </p:nvSpPr>
        <p:spPr>
          <a:xfrm>
            <a:off x="1002881" y="5347197"/>
            <a:ext cx="2749042" cy="572362"/>
          </a:xfrm>
          <a:prstGeom prst="roundRect">
            <a:avLst/>
          </a:prstGeom>
          <a:noFill/>
          <a:ln w="127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n-US" sz="1400" dirty="0"/>
              <a:t>       Ecosystem Integration</a:t>
            </a:r>
          </a:p>
        </p:txBody>
      </p:sp>
      <p:sp>
        <p:nvSpPr>
          <p:cNvPr id="31" name="Oval 30">
            <a:extLst>
              <a:ext uri="{FF2B5EF4-FFF2-40B4-BE49-F238E27FC236}">
                <a16:creationId xmlns:a16="http://schemas.microsoft.com/office/drawing/2014/main" id="{F42CC469-0307-6787-71EE-F2645F98E0CE}"/>
              </a:ext>
            </a:extLst>
          </p:cNvPr>
          <p:cNvSpPr/>
          <p:nvPr/>
        </p:nvSpPr>
        <p:spPr>
          <a:xfrm>
            <a:off x="722649" y="5347198"/>
            <a:ext cx="572362" cy="572362"/>
          </a:xfrm>
          <a:prstGeom prst="ellipse">
            <a:avLst/>
          </a:prstGeom>
          <a:solidFill>
            <a:schemeClr val="bg1"/>
          </a:solidFill>
          <a:ln>
            <a:solidFill>
              <a:schemeClr val="bg1"/>
            </a:solidFill>
          </a:ln>
          <a:effectLst>
            <a:outerShdw blurRad="63500" sx="102000" sy="1020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sz="1200"/>
          </a:p>
        </p:txBody>
      </p:sp>
      <p:pic>
        <p:nvPicPr>
          <p:cNvPr id="48" name="Graphic 35" descr="Presentation with org chart outline">
            <a:extLst>
              <a:ext uri="{FF2B5EF4-FFF2-40B4-BE49-F238E27FC236}">
                <a16:creationId xmlns:a16="http://schemas.microsoft.com/office/drawing/2014/main" id="{DE21A061-4E0F-5DEC-DB41-733259995A57}"/>
              </a:ext>
            </a:extLst>
          </p:cNvPr>
          <p:cNvPicPr>
            <a:picLocks noChangeAspect="1"/>
          </p:cNvPicPr>
          <p:nvPr/>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5"/>
              </a:ext>
            </a:extLst>
          </a:blip>
          <a:stretch>
            <a:fillRect/>
          </a:stretch>
        </p:blipFill>
        <p:spPr>
          <a:xfrm>
            <a:off x="805948" y="5430497"/>
            <a:ext cx="405764" cy="405764"/>
          </a:xfrm>
          <a:prstGeom prst="rect">
            <a:avLst/>
          </a:prstGeom>
        </p:spPr>
      </p:pic>
      <p:sp>
        <p:nvSpPr>
          <p:cNvPr id="34" name="Rectangle: Rounded Corners 13">
            <a:extLst>
              <a:ext uri="{FF2B5EF4-FFF2-40B4-BE49-F238E27FC236}">
                <a16:creationId xmlns:a16="http://schemas.microsoft.com/office/drawing/2014/main" id="{151E08D3-12D9-A3CD-6AD3-E1D5EF3496B4}"/>
              </a:ext>
            </a:extLst>
          </p:cNvPr>
          <p:cNvSpPr/>
          <p:nvPr/>
        </p:nvSpPr>
        <p:spPr>
          <a:xfrm>
            <a:off x="8732268" y="3619214"/>
            <a:ext cx="2749042" cy="572362"/>
          </a:xfrm>
          <a:prstGeom prst="roundRect">
            <a:avLst/>
          </a:prstGeom>
          <a:noFill/>
          <a:ln w="127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n-US" sz="1400" dirty="0"/>
              <a:t>       Product Support</a:t>
            </a:r>
          </a:p>
        </p:txBody>
      </p:sp>
      <p:sp>
        <p:nvSpPr>
          <p:cNvPr id="60" name="Oval 59">
            <a:extLst>
              <a:ext uri="{FF2B5EF4-FFF2-40B4-BE49-F238E27FC236}">
                <a16:creationId xmlns:a16="http://schemas.microsoft.com/office/drawing/2014/main" id="{56701AA5-C1AB-BAB3-FFA9-BAD733F3EFDA}"/>
              </a:ext>
            </a:extLst>
          </p:cNvPr>
          <p:cNvSpPr/>
          <p:nvPr/>
        </p:nvSpPr>
        <p:spPr>
          <a:xfrm>
            <a:off x="8452036" y="3619215"/>
            <a:ext cx="572362" cy="572362"/>
          </a:xfrm>
          <a:prstGeom prst="ellipse">
            <a:avLst/>
          </a:prstGeom>
          <a:solidFill>
            <a:schemeClr val="bg1"/>
          </a:solidFill>
          <a:ln>
            <a:solidFill>
              <a:schemeClr val="bg1"/>
            </a:solidFill>
          </a:ln>
          <a:effectLst>
            <a:outerShdw blurRad="63500" sx="102000" sy="1020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sz="1200"/>
          </a:p>
        </p:txBody>
      </p:sp>
      <p:sp>
        <p:nvSpPr>
          <p:cNvPr id="62" name="Rectangle: Rounded Corners 13">
            <a:extLst>
              <a:ext uri="{FF2B5EF4-FFF2-40B4-BE49-F238E27FC236}">
                <a16:creationId xmlns:a16="http://schemas.microsoft.com/office/drawing/2014/main" id="{BB4DA850-F0FA-FCDA-15F6-353AA642D3A7}"/>
              </a:ext>
            </a:extLst>
          </p:cNvPr>
          <p:cNvSpPr/>
          <p:nvPr/>
        </p:nvSpPr>
        <p:spPr>
          <a:xfrm>
            <a:off x="8730487" y="4483206"/>
            <a:ext cx="2749042" cy="572362"/>
          </a:xfrm>
          <a:prstGeom prst="roundRect">
            <a:avLst/>
          </a:prstGeom>
          <a:noFill/>
          <a:ln w="127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n-US" sz="1400" dirty="0"/>
              <a:t>       Skill Availability</a:t>
            </a:r>
          </a:p>
        </p:txBody>
      </p:sp>
      <p:sp>
        <p:nvSpPr>
          <p:cNvPr id="63" name="Oval 62">
            <a:extLst>
              <a:ext uri="{FF2B5EF4-FFF2-40B4-BE49-F238E27FC236}">
                <a16:creationId xmlns:a16="http://schemas.microsoft.com/office/drawing/2014/main" id="{39CE99CC-86BD-1B06-E5C9-42AD4C6D01C2}"/>
              </a:ext>
            </a:extLst>
          </p:cNvPr>
          <p:cNvSpPr/>
          <p:nvPr/>
        </p:nvSpPr>
        <p:spPr>
          <a:xfrm>
            <a:off x="8450255" y="4483207"/>
            <a:ext cx="572362" cy="572362"/>
          </a:xfrm>
          <a:prstGeom prst="ellipse">
            <a:avLst/>
          </a:prstGeom>
          <a:solidFill>
            <a:schemeClr val="bg1"/>
          </a:solidFill>
          <a:ln>
            <a:solidFill>
              <a:schemeClr val="bg1"/>
            </a:solidFill>
          </a:ln>
          <a:effectLst>
            <a:outerShdw blurRad="63500" sx="102000" sy="1020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sz="1200"/>
          </a:p>
        </p:txBody>
      </p:sp>
      <p:sp>
        <p:nvSpPr>
          <p:cNvPr id="65" name="Rectangle: Rounded Corners 13">
            <a:extLst>
              <a:ext uri="{FF2B5EF4-FFF2-40B4-BE49-F238E27FC236}">
                <a16:creationId xmlns:a16="http://schemas.microsoft.com/office/drawing/2014/main" id="{51DF6661-03DE-D4E0-0C84-85961246AADF}"/>
              </a:ext>
            </a:extLst>
          </p:cNvPr>
          <p:cNvSpPr/>
          <p:nvPr/>
        </p:nvSpPr>
        <p:spPr>
          <a:xfrm>
            <a:off x="8719377" y="5347197"/>
            <a:ext cx="2749042" cy="572362"/>
          </a:xfrm>
          <a:prstGeom prst="roundRect">
            <a:avLst/>
          </a:prstGeom>
          <a:noFill/>
          <a:ln w="127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n-US" sz="1400" dirty="0"/>
              <a:t>       TCO</a:t>
            </a:r>
          </a:p>
        </p:txBody>
      </p:sp>
      <p:sp>
        <p:nvSpPr>
          <p:cNvPr id="66" name="Oval 65">
            <a:extLst>
              <a:ext uri="{FF2B5EF4-FFF2-40B4-BE49-F238E27FC236}">
                <a16:creationId xmlns:a16="http://schemas.microsoft.com/office/drawing/2014/main" id="{83230DAC-B330-A45B-F3D1-C9F37308FC2D}"/>
              </a:ext>
            </a:extLst>
          </p:cNvPr>
          <p:cNvSpPr/>
          <p:nvPr/>
        </p:nvSpPr>
        <p:spPr>
          <a:xfrm>
            <a:off x="8439145" y="5347198"/>
            <a:ext cx="572362" cy="572362"/>
          </a:xfrm>
          <a:prstGeom prst="ellipse">
            <a:avLst/>
          </a:prstGeom>
          <a:solidFill>
            <a:schemeClr val="bg1"/>
          </a:solidFill>
          <a:ln>
            <a:solidFill>
              <a:schemeClr val="bg1"/>
            </a:solidFill>
          </a:ln>
          <a:effectLst>
            <a:outerShdw blurRad="63500" sx="102000" sy="1020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sz="1200"/>
          </a:p>
        </p:txBody>
      </p:sp>
      <p:pic>
        <p:nvPicPr>
          <p:cNvPr id="52" name="Graphic 39" descr="Continuous Improvement outline">
            <a:extLst>
              <a:ext uri="{FF2B5EF4-FFF2-40B4-BE49-F238E27FC236}">
                <a16:creationId xmlns:a16="http://schemas.microsoft.com/office/drawing/2014/main" id="{FBB565D8-C77D-96D4-5869-C7D023ADC43B}"/>
              </a:ext>
            </a:extLst>
          </p:cNvPr>
          <p:cNvPicPr>
            <a:picLocks noChangeAspect="1"/>
          </p:cNvPicPr>
          <p:nvPr/>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6"/>
              </a:ext>
            </a:extLst>
          </a:blip>
          <a:stretch>
            <a:fillRect/>
          </a:stretch>
        </p:blipFill>
        <p:spPr>
          <a:xfrm>
            <a:off x="8466997" y="3634176"/>
            <a:ext cx="542440" cy="542440"/>
          </a:xfrm>
          <a:prstGeom prst="rect">
            <a:avLst/>
          </a:prstGeom>
        </p:spPr>
      </p:pic>
      <p:pic>
        <p:nvPicPr>
          <p:cNvPr id="53" name="Graphic 40" descr="Teacher outline">
            <a:extLst>
              <a:ext uri="{FF2B5EF4-FFF2-40B4-BE49-F238E27FC236}">
                <a16:creationId xmlns:a16="http://schemas.microsoft.com/office/drawing/2014/main" id="{C85957B4-C715-EE5C-FE64-964D25EFA037}"/>
              </a:ext>
            </a:extLst>
          </p:cNvPr>
          <p:cNvPicPr>
            <a:picLocks noChangeAspect="1"/>
          </p:cNvPicPr>
          <p:nvPr/>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7"/>
              </a:ext>
            </a:extLst>
          </a:blip>
          <a:stretch>
            <a:fillRect/>
          </a:stretch>
        </p:blipFill>
        <p:spPr>
          <a:xfrm>
            <a:off x="8521329" y="4554282"/>
            <a:ext cx="430212" cy="430212"/>
          </a:xfrm>
          <a:prstGeom prst="rect">
            <a:avLst/>
          </a:prstGeom>
        </p:spPr>
      </p:pic>
      <p:pic>
        <p:nvPicPr>
          <p:cNvPr id="54" name="Graphic 41" descr="Table outline">
            <a:extLst>
              <a:ext uri="{FF2B5EF4-FFF2-40B4-BE49-F238E27FC236}">
                <a16:creationId xmlns:a16="http://schemas.microsoft.com/office/drawing/2014/main" id="{D926D60B-7B20-C1CA-4913-D3FA8862637F}"/>
              </a:ext>
            </a:extLst>
          </p:cNvPr>
          <p:cNvPicPr>
            <a:picLocks noChangeAspect="1"/>
          </p:cNvPicPr>
          <p:nvPr/>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8"/>
              </a:ext>
            </a:extLst>
          </a:blip>
          <a:stretch>
            <a:fillRect/>
          </a:stretch>
        </p:blipFill>
        <p:spPr>
          <a:xfrm>
            <a:off x="8485480" y="5393532"/>
            <a:ext cx="479694" cy="479694"/>
          </a:xfrm>
          <a:prstGeom prst="rect">
            <a:avLst/>
          </a:prstGeom>
        </p:spPr>
      </p:pic>
      <p:sp>
        <p:nvSpPr>
          <p:cNvPr id="68" name="Rectangle: Rounded Corners 13">
            <a:extLst>
              <a:ext uri="{FF2B5EF4-FFF2-40B4-BE49-F238E27FC236}">
                <a16:creationId xmlns:a16="http://schemas.microsoft.com/office/drawing/2014/main" id="{D07BFAFA-C7BF-D8BD-EE09-9B476EB9E225}"/>
              </a:ext>
            </a:extLst>
          </p:cNvPr>
          <p:cNvSpPr/>
          <p:nvPr/>
        </p:nvSpPr>
        <p:spPr>
          <a:xfrm>
            <a:off x="4867134" y="3619214"/>
            <a:ext cx="2749042" cy="572362"/>
          </a:xfrm>
          <a:prstGeom prst="roundRect">
            <a:avLst/>
          </a:prstGeom>
          <a:noFill/>
          <a:ln w="127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n-US" sz="1400" dirty="0"/>
              <a:t>       Scalability &amp; Performance</a:t>
            </a:r>
          </a:p>
        </p:txBody>
      </p:sp>
      <p:sp>
        <p:nvSpPr>
          <p:cNvPr id="69" name="Oval 68">
            <a:extLst>
              <a:ext uri="{FF2B5EF4-FFF2-40B4-BE49-F238E27FC236}">
                <a16:creationId xmlns:a16="http://schemas.microsoft.com/office/drawing/2014/main" id="{811F56E4-CF2A-91B0-E204-0161DCD00018}"/>
              </a:ext>
            </a:extLst>
          </p:cNvPr>
          <p:cNvSpPr/>
          <p:nvPr/>
        </p:nvSpPr>
        <p:spPr>
          <a:xfrm>
            <a:off x="4586902" y="3619215"/>
            <a:ext cx="572362" cy="572362"/>
          </a:xfrm>
          <a:prstGeom prst="ellipse">
            <a:avLst/>
          </a:prstGeom>
          <a:solidFill>
            <a:schemeClr val="bg1"/>
          </a:solidFill>
          <a:ln>
            <a:solidFill>
              <a:schemeClr val="bg1"/>
            </a:solidFill>
          </a:ln>
          <a:effectLst>
            <a:outerShdw blurRad="63500" sx="102000" sy="1020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sz="1200"/>
          </a:p>
        </p:txBody>
      </p:sp>
      <p:sp>
        <p:nvSpPr>
          <p:cNvPr id="71" name="Rectangle: Rounded Corners 13">
            <a:extLst>
              <a:ext uri="{FF2B5EF4-FFF2-40B4-BE49-F238E27FC236}">
                <a16:creationId xmlns:a16="http://schemas.microsoft.com/office/drawing/2014/main" id="{F83B4E90-DCE9-10F0-7AC9-51F76209E7FE}"/>
              </a:ext>
            </a:extLst>
          </p:cNvPr>
          <p:cNvSpPr/>
          <p:nvPr/>
        </p:nvSpPr>
        <p:spPr>
          <a:xfrm>
            <a:off x="4865353" y="4483206"/>
            <a:ext cx="2749042" cy="572362"/>
          </a:xfrm>
          <a:prstGeom prst="roundRect">
            <a:avLst/>
          </a:prstGeom>
          <a:noFill/>
          <a:ln w="127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n-US" sz="1400" dirty="0"/>
              <a:t>       Omnichannel</a:t>
            </a:r>
          </a:p>
        </p:txBody>
      </p:sp>
      <p:sp>
        <p:nvSpPr>
          <p:cNvPr id="72" name="Oval 71">
            <a:extLst>
              <a:ext uri="{FF2B5EF4-FFF2-40B4-BE49-F238E27FC236}">
                <a16:creationId xmlns:a16="http://schemas.microsoft.com/office/drawing/2014/main" id="{519B02A5-D0EA-97EF-B1E8-0710869C084B}"/>
              </a:ext>
            </a:extLst>
          </p:cNvPr>
          <p:cNvSpPr/>
          <p:nvPr/>
        </p:nvSpPr>
        <p:spPr>
          <a:xfrm>
            <a:off x="4585121" y="4483207"/>
            <a:ext cx="572362" cy="572362"/>
          </a:xfrm>
          <a:prstGeom prst="ellipse">
            <a:avLst/>
          </a:prstGeom>
          <a:solidFill>
            <a:schemeClr val="bg1"/>
          </a:solidFill>
          <a:ln>
            <a:solidFill>
              <a:schemeClr val="bg1"/>
            </a:solidFill>
          </a:ln>
          <a:effectLst>
            <a:outerShdw blurRad="63500" sx="102000" sy="1020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sz="1200"/>
          </a:p>
        </p:txBody>
      </p:sp>
      <p:sp>
        <p:nvSpPr>
          <p:cNvPr id="74" name="Rectangle: Rounded Corners 13">
            <a:extLst>
              <a:ext uri="{FF2B5EF4-FFF2-40B4-BE49-F238E27FC236}">
                <a16:creationId xmlns:a16="http://schemas.microsoft.com/office/drawing/2014/main" id="{B33F0F4E-8C65-3AF4-4766-DC8800898EBD}"/>
              </a:ext>
            </a:extLst>
          </p:cNvPr>
          <p:cNvSpPr/>
          <p:nvPr/>
        </p:nvSpPr>
        <p:spPr>
          <a:xfrm>
            <a:off x="4854243" y="5347197"/>
            <a:ext cx="2749042" cy="572362"/>
          </a:xfrm>
          <a:prstGeom prst="roundRect">
            <a:avLst/>
          </a:prstGeom>
          <a:noFill/>
          <a:ln w="127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n-US" sz="1400" dirty="0"/>
              <a:t>       Security</a:t>
            </a:r>
          </a:p>
        </p:txBody>
      </p:sp>
      <p:sp>
        <p:nvSpPr>
          <p:cNvPr id="75" name="Oval 74">
            <a:extLst>
              <a:ext uri="{FF2B5EF4-FFF2-40B4-BE49-F238E27FC236}">
                <a16:creationId xmlns:a16="http://schemas.microsoft.com/office/drawing/2014/main" id="{73C1F9AF-4295-39DD-8986-CE0ACB8A596E}"/>
              </a:ext>
            </a:extLst>
          </p:cNvPr>
          <p:cNvSpPr/>
          <p:nvPr/>
        </p:nvSpPr>
        <p:spPr>
          <a:xfrm>
            <a:off x="4574011" y="5347198"/>
            <a:ext cx="572362" cy="572362"/>
          </a:xfrm>
          <a:prstGeom prst="ellipse">
            <a:avLst/>
          </a:prstGeom>
          <a:solidFill>
            <a:schemeClr val="bg1"/>
          </a:solidFill>
          <a:ln>
            <a:solidFill>
              <a:schemeClr val="bg1"/>
            </a:solidFill>
          </a:ln>
          <a:effectLst>
            <a:outerShdw blurRad="63500" sx="102000" sy="1020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sz="1200"/>
          </a:p>
        </p:txBody>
      </p:sp>
      <p:pic>
        <p:nvPicPr>
          <p:cNvPr id="49" name="Graphic 36" descr="Bar graph with upward trend outline">
            <a:extLst>
              <a:ext uri="{FF2B5EF4-FFF2-40B4-BE49-F238E27FC236}">
                <a16:creationId xmlns:a16="http://schemas.microsoft.com/office/drawing/2014/main" id="{673CF98F-41D1-496E-75F1-68BEFCD71A82}"/>
              </a:ext>
            </a:extLst>
          </p:cNvPr>
          <p:cNvPicPr>
            <a:picLocks noChangeAspect="1"/>
          </p:cNvPicPr>
          <p:nvPr/>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9"/>
              </a:ext>
            </a:extLst>
          </a:blip>
          <a:stretch>
            <a:fillRect/>
          </a:stretch>
        </p:blipFill>
        <p:spPr>
          <a:xfrm>
            <a:off x="4657183" y="3689496"/>
            <a:ext cx="431800" cy="431800"/>
          </a:xfrm>
          <a:prstGeom prst="rect">
            <a:avLst/>
          </a:prstGeom>
        </p:spPr>
      </p:pic>
      <p:pic>
        <p:nvPicPr>
          <p:cNvPr id="50" name="Graphic 37" descr="Document outline">
            <a:extLst>
              <a:ext uri="{FF2B5EF4-FFF2-40B4-BE49-F238E27FC236}">
                <a16:creationId xmlns:a16="http://schemas.microsoft.com/office/drawing/2014/main" id="{665B453B-E04F-A221-0911-219A5561ED9C}"/>
              </a:ext>
            </a:extLst>
          </p:cNvPr>
          <p:cNvPicPr>
            <a:picLocks noChangeAspect="1"/>
          </p:cNvPicPr>
          <p:nvPr/>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10"/>
              </a:ext>
            </a:extLst>
          </a:blip>
          <a:stretch>
            <a:fillRect/>
          </a:stretch>
        </p:blipFill>
        <p:spPr>
          <a:xfrm>
            <a:off x="4661752" y="4559838"/>
            <a:ext cx="419100" cy="419100"/>
          </a:xfrm>
          <a:prstGeom prst="rect">
            <a:avLst/>
          </a:prstGeom>
        </p:spPr>
      </p:pic>
      <p:pic>
        <p:nvPicPr>
          <p:cNvPr id="51" name="Graphic 38" descr="Shield Tick outline">
            <a:extLst>
              <a:ext uri="{FF2B5EF4-FFF2-40B4-BE49-F238E27FC236}">
                <a16:creationId xmlns:a16="http://schemas.microsoft.com/office/drawing/2014/main" id="{DF87D53D-DCF6-465D-3077-6BD15B2E4B5C}"/>
              </a:ext>
            </a:extLst>
          </p:cNvPr>
          <p:cNvPicPr>
            <a:picLocks noChangeAspect="1"/>
          </p:cNvPicPr>
          <p:nvPr/>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11"/>
              </a:ext>
            </a:extLst>
          </a:blip>
          <a:stretch>
            <a:fillRect/>
          </a:stretch>
        </p:blipFill>
        <p:spPr>
          <a:xfrm>
            <a:off x="4630005" y="5403192"/>
            <a:ext cx="460374" cy="460374"/>
          </a:xfrm>
          <a:prstGeom prst="rect">
            <a:avLst/>
          </a:prstGeom>
        </p:spPr>
      </p:pic>
    </p:spTree>
    <p:extLst>
      <p:ext uri="{BB962C8B-B14F-4D97-AF65-F5344CB8AC3E}">
        <p14:creationId xmlns:p14="http://schemas.microsoft.com/office/powerpoint/2010/main" val="3472954819"/>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8FE2D70-3FD0-2D7B-37F2-48F50B89C169}"/>
            </a:ext>
          </a:extLst>
        </p:cNvPr>
        <p:cNvGrpSpPr/>
        <p:nvPr/>
      </p:nvGrpSpPr>
      <p:grpSpPr>
        <a:xfrm>
          <a:off x="0" y="0"/>
          <a:ext cx="0" cy="0"/>
          <a:chOff x="0" y="0"/>
          <a:chExt cx="0" cy="0"/>
        </a:xfrm>
      </p:grpSpPr>
      <p:pic>
        <p:nvPicPr>
          <p:cNvPr id="13" name="Picture 12" descr="A blue and purple light streaks&#10;&#10;Description automatically generated with medium confidence">
            <a:extLst>
              <a:ext uri="{FF2B5EF4-FFF2-40B4-BE49-F238E27FC236}">
                <a16:creationId xmlns:a16="http://schemas.microsoft.com/office/drawing/2014/main" id="{6B24B7E4-0C56-6654-592A-421729D4C4D7}"/>
              </a:ext>
            </a:extLst>
          </p:cNvPr>
          <p:cNvPicPr>
            <a:picLocks noChangeAspect="1"/>
          </p:cNvPicPr>
          <p:nvPr/>
        </p:nvPicPr>
        <p:blipFill>
          <a:blip r:embed="rId3" cstate="screen">
            <a:extLst>
              <a:ext uri="{28A0092B-C50C-407E-A947-70E740481C1C}">
                <a14:useLocalDpi xmlns:a14="http://schemas.microsoft.com/office/drawing/2010/main"/>
              </a:ext>
            </a:extLst>
          </a:blip>
          <a:srcRect/>
          <a:stretch>
            <a:fillRect/>
          </a:stretch>
        </p:blipFill>
        <p:spPr>
          <a:xfrm>
            <a:off x="0" y="-1"/>
            <a:ext cx="12192000" cy="7035625"/>
          </a:xfrm>
          <a:custGeom>
            <a:avLst/>
            <a:gdLst>
              <a:gd name="connsiteX0" fmla="*/ 0 w 12192000"/>
              <a:gd name="connsiteY0" fmla="*/ 0 h 7035625"/>
              <a:gd name="connsiteX1" fmla="*/ 12192000 w 12192000"/>
              <a:gd name="connsiteY1" fmla="*/ 0 h 7035625"/>
              <a:gd name="connsiteX2" fmla="*/ 12192000 w 12192000"/>
              <a:gd name="connsiteY2" fmla="*/ 6858001 h 7035625"/>
              <a:gd name="connsiteX3" fmla="*/ 1 w 12192000"/>
              <a:gd name="connsiteY3" fmla="*/ 6858001 h 7035625"/>
              <a:gd name="connsiteX4" fmla="*/ 1 w 12192000"/>
              <a:gd name="connsiteY4" fmla="*/ 7035625 h 7035625"/>
              <a:gd name="connsiteX5" fmla="*/ 0 w 12192000"/>
              <a:gd name="connsiteY5" fmla="*/ 7035625 h 70356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2192000" h="7035625">
                <a:moveTo>
                  <a:pt x="0" y="0"/>
                </a:moveTo>
                <a:lnTo>
                  <a:pt x="12192000" y="0"/>
                </a:lnTo>
                <a:lnTo>
                  <a:pt x="12192000" y="6858001"/>
                </a:lnTo>
                <a:lnTo>
                  <a:pt x="1" y="6858001"/>
                </a:lnTo>
                <a:lnTo>
                  <a:pt x="1" y="7035625"/>
                </a:lnTo>
                <a:lnTo>
                  <a:pt x="0" y="7035625"/>
                </a:lnTo>
                <a:close/>
              </a:path>
            </a:pathLst>
          </a:custGeom>
        </p:spPr>
      </p:pic>
      <p:sp>
        <p:nvSpPr>
          <p:cNvPr id="14" name="Rectangle 13">
            <a:extLst>
              <a:ext uri="{FF2B5EF4-FFF2-40B4-BE49-F238E27FC236}">
                <a16:creationId xmlns:a16="http://schemas.microsoft.com/office/drawing/2014/main" id="{125455D1-06EC-D1AF-C595-B9795C4A3680}"/>
              </a:ext>
            </a:extLst>
          </p:cNvPr>
          <p:cNvSpPr/>
          <p:nvPr/>
        </p:nvSpPr>
        <p:spPr>
          <a:xfrm>
            <a:off x="0" y="0"/>
            <a:ext cx="12191999" cy="6858000"/>
          </a:xfrm>
          <a:prstGeom prst="rect">
            <a:avLst/>
          </a:prstGeom>
          <a:solidFill>
            <a:srgbClr val="3B2DDA">
              <a:alpha val="69804"/>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ext Placeholder 1">
            <a:extLst>
              <a:ext uri="{FF2B5EF4-FFF2-40B4-BE49-F238E27FC236}">
                <a16:creationId xmlns:a16="http://schemas.microsoft.com/office/drawing/2014/main" id="{4E4F8B0B-BA9E-5DE2-BD1E-5EEAE884A64C}"/>
              </a:ext>
            </a:extLst>
          </p:cNvPr>
          <p:cNvSpPr>
            <a:spLocks noGrp="1"/>
          </p:cNvSpPr>
          <p:nvPr>
            <p:ph type="body" sz="quarter" idx="15"/>
          </p:nvPr>
        </p:nvSpPr>
        <p:spPr>
          <a:xfrm flipH="1">
            <a:off x="623888" y="457200"/>
            <a:ext cx="8172450" cy="244101"/>
          </a:xfrm>
        </p:spPr>
        <p:txBody>
          <a:bodyPr/>
          <a:lstStyle/>
          <a:p>
            <a:r>
              <a:rPr lang="en-US" dirty="0">
                <a:solidFill>
                  <a:schemeClr val="bg1"/>
                </a:solidFill>
              </a:rPr>
              <a:t>Commerce Digital Maturity</a:t>
            </a:r>
          </a:p>
        </p:txBody>
      </p:sp>
      <p:sp>
        <p:nvSpPr>
          <p:cNvPr id="9" name="Slide Number Placeholder 5">
            <a:extLst>
              <a:ext uri="{FF2B5EF4-FFF2-40B4-BE49-F238E27FC236}">
                <a16:creationId xmlns:a16="http://schemas.microsoft.com/office/drawing/2014/main" id="{68171230-C055-101D-078C-EA654348F9A6}"/>
              </a:ext>
            </a:extLst>
          </p:cNvPr>
          <p:cNvSpPr txBox="1">
            <a:spLocks/>
          </p:cNvSpPr>
          <p:nvPr/>
        </p:nvSpPr>
        <p:spPr>
          <a:xfrm>
            <a:off x="11568055" y="6453188"/>
            <a:ext cx="270570" cy="138499"/>
          </a:xfrm>
          <a:prstGeom prst="rect">
            <a:avLst/>
          </a:prstGeom>
          <a:noFill/>
          <a:ln w="9525">
            <a:noFill/>
            <a:miter lim="800000"/>
            <a:headEnd/>
            <a:tailEnd/>
          </a:ln>
          <a:effectLst/>
        </p:spPr>
        <p:txBody>
          <a:bodyPr wrap="square" lIns="0" tIns="0" rIns="0" bIns="0">
            <a:spAutoFit/>
          </a:bodyPr>
          <a:lstStyle>
            <a:defPPr>
              <a:defRPr lang="en-US"/>
            </a:defPPr>
            <a:lvl1pPr marR="0" indent="0" fontAlgn="auto">
              <a:lnSpc>
                <a:spcPct val="100000"/>
              </a:lnSpc>
              <a:spcBef>
                <a:spcPts val="0"/>
              </a:spcBef>
              <a:spcAft>
                <a:spcPts val="0"/>
              </a:spcAft>
              <a:buClrTx/>
              <a:buSzTx/>
              <a:buFontTx/>
              <a:buNone/>
              <a:tabLst/>
              <a:defRPr sz="800">
                <a:solidFill>
                  <a:schemeClr val="tx1">
                    <a:lumMod val="65000"/>
                    <a:lumOff val="35000"/>
                  </a:schemeClr>
                </a:solidFill>
              </a:defRPr>
            </a:lvl1pPr>
            <a:lvl2pPr marL="342946" algn="l" defTabSz="685891" rtl="0" eaLnBrk="1" latinLnBrk="0" hangingPunct="1">
              <a:defRPr sz="1400" kern="1200">
                <a:solidFill>
                  <a:schemeClr val="tx1"/>
                </a:solidFill>
                <a:latin typeface="+mn-lt"/>
                <a:ea typeface="+mn-ea"/>
                <a:cs typeface="+mn-cs"/>
              </a:defRPr>
            </a:lvl2pPr>
            <a:lvl3pPr marL="685891" algn="l" defTabSz="685891" rtl="0" eaLnBrk="1" latinLnBrk="0" hangingPunct="1">
              <a:defRPr sz="1400" kern="1200">
                <a:solidFill>
                  <a:schemeClr val="tx1"/>
                </a:solidFill>
                <a:latin typeface="+mn-lt"/>
                <a:ea typeface="+mn-ea"/>
                <a:cs typeface="+mn-cs"/>
              </a:defRPr>
            </a:lvl3pPr>
            <a:lvl4pPr marL="1028837" algn="l" defTabSz="685891" rtl="0" eaLnBrk="1" latinLnBrk="0" hangingPunct="1">
              <a:defRPr sz="1400" kern="1200">
                <a:solidFill>
                  <a:schemeClr val="tx1"/>
                </a:solidFill>
                <a:latin typeface="+mn-lt"/>
                <a:ea typeface="+mn-ea"/>
                <a:cs typeface="+mn-cs"/>
              </a:defRPr>
            </a:lvl4pPr>
            <a:lvl5pPr marL="1371783" algn="l" defTabSz="685891" rtl="0" eaLnBrk="1" latinLnBrk="0" hangingPunct="1">
              <a:defRPr sz="1400" kern="1200">
                <a:solidFill>
                  <a:schemeClr val="tx1"/>
                </a:solidFill>
                <a:latin typeface="+mn-lt"/>
                <a:ea typeface="+mn-ea"/>
                <a:cs typeface="+mn-cs"/>
              </a:defRPr>
            </a:lvl5pPr>
            <a:lvl6pPr marL="1714729" algn="l" defTabSz="685891" rtl="0" eaLnBrk="1" latinLnBrk="0" hangingPunct="1">
              <a:defRPr sz="1400" kern="1200">
                <a:solidFill>
                  <a:schemeClr val="tx1"/>
                </a:solidFill>
                <a:latin typeface="+mn-lt"/>
                <a:ea typeface="+mn-ea"/>
                <a:cs typeface="+mn-cs"/>
              </a:defRPr>
            </a:lvl6pPr>
            <a:lvl7pPr marL="2057674" algn="l" defTabSz="685891" rtl="0" eaLnBrk="1" latinLnBrk="0" hangingPunct="1">
              <a:defRPr sz="1400" kern="1200">
                <a:solidFill>
                  <a:schemeClr val="tx1"/>
                </a:solidFill>
                <a:latin typeface="+mn-lt"/>
                <a:ea typeface="+mn-ea"/>
                <a:cs typeface="+mn-cs"/>
              </a:defRPr>
            </a:lvl7pPr>
            <a:lvl8pPr marL="2400620" algn="l" defTabSz="685891" rtl="0" eaLnBrk="1" latinLnBrk="0" hangingPunct="1">
              <a:defRPr sz="1400" kern="1200">
                <a:solidFill>
                  <a:schemeClr val="tx1"/>
                </a:solidFill>
                <a:latin typeface="+mn-lt"/>
                <a:ea typeface="+mn-ea"/>
                <a:cs typeface="+mn-cs"/>
              </a:defRPr>
            </a:lvl8pPr>
            <a:lvl9pPr marL="2743566" algn="l" defTabSz="685891" rtl="0" eaLnBrk="1" latinLnBrk="0" hangingPunct="1">
              <a:defRPr sz="1400" kern="1200">
                <a:solidFill>
                  <a:schemeClr val="tx1"/>
                </a:solidFill>
                <a:latin typeface="+mn-lt"/>
                <a:ea typeface="+mn-ea"/>
                <a:cs typeface="+mn-cs"/>
              </a:defRPr>
            </a:lvl9pPr>
          </a:lstStyle>
          <a:p>
            <a:pPr lvl="0" algn="r"/>
            <a:fld id="{39601925-951F-4EA8-91E5-A517312BFAAA}" type="slidenum">
              <a:rPr lang="en-US" sz="900" smtClean="0">
                <a:solidFill>
                  <a:schemeClr val="bg1"/>
                </a:solidFill>
                <a:latin typeface="+mn-lt"/>
              </a:rPr>
              <a:pPr lvl="0" algn="r"/>
              <a:t>23</a:t>
            </a:fld>
            <a:endParaRPr lang="en-US" sz="900">
              <a:solidFill>
                <a:schemeClr val="bg1"/>
              </a:solidFill>
              <a:latin typeface="+mn-lt"/>
            </a:endParaRPr>
          </a:p>
        </p:txBody>
      </p:sp>
      <p:sp>
        <p:nvSpPr>
          <p:cNvPr id="10" name="TextBox 9">
            <a:extLst>
              <a:ext uri="{FF2B5EF4-FFF2-40B4-BE49-F238E27FC236}">
                <a16:creationId xmlns:a16="http://schemas.microsoft.com/office/drawing/2014/main" id="{FDCCC9CA-755D-6D3A-2DE2-B96F2630BF39}"/>
              </a:ext>
            </a:extLst>
          </p:cNvPr>
          <p:cNvSpPr txBox="1"/>
          <p:nvPr/>
        </p:nvSpPr>
        <p:spPr>
          <a:xfrm>
            <a:off x="623888" y="6453188"/>
            <a:ext cx="2781211" cy="107722"/>
          </a:xfrm>
          <a:prstGeom prst="rect">
            <a:avLst/>
          </a:prstGeom>
          <a:noFill/>
        </p:spPr>
        <p:txBody>
          <a:bodyPr wrap="square" lIns="0" tIns="0" rIns="0" bIns="0"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IN" sz="700" kern="0" spc="50" baseline="0" dirty="0">
                <a:solidFill>
                  <a:schemeClr val="bg1"/>
                </a:solidFill>
                <a:latin typeface="+mn-lt"/>
                <a:ea typeface="+mn-ea"/>
                <a:cs typeface="Heebo" pitchFamily="2" charset="-79"/>
              </a:rPr>
              <a:t>© Hexaware Technologies. Confidential briefing. </a:t>
            </a:r>
            <a:endParaRPr lang="en-US" sz="700" kern="0" spc="50" baseline="0" dirty="0">
              <a:solidFill>
                <a:schemeClr val="bg1"/>
              </a:solidFill>
              <a:latin typeface="+mn-lt"/>
              <a:ea typeface="+mn-ea"/>
              <a:cs typeface="Heebo" pitchFamily="2" charset="-79"/>
            </a:endParaRPr>
          </a:p>
        </p:txBody>
      </p:sp>
      <p:pic>
        <p:nvPicPr>
          <p:cNvPr id="11" name="Graphic 10">
            <a:extLst>
              <a:ext uri="{FF2B5EF4-FFF2-40B4-BE49-F238E27FC236}">
                <a16:creationId xmlns:a16="http://schemas.microsoft.com/office/drawing/2014/main" id="{EE7F571B-57A6-CAEE-85A7-CE3241B5A593}"/>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0917328" y="345760"/>
            <a:ext cx="914400" cy="122739"/>
          </a:xfrm>
          <a:prstGeom prst="rect">
            <a:avLst/>
          </a:prstGeom>
        </p:spPr>
      </p:pic>
      <p:grpSp>
        <p:nvGrpSpPr>
          <p:cNvPr id="137" name="Group 136">
            <a:extLst>
              <a:ext uri="{FF2B5EF4-FFF2-40B4-BE49-F238E27FC236}">
                <a16:creationId xmlns:a16="http://schemas.microsoft.com/office/drawing/2014/main" id="{D7C160D9-E7A4-B46A-6859-D85238EBADE6}"/>
              </a:ext>
            </a:extLst>
          </p:cNvPr>
          <p:cNvGrpSpPr/>
          <p:nvPr/>
        </p:nvGrpSpPr>
        <p:grpSpPr>
          <a:xfrm>
            <a:off x="2002301" y="820070"/>
            <a:ext cx="8187397" cy="5449436"/>
            <a:chOff x="2002301" y="820070"/>
            <a:chExt cx="8187397" cy="5449436"/>
          </a:xfrm>
        </p:grpSpPr>
        <p:grpSp>
          <p:nvGrpSpPr>
            <p:cNvPr id="15" name="Group 14">
              <a:extLst>
                <a:ext uri="{FF2B5EF4-FFF2-40B4-BE49-F238E27FC236}">
                  <a16:creationId xmlns:a16="http://schemas.microsoft.com/office/drawing/2014/main" id="{AA18AF50-369A-9F2A-105D-C68E57D38508}"/>
                </a:ext>
              </a:extLst>
            </p:cNvPr>
            <p:cNvGrpSpPr/>
            <p:nvPr/>
          </p:nvGrpSpPr>
          <p:grpSpPr>
            <a:xfrm>
              <a:off x="2002301" y="1142058"/>
              <a:ext cx="8187397" cy="4698611"/>
              <a:chOff x="1547447" y="1245968"/>
              <a:chExt cx="8187397" cy="4698611"/>
            </a:xfrm>
          </p:grpSpPr>
          <p:cxnSp>
            <p:nvCxnSpPr>
              <p:cNvPr id="16" name="Straight Arrow Connector 15">
                <a:extLst>
                  <a:ext uri="{FF2B5EF4-FFF2-40B4-BE49-F238E27FC236}">
                    <a16:creationId xmlns:a16="http://schemas.microsoft.com/office/drawing/2014/main" id="{684F5008-6E14-0A73-2FA0-7AA44A14B6A6}"/>
                  </a:ext>
                </a:extLst>
              </p:cNvPr>
              <p:cNvCxnSpPr>
                <a:cxnSpLocks/>
              </p:cNvCxnSpPr>
              <p:nvPr/>
            </p:nvCxnSpPr>
            <p:spPr>
              <a:xfrm flipV="1">
                <a:off x="1547447" y="1245968"/>
                <a:ext cx="0" cy="4698611"/>
              </a:xfrm>
              <a:prstGeom prst="straightConnector1">
                <a:avLst/>
              </a:prstGeom>
              <a:ln>
                <a:solidFill>
                  <a:schemeClr val="bg1"/>
                </a:solidFill>
                <a:tailEnd type="triangle"/>
              </a:ln>
            </p:spPr>
            <p:style>
              <a:lnRef idx="1">
                <a:schemeClr val="accent1"/>
              </a:lnRef>
              <a:fillRef idx="0">
                <a:schemeClr val="accent1"/>
              </a:fillRef>
              <a:effectRef idx="0">
                <a:schemeClr val="accent1"/>
              </a:effectRef>
              <a:fontRef idx="minor">
                <a:schemeClr val="tx1"/>
              </a:fontRef>
            </p:style>
          </p:cxnSp>
          <p:cxnSp>
            <p:nvCxnSpPr>
              <p:cNvPr id="17" name="Straight Arrow Connector 16">
                <a:extLst>
                  <a:ext uri="{FF2B5EF4-FFF2-40B4-BE49-F238E27FC236}">
                    <a16:creationId xmlns:a16="http://schemas.microsoft.com/office/drawing/2014/main" id="{43425FBB-87A0-451C-7324-CFBF3DD2C1B9}"/>
                  </a:ext>
                </a:extLst>
              </p:cNvPr>
              <p:cNvCxnSpPr/>
              <p:nvPr/>
            </p:nvCxnSpPr>
            <p:spPr>
              <a:xfrm>
                <a:off x="1547447" y="5944579"/>
                <a:ext cx="8187397" cy="0"/>
              </a:xfrm>
              <a:prstGeom prst="straightConnector1">
                <a:avLst/>
              </a:prstGeom>
              <a:ln>
                <a:solidFill>
                  <a:schemeClr val="bg1"/>
                </a:solidFill>
                <a:tailEnd type="triangle"/>
              </a:ln>
            </p:spPr>
            <p:style>
              <a:lnRef idx="1">
                <a:schemeClr val="accent1"/>
              </a:lnRef>
              <a:fillRef idx="0">
                <a:schemeClr val="accent1"/>
              </a:fillRef>
              <a:effectRef idx="0">
                <a:schemeClr val="accent1"/>
              </a:effectRef>
              <a:fontRef idx="minor">
                <a:schemeClr val="tx1"/>
              </a:fontRef>
            </p:style>
          </p:cxnSp>
        </p:grpSp>
        <p:sp>
          <p:nvSpPr>
            <p:cNvPr id="18" name="TextBox 4">
              <a:extLst>
                <a:ext uri="{FF2B5EF4-FFF2-40B4-BE49-F238E27FC236}">
                  <a16:creationId xmlns:a16="http://schemas.microsoft.com/office/drawing/2014/main" id="{5A7EB656-EACA-1FB0-4C3F-2541AA648B0A}"/>
                </a:ext>
              </a:extLst>
            </p:cNvPr>
            <p:cNvSpPr txBox="1"/>
            <p:nvPr/>
          </p:nvSpPr>
          <p:spPr>
            <a:xfrm>
              <a:off x="2368060" y="5992507"/>
              <a:ext cx="1547447" cy="276999"/>
            </a:xfrm>
            <a:prstGeom prst="rect">
              <a:avLst/>
            </a:prstGeom>
            <a:noFill/>
          </p:spPr>
          <p:txBody>
            <a:bodyPr wrap="squar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US" sz="1200" dirty="0">
                  <a:solidFill>
                    <a:schemeClr val="bg1"/>
                  </a:solidFill>
                  <a:latin typeface="Manrope"/>
                  <a:cs typeface="Poppins" pitchFamily="2" charset="77"/>
                </a:rPr>
                <a:t>Foundational</a:t>
              </a:r>
            </a:p>
          </p:txBody>
        </p:sp>
        <p:sp>
          <p:nvSpPr>
            <p:cNvPr id="19" name="TextBox 5">
              <a:extLst>
                <a:ext uri="{FF2B5EF4-FFF2-40B4-BE49-F238E27FC236}">
                  <a16:creationId xmlns:a16="http://schemas.microsoft.com/office/drawing/2014/main" id="{11687E30-16A9-40E9-6B99-67A398A27E1E}"/>
                </a:ext>
              </a:extLst>
            </p:cNvPr>
            <p:cNvSpPr txBox="1"/>
            <p:nvPr/>
          </p:nvSpPr>
          <p:spPr>
            <a:xfrm>
              <a:off x="5294140" y="5992507"/>
              <a:ext cx="1547447" cy="276999"/>
            </a:xfrm>
            <a:prstGeom prst="rect">
              <a:avLst/>
            </a:prstGeom>
            <a:noFill/>
          </p:spPr>
          <p:txBody>
            <a:bodyPr wrap="squar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US" sz="1200" dirty="0">
                  <a:solidFill>
                    <a:schemeClr val="bg1"/>
                  </a:solidFill>
                  <a:latin typeface="Manrope"/>
                  <a:cs typeface="Poppins" pitchFamily="2" charset="77"/>
                </a:rPr>
                <a:t>Advanced</a:t>
              </a:r>
            </a:p>
          </p:txBody>
        </p:sp>
        <p:sp>
          <p:nvSpPr>
            <p:cNvPr id="32" name="TextBox 6">
              <a:extLst>
                <a:ext uri="{FF2B5EF4-FFF2-40B4-BE49-F238E27FC236}">
                  <a16:creationId xmlns:a16="http://schemas.microsoft.com/office/drawing/2014/main" id="{C05AFB09-ED2A-93B5-C168-3A61BF2B15A1}"/>
                </a:ext>
              </a:extLst>
            </p:cNvPr>
            <p:cNvSpPr txBox="1"/>
            <p:nvPr/>
          </p:nvSpPr>
          <p:spPr>
            <a:xfrm>
              <a:off x="8220220" y="5992507"/>
              <a:ext cx="1547447" cy="276999"/>
            </a:xfrm>
            <a:prstGeom prst="rect">
              <a:avLst/>
            </a:prstGeom>
            <a:noFill/>
          </p:spPr>
          <p:txBody>
            <a:bodyPr wrap="squar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US" sz="1200" dirty="0">
                  <a:solidFill>
                    <a:schemeClr val="bg1"/>
                  </a:solidFill>
                  <a:latin typeface="Manrope"/>
                  <a:cs typeface="Poppins" pitchFamily="2" charset="77"/>
                </a:rPr>
                <a:t>Transformed</a:t>
              </a:r>
            </a:p>
          </p:txBody>
        </p:sp>
        <p:sp>
          <p:nvSpPr>
            <p:cNvPr id="35" name="Rectangle 34">
              <a:extLst>
                <a:ext uri="{FF2B5EF4-FFF2-40B4-BE49-F238E27FC236}">
                  <a16:creationId xmlns:a16="http://schemas.microsoft.com/office/drawing/2014/main" id="{8ECFA5E7-3CC3-5A12-AAD4-BB4E5D8A2CA5}"/>
                </a:ext>
              </a:extLst>
            </p:cNvPr>
            <p:cNvSpPr/>
            <p:nvPr/>
          </p:nvSpPr>
          <p:spPr>
            <a:xfrm>
              <a:off x="2171118" y="5514893"/>
              <a:ext cx="1941333" cy="230095"/>
            </a:xfrm>
            <a:prstGeom prst="rect">
              <a:avLst/>
            </a:prstGeom>
            <a:solidFill>
              <a:srgbClr val="00B1F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n-US" sz="1100">
                  <a:latin typeface="Manrope"/>
                  <a:cs typeface="Poppins" pitchFamily="2" charset="77"/>
                </a:rPr>
                <a:t>Data &amp; Integration</a:t>
              </a:r>
            </a:p>
          </p:txBody>
        </p:sp>
        <p:sp>
          <p:nvSpPr>
            <p:cNvPr id="36" name="Rectangle 35">
              <a:extLst>
                <a:ext uri="{FF2B5EF4-FFF2-40B4-BE49-F238E27FC236}">
                  <a16:creationId xmlns:a16="http://schemas.microsoft.com/office/drawing/2014/main" id="{3FE7A412-2752-D3A0-555C-2A84E0CEED41}"/>
                </a:ext>
              </a:extLst>
            </p:cNvPr>
            <p:cNvSpPr/>
            <p:nvPr/>
          </p:nvSpPr>
          <p:spPr>
            <a:xfrm>
              <a:off x="2171118" y="5197733"/>
              <a:ext cx="1941333" cy="230095"/>
            </a:xfrm>
            <a:prstGeom prst="rect">
              <a:avLst/>
            </a:prstGeom>
            <a:solidFill>
              <a:srgbClr val="00B1F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n-US" sz="1100">
                  <a:latin typeface="Manrope"/>
                  <a:cs typeface="Poppins" pitchFamily="2" charset="77"/>
                </a:rPr>
                <a:t>DAM</a:t>
              </a:r>
            </a:p>
          </p:txBody>
        </p:sp>
        <p:sp>
          <p:nvSpPr>
            <p:cNvPr id="37" name="Rectangle 36">
              <a:extLst>
                <a:ext uri="{FF2B5EF4-FFF2-40B4-BE49-F238E27FC236}">
                  <a16:creationId xmlns:a16="http://schemas.microsoft.com/office/drawing/2014/main" id="{8521C462-6FD3-2504-8EB0-9C232797F7C8}"/>
                </a:ext>
              </a:extLst>
            </p:cNvPr>
            <p:cNvSpPr/>
            <p:nvPr/>
          </p:nvSpPr>
          <p:spPr>
            <a:xfrm>
              <a:off x="2171118" y="4574481"/>
              <a:ext cx="1941333" cy="230095"/>
            </a:xfrm>
            <a:prstGeom prst="rect">
              <a:avLst/>
            </a:prstGeom>
            <a:solidFill>
              <a:srgbClr val="00B1F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n-US" sz="1100">
                  <a:latin typeface="Manrope"/>
                  <a:cs typeface="Poppins" pitchFamily="2" charset="77"/>
                </a:rPr>
                <a:t>PIM</a:t>
              </a:r>
            </a:p>
          </p:txBody>
        </p:sp>
        <p:sp>
          <p:nvSpPr>
            <p:cNvPr id="38" name="Rectangle 37">
              <a:extLst>
                <a:ext uri="{FF2B5EF4-FFF2-40B4-BE49-F238E27FC236}">
                  <a16:creationId xmlns:a16="http://schemas.microsoft.com/office/drawing/2014/main" id="{9C686C7C-D29D-B009-75A8-DBBDAE645F66}"/>
                </a:ext>
              </a:extLst>
            </p:cNvPr>
            <p:cNvSpPr/>
            <p:nvPr/>
          </p:nvSpPr>
          <p:spPr>
            <a:xfrm>
              <a:off x="2171118" y="4264270"/>
              <a:ext cx="1941333" cy="230095"/>
            </a:xfrm>
            <a:prstGeom prst="rect">
              <a:avLst/>
            </a:prstGeom>
            <a:solidFill>
              <a:srgbClr val="00B1F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n-US" sz="1100">
                  <a:latin typeface="Manrope"/>
                  <a:cs typeface="Poppins" pitchFamily="2" charset="77"/>
                </a:rPr>
                <a:t>OMS</a:t>
              </a:r>
            </a:p>
          </p:txBody>
        </p:sp>
        <p:sp>
          <p:nvSpPr>
            <p:cNvPr id="39" name="Rectangle 38">
              <a:extLst>
                <a:ext uri="{FF2B5EF4-FFF2-40B4-BE49-F238E27FC236}">
                  <a16:creationId xmlns:a16="http://schemas.microsoft.com/office/drawing/2014/main" id="{90C622A9-E36C-454A-E84C-EAE36A403564}"/>
                </a:ext>
              </a:extLst>
            </p:cNvPr>
            <p:cNvSpPr/>
            <p:nvPr/>
          </p:nvSpPr>
          <p:spPr>
            <a:xfrm>
              <a:off x="2171118" y="3641017"/>
              <a:ext cx="1941333" cy="230095"/>
            </a:xfrm>
            <a:prstGeom prst="rect">
              <a:avLst/>
            </a:prstGeom>
            <a:solidFill>
              <a:srgbClr val="00B1F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n-US" sz="1100">
                  <a:latin typeface="Manrope"/>
                  <a:cs typeface="Poppins" pitchFamily="2" charset="77"/>
                </a:rPr>
                <a:t>CMS</a:t>
              </a:r>
            </a:p>
          </p:txBody>
        </p:sp>
        <p:sp>
          <p:nvSpPr>
            <p:cNvPr id="40" name="Rectangle 39">
              <a:extLst>
                <a:ext uri="{FF2B5EF4-FFF2-40B4-BE49-F238E27FC236}">
                  <a16:creationId xmlns:a16="http://schemas.microsoft.com/office/drawing/2014/main" id="{5A88686A-16DB-DEC8-EE7F-448BFDA1BA8C}"/>
                </a:ext>
              </a:extLst>
            </p:cNvPr>
            <p:cNvSpPr/>
            <p:nvPr/>
          </p:nvSpPr>
          <p:spPr>
            <a:xfrm>
              <a:off x="5097197" y="3599130"/>
              <a:ext cx="1941333" cy="215218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n-US" sz="1100">
                  <a:solidFill>
                    <a:schemeClr val="tx1"/>
                  </a:solidFill>
                  <a:latin typeface="Manrope"/>
                  <a:cs typeface="Poppins" pitchFamily="2" charset="77"/>
                </a:rPr>
                <a:t>Foundational</a:t>
              </a:r>
            </a:p>
          </p:txBody>
        </p:sp>
        <p:sp>
          <p:nvSpPr>
            <p:cNvPr id="41" name="Rectangle 40">
              <a:extLst>
                <a:ext uri="{FF2B5EF4-FFF2-40B4-BE49-F238E27FC236}">
                  <a16:creationId xmlns:a16="http://schemas.microsoft.com/office/drawing/2014/main" id="{2E58CD64-9333-D317-1A91-482E7E2DD17A}"/>
                </a:ext>
              </a:extLst>
            </p:cNvPr>
            <p:cNvSpPr/>
            <p:nvPr/>
          </p:nvSpPr>
          <p:spPr>
            <a:xfrm>
              <a:off x="5097197" y="3279685"/>
              <a:ext cx="1941333" cy="230095"/>
            </a:xfrm>
            <a:prstGeom prst="rect">
              <a:avLst/>
            </a:prstGeom>
            <a:solidFill>
              <a:srgbClr val="00B1F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n-US" sz="1100" dirty="0">
                  <a:latin typeface="Manrope"/>
                  <a:cs typeface="Poppins" pitchFamily="2" charset="77"/>
                </a:rPr>
                <a:t>Customer Data Hub</a:t>
              </a:r>
            </a:p>
          </p:txBody>
        </p:sp>
        <p:sp>
          <p:nvSpPr>
            <p:cNvPr id="42" name="Rectangle 41">
              <a:extLst>
                <a:ext uri="{FF2B5EF4-FFF2-40B4-BE49-F238E27FC236}">
                  <a16:creationId xmlns:a16="http://schemas.microsoft.com/office/drawing/2014/main" id="{4BCE8CA0-544F-F2AA-F757-72CF73AB79C9}"/>
                </a:ext>
              </a:extLst>
            </p:cNvPr>
            <p:cNvSpPr/>
            <p:nvPr/>
          </p:nvSpPr>
          <p:spPr>
            <a:xfrm>
              <a:off x="5097197" y="2960239"/>
              <a:ext cx="1941333" cy="230096"/>
            </a:xfrm>
            <a:prstGeom prst="rect">
              <a:avLst/>
            </a:prstGeom>
            <a:solidFill>
              <a:srgbClr val="00B1F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n-US" sz="1100" dirty="0">
                  <a:latin typeface="Manrope"/>
                  <a:cs typeface="Poppins" pitchFamily="2" charset="77"/>
                </a:rPr>
                <a:t>Marketing Analytics</a:t>
              </a:r>
            </a:p>
          </p:txBody>
        </p:sp>
        <p:sp>
          <p:nvSpPr>
            <p:cNvPr id="43" name="Rectangle 42">
              <a:extLst>
                <a:ext uri="{FF2B5EF4-FFF2-40B4-BE49-F238E27FC236}">
                  <a16:creationId xmlns:a16="http://schemas.microsoft.com/office/drawing/2014/main" id="{1A1D8046-0DC5-B797-D7F9-8C640786C953}"/>
                </a:ext>
              </a:extLst>
            </p:cNvPr>
            <p:cNvSpPr/>
            <p:nvPr/>
          </p:nvSpPr>
          <p:spPr>
            <a:xfrm>
              <a:off x="5097197" y="2640793"/>
              <a:ext cx="1941333" cy="230096"/>
            </a:xfrm>
            <a:prstGeom prst="rect">
              <a:avLst/>
            </a:prstGeom>
            <a:solidFill>
              <a:srgbClr val="00B1F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n-US" sz="1100" dirty="0">
                  <a:latin typeface="Manrope"/>
                  <a:cs typeface="Poppins" pitchFamily="2" charset="77"/>
                </a:rPr>
                <a:t>Marketing Automation</a:t>
              </a:r>
            </a:p>
          </p:txBody>
        </p:sp>
        <p:sp>
          <p:nvSpPr>
            <p:cNvPr id="44" name="Rectangle 43">
              <a:extLst>
                <a:ext uri="{FF2B5EF4-FFF2-40B4-BE49-F238E27FC236}">
                  <a16:creationId xmlns:a16="http://schemas.microsoft.com/office/drawing/2014/main" id="{E46D2A8F-F330-88D1-7831-26EFF59F2B24}"/>
                </a:ext>
              </a:extLst>
            </p:cNvPr>
            <p:cNvSpPr/>
            <p:nvPr/>
          </p:nvSpPr>
          <p:spPr>
            <a:xfrm>
              <a:off x="8023276" y="2425167"/>
              <a:ext cx="1941333" cy="3326151"/>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n-US" sz="1100" dirty="0">
                  <a:solidFill>
                    <a:schemeClr val="tx1"/>
                  </a:solidFill>
                  <a:latin typeface="Manrope"/>
                  <a:cs typeface="Poppins" pitchFamily="2" charset="77"/>
                </a:rPr>
                <a:t>Advanced</a:t>
              </a:r>
            </a:p>
          </p:txBody>
        </p:sp>
        <p:sp>
          <p:nvSpPr>
            <p:cNvPr id="45" name="Rectangle 44">
              <a:extLst>
                <a:ext uri="{FF2B5EF4-FFF2-40B4-BE49-F238E27FC236}">
                  <a16:creationId xmlns:a16="http://schemas.microsoft.com/office/drawing/2014/main" id="{B8A29D43-A16F-FC1F-46D2-A048DC6C7F3E}"/>
                </a:ext>
              </a:extLst>
            </p:cNvPr>
            <p:cNvSpPr/>
            <p:nvPr/>
          </p:nvSpPr>
          <p:spPr>
            <a:xfrm>
              <a:off x="8023276" y="2105722"/>
              <a:ext cx="1941333" cy="230095"/>
            </a:xfrm>
            <a:prstGeom prst="rect">
              <a:avLst/>
            </a:prstGeom>
            <a:solidFill>
              <a:srgbClr val="00B1F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n-US" sz="1100" dirty="0">
                  <a:latin typeface="Manrope"/>
                  <a:cs typeface="Poppins" pitchFamily="2" charset="77"/>
                </a:rPr>
                <a:t>Personalization Engine</a:t>
              </a:r>
            </a:p>
          </p:txBody>
        </p:sp>
        <p:sp>
          <p:nvSpPr>
            <p:cNvPr id="46" name="Rectangle 45">
              <a:extLst>
                <a:ext uri="{FF2B5EF4-FFF2-40B4-BE49-F238E27FC236}">
                  <a16:creationId xmlns:a16="http://schemas.microsoft.com/office/drawing/2014/main" id="{E143199F-4A58-8913-C7E8-0CE29D42046B}"/>
                </a:ext>
              </a:extLst>
            </p:cNvPr>
            <p:cNvSpPr/>
            <p:nvPr/>
          </p:nvSpPr>
          <p:spPr>
            <a:xfrm>
              <a:off x="8023276" y="1785689"/>
              <a:ext cx="1941333" cy="230096"/>
            </a:xfrm>
            <a:prstGeom prst="rect">
              <a:avLst/>
            </a:prstGeom>
            <a:solidFill>
              <a:srgbClr val="00B1F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n-US" sz="1100">
                  <a:latin typeface="Manrope"/>
                  <a:cs typeface="Poppins" pitchFamily="2" charset="77"/>
                </a:rPr>
                <a:t>Social Media Management</a:t>
              </a:r>
            </a:p>
          </p:txBody>
        </p:sp>
        <p:sp>
          <p:nvSpPr>
            <p:cNvPr id="47" name="Rectangle 46">
              <a:extLst>
                <a:ext uri="{FF2B5EF4-FFF2-40B4-BE49-F238E27FC236}">
                  <a16:creationId xmlns:a16="http://schemas.microsoft.com/office/drawing/2014/main" id="{0ABE2381-CCD9-DBC4-155F-81DF6423CB63}"/>
                </a:ext>
              </a:extLst>
            </p:cNvPr>
            <p:cNvSpPr/>
            <p:nvPr/>
          </p:nvSpPr>
          <p:spPr>
            <a:xfrm>
              <a:off x="8023276" y="1464730"/>
              <a:ext cx="1941333" cy="231022"/>
            </a:xfrm>
            <a:prstGeom prst="rect">
              <a:avLst/>
            </a:prstGeom>
            <a:solidFill>
              <a:srgbClr val="00B1F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n-US" sz="1100" dirty="0">
                  <a:latin typeface="Manrope"/>
                  <a:cs typeface="Poppins" pitchFamily="2" charset="77"/>
                </a:rPr>
                <a:t>Influencer Management</a:t>
              </a:r>
            </a:p>
          </p:txBody>
        </p:sp>
        <p:sp>
          <p:nvSpPr>
            <p:cNvPr id="48" name="Rectangle 47">
              <a:extLst>
                <a:ext uri="{FF2B5EF4-FFF2-40B4-BE49-F238E27FC236}">
                  <a16:creationId xmlns:a16="http://schemas.microsoft.com/office/drawing/2014/main" id="{F3C9ADE3-F20A-67D8-0CF4-457D4BFC9C91}"/>
                </a:ext>
              </a:extLst>
            </p:cNvPr>
            <p:cNvSpPr/>
            <p:nvPr/>
          </p:nvSpPr>
          <p:spPr>
            <a:xfrm>
              <a:off x="5097197" y="2324569"/>
              <a:ext cx="1941333" cy="230096"/>
            </a:xfrm>
            <a:prstGeom prst="rect">
              <a:avLst/>
            </a:prstGeom>
            <a:solidFill>
              <a:srgbClr val="00B1F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n-US" sz="1100" dirty="0">
                  <a:latin typeface="Manrope"/>
                  <a:cs typeface="Poppins" pitchFamily="2" charset="77"/>
                </a:rPr>
                <a:t>Traffic Management</a:t>
              </a:r>
            </a:p>
          </p:txBody>
        </p:sp>
        <p:sp>
          <p:nvSpPr>
            <p:cNvPr id="49" name="TextBox 21">
              <a:extLst>
                <a:ext uri="{FF2B5EF4-FFF2-40B4-BE49-F238E27FC236}">
                  <a16:creationId xmlns:a16="http://schemas.microsoft.com/office/drawing/2014/main" id="{2298F17A-4F45-1F51-2689-E5A74AF83E7F}"/>
                </a:ext>
              </a:extLst>
            </p:cNvPr>
            <p:cNvSpPr txBox="1"/>
            <p:nvPr/>
          </p:nvSpPr>
          <p:spPr>
            <a:xfrm>
              <a:off x="5097204" y="1812385"/>
              <a:ext cx="1941319" cy="430887"/>
            </a:xfrm>
            <a:prstGeom prst="rect">
              <a:avLst/>
            </a:prstGeom>
            <a:noFill/>
          </p:spPr>
          <p:txBody>
            <a:bodyPr wrap="squar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US" sz="1100" dirty="0">
                  <a:solidFill>
                    <a:schemeClr val="bg1"/>
                  </a:solidFill>
                  <a:latin typeface="Manrope"/>
                  <a:cs typeface="Poppins" pitchFamily="2" charset="77"/>
                </a:rPr>
                <a:t>Increase traffic with marketing automation</a:t>
              </a:r>
            </a:p>
          </p:txBody>
        </p:sp>
        <p:sp>
          <p:nvSpPr>
            <p:cNvPr id="50" name="TextBox 22">
              <a:extLst>
                <a:ext uri="{FF2B5EF4-FFF2-40B4-BE49-F238E27FC236}">
                  <a16:creationId xmlns:a16="http://schemas.microsoft.com/office/drawing/2014/main" id="{27723588-5122-B5AF-BB5C-D5FED582816D}"/>
                </a:ext>
              </a:extLst>
            </p:cNvPr>
            <p:cNvSpPr txBox="1"/>
            <p:nvPr/>
          </p:nvSpPr>
          <p:spPr>
            <a:xfrm>
              <a:off x="7929485" y="820070"/>
              <a:ext cx="2128916" cy="600164"/>
            </a:xfrm>
            <a:prstGeom prst="rect">
              <a:avLst/>
            </a:prstGeom>
            <a:noFill/>
          </p:spPr>
          <p:txBody>
            <a:bodyPr wrap="squar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US" sz="1100" dirty="0">
                  <a:solidFill>
                    <a:schemeClr val="bg1"/>
                  </a:solidFill>
                  <a:latin typeface="Manrope"/>
                  <a:cs typeface="Poppins" pitchFamily="2" charset="77"/>
                </a:rPr>
                <a:t>Convert customers to advocates with data-driven marketing</a:t>
              </a:r>
            </a:p>
          </p:txBody>
        </p:sp>
        <p:sp>
          <p:nvSpPr>
            <p:cNvPr id="51" name="Rectangle 50">
              <a:extLst>
                <a:ext uri="{FF2B5EF4-FFF2-40B4-BE49-F238E27FC236}">
                  <a16:creationId xmlns:a16="http://schemas.microsoft.com/office/drawing/2014/main" id="{E045A2F2-45C2-C1F7-696D-8ED8A7D5DC98}"/>
                </a:ext>
              </a:extLst>
            </p:cNvPr>
            <p:cNvSpPr/>
            <p:nvPr/>
          </p:nvSpPr>
          <p:spPr>
            <a:xfrm>
              <a:off x="2175234" y="4891641"/>
              <a:ext cx="1941333" cy="230095"/>
            </a:xfrm>
            <a:prstGeom prst="rect">
              <a:avLst/>
            </a:prstGeom>
            <a:solidFill>
              <a:srgbClr val="00B1F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n-US" sz="1100">
                  <a:latin typeface="Manrope"/>
                  <a:cs typeface="Poppins" pitchFamily="2" charset="77"/>
                </a:rPr>
                <a:t>ERP/CRP</a:t>
              </a:r>
            </a:p>
          </p:txBody>
        </p:sp>
        <p:sp>
          <p:nvSpPr>
            <p:cNvPr id="52" name="Rectangle 51">
              <a:extLst>
                <a:ext uri="{FF2B5EF4-FFF2-40B4-BE49-F238E27FC236}">
                  <a16:creationId xmlns:a16="http://schemas.microsoft.com/office/drawing/2014/main" id="{24714565-FCDB-964D-EF38-86374EEAC4C7}"/>
                </a:ext>
              </a:extLst>
            </p:cNvPr>
            <p:cNvSpPr/>
            <p:nvPr/>
          </p:nvSpPr>
          <p:spPr>
            <a:xfrm>
              <a:off x="2175234" y="3955349"/>
              <a:ext cx="1941333" cy="230095"/>
            </a:xfrm>
            <a:prstGeom prst="rect">
              <a:avLst/>
            </a:prstGeom>
            <a:solidFill>
              <a:srgbClr val="00B1F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n-US" sz="1100">
                  <a:latin typeface="Manrope"/>
                  <a:cs typeface="Poppins" pitchFamily="2" charset="77"/>
                </a:rPr>
                <a:t>CRM</a:t>
              </a:r>
            </a:p>
          </p:txBody>
        </p:sp>
        <p:sp>
          <p:nvSpPr>
            <p:cNvPr id="53" name="Rectangle 52">
              <a:extLst>
                <a:ext uri="{FF2B5EF4-FFF2-40B4-BE49-F238E27FC236}">
                  <a16:creationId xmlns:a16="http://schemas.microsoft.com/office/drawing/2014/main" id="{5B09B3D2-FDE3-A355-122A-EDDA87B7714E}"/>
                </a:ext>
              </a:extLst>
            </p:cNvPr>
            <p:cNvSpPr/>
            <p:nvPr/>
          </p:nvSpPr>
          <p:spPr>
            <a:xfrm>
              <a:off x="2171119" y="2674355"/>
              <a:ext cx="1941332" cy="567234"/>
            </a:xfrm>
            <a:prstGeom prst="rect">
              <a:avLst/>
            </a:prstGeom>
            <a:noFill/>
            <a:ln>
              <a:noFill/>
              <a:prstDash val="sysDot"/>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n-US" sz="1100" dirty="0">
                  <a:solidFill>
                    <a:schemeClr val="bg1"/>
                  </a:solidFill>
                  <a:latin typeface="Manrope"/>
                  <a:cs typeface="Poppins" pitchFamily="2" charset="77"/>
                </a:rPr>
                <a:t>Enable customer engagement with digital presence</a:t>
              </a:r>
            </a:p>
          </p:txBody>
        </p:sp>
        <p:sp>
          <p:nvSpPr>
            <p:cNvPr id="54" name="Rectangle 53">
              <a:extLst>
                <a:ext uri="{FF2B5EF4-FFF2-40B4-BE49-F238E27FC236}">
                  <a16:creationId xmlns:a16="http://schemas.microsoft.com/office/drawing/2014/main" id="{92D6D450-BD16-EE54-DEBD-E96493A1E9EE}"/>
                </a:ext>
              </a:extLst>
            </p:cNvPr>
            <p:cNvSpPr/>
            <p:nvPr/>
          </p:nvSpPr>
          <p:spPr>
            <a:xfrm>
              <a:off x="2175234" y="3325507"/>
              <a:ext cx="1941333" cy="230095"/>
            </a:xfrm>
            <a:prstGeom prst="rect">
              <a:avLst/>
            </a:prstGeom>
            <a:solidFill>
              <a:srgbClr val="00B1F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n-US" sz="1100" dirty="0">
                  <a:latin typeface="Manrope"/>
                  <a:cs typeface="Poppins" pitchFamily="2" charset="77"/>
                </a:rPr>
                <a:t>Order Capture Platform</a:t>
              </a:r>
            </a:p>
          </p:txBody>
        </p:sp>
      </p:grpSp>
    </p:spTree>
    <p:extLst>
      <p:ext uri="{BB962C8B-B14F-4D97-AF65-F5344CB8AC3E}">
        <p14:creationId xmlns:p14="http://schemas.microsoft.com/office/powerpoint/2010/main" val="2633356685"/>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DEBFF07-794B-1370-3B3A-B1E7545489C6}"/>
            </a:ext>
          </a:extLst>
        </p:cNvPr>
        <p:cNvGrpSpPr/>
        <p:nvPr/>
      </p:nvGrpSpPr>
      <p:grpSpPr>
        <a:xfrm>
          <a:off x="0" y="0"/>
          <a:ext cx="0" cy="0"/>
          <a:chOff x="0" y="0"/>
          <a:chExt cx="0" cy="0"/>
        </a:xfrm>
      </p:grpSpPr>
      <p:sp>
        <p:nvSpPr>
          <p:cNvPr id="2" name="Text Placeholder 1">
            <a:extLst>
              <a:ext uri="{FF2B5EF4-FFF2-40B4-BE49-F238E27FC236}">
                <a16:creationId xmlns:a16="http://schemas.microsoft.com/office/drawing/2014/main" id="{44A70F31-AE79-B80D-EB8B-B4FEB9527C83}"/>
              </a:ext>
            </a:extLst>
          </p:cNvPr>
          <p:cNvSpPr>
            <a:spLocks noGrp="1"/>
          </p:cNvSpPr>
          <p:nvPr>
            <p:ph type="body" sz="quarter" idx="15"/>
          </p:nvPr>
        </p:nvSpPr>
        <p:spPr>
          <a:xfrm flipH="1">
            <a:off x="623888" y="457200"/>
            <a:ext cx="8172450" cy="244101"/>
          </a:xfrm>
        </p:spPr>
        <p:txBody>
          <a:bodyPr/>
          <a:lstStyle/>
          <a:p>
            <a:r>
              <a:rPr lang="en-US"/>
              <a:t>A MACH Enabled Architecture</a:t>
            </a:r>
          </a:p>
        </p:txBody>
      </p:sp>
      <p:sp>
        <p:nvSpPr>
          <p:cNvPr id="3" name="Rectangle 2">
            <a:extLst>
              <a:ext uri="{FF2B5EF4-FFF2-40B4-BE49-F238E27FC236}">
                <a16:creationId xmlns:a16="http://schemas.microsoft.com/office/drawing/2014/main" id="{6E583C43-266E-0F40-1EC1-3474F96D6DD2}"/>
              </a:ext>
            </a:extLst>
          </p:cNvPr>
          <p:cNvSpPr/>
          <p:nvPr/>
        </p:nvSpPr>
        <p:spPr>
          <a:xfrm>
            <a:off x="6345513" y="3387825"/>
            <a:ext cx="5222599" cy="1833866"/>
          </a:xfrm>
          <a:prstGeom prst="rect">
            <a:avLst/>
          </a:prstGeom>
          <a:solidFill>
            <a:schemeClr val="bg1">
              <a:lumMod val="75000"/>
              <a:alpha val="26000"/>
            </a:schemeClr>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sz="1100">
              <a:solidFill>
                <a:srgbClr val="2F4557"/>
              </a:solidFill>
              <a:cs typeface="Poppins" panose="00000500000000000000" pitchFamily="2" charset="0"/>
            </a:endParaRPr>
          </a:p>
        </p:txBody>
      </p:sp>
      <p:sp>
        <p:nvSpPr>
          <p:cNvPr id="17" name="Rectangle 16">
            <a:extLst>
              <a:ext uri="{FF2B5EF4-FFF2-40B4-BE49-F238E27FC236}">
                <a16:creationId xmlns:a16="http://schemas.microsoft.com/office/drawing/2014/main" id="{664CB88C-FB72-F95A-06B9-002A9C596D54}"/>
              </a:ext>
            </a:extLst>
          </p:cNvPr>
          <p:cNvSpPr/>
          <p:nvPr/>
        </p:nvSpPr>
        <p:spPr>
          <a:xfrm>
            <a:off x="623888" y="3086231"/>
            <a:ext cx="10944226" cy="240298"/>
          </a:xfrm>
          <a:prstGeom prst="rect">
            <a:avLst/>
          </a:prstGeom>
          <a:solidFill>
            <a:schemeClr val="bg1">
              <a:lumMod val="85000"/>
            </a:schemeClr>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n-IN" sz="1100" b="1" dirty="0">
                <a:solidFill>
                  <a:schemeClr val="tx1"/>
                </a:solidFill>
                <a:latin typeface="Manrope SemiBold" pitchFamily="2" charset="0"/>
                <a:cs typeface="Poppins" panose="00000500000000000000" pitchFamily="2" charset="0"/>
              </a:rPr>
              <a:t>Redis Cache</a:t>
            </a:r>
            <a:endParaRPr lang="en-US" sz="1100" b="1" dirty="0">
              <a:solidFill>
                <a:schemeClr val="tx1"/>
              </a:solidFill>
              <a:latin typeface="Manrope SemiBold" pitchFamily="2" charset="0"/>
              <a:cs typeface="Poppins" panose="00000500000000000000" pitchFamily="2" charset="0"/>
            </a:endParaRPr>
          </a:p>
        </p:txBody>
      </p:sp>
      <p:sp>
        <p:nvSpPr>
          <p:cNvPr id="18" name="Rectangle 17">
            <a:extLst>
              <a:ext uri="{FF2B5EF4-FFF2-40B4-BE49-F238E27FC236}">
                <a16:creationId xmlns:a16="http://schemas.microsoft.com/office/drawing/2014/main" id="{108E900C-1FD1-A03D-87A7-7D01815D3470}"/>
              </a:ext>
            </a:extLst>
          </p:cNvPr>
          <p:cNvSpPr/>
          <p:nvPr/>
        </p:nvSpPr>
        <p:spPr>
          <a:xfrm>
            <a:off x="8134034" y="1893762"/>
            <a:ext cx="3434078" cy="656905"/>
          </a:xfrm>
          <a:prstGeom prst="rect">
            <a:avLst/>
          </a:prstGeom>
          <a:solidFill>
            <a:schemeClr val="accent1">
              <a:lumMod val="40000"/>
              <a:lumOff val="60000"/>
              <a:alpha val="26000"/>
            </a:schemeClr>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b"/>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IN" sz="1100" b="1" dirty="0">
              <a:solidFill>
                <a:schemeClr val="tx1"/>
              </a:solidFill>
              <a:cs typeface="Poppins" panose="00000500000000000000" pitchFamily="2" charset="0"/>
            </a:endParaRPr>
          </a:p>
          <a:p>
            <a:pPr algn="ctr"/>
            <a:r>
              <a:rPr lang="en-IN" sz="1100" b="1" dirty="0">
                <a:solidFill>
                  <a:schemeClr val="tx1"/>
                </a:solidFill>
                <a:cs typeface="Poppins"/>
              </a:rPr>
              <a:t>Web App  Server</a:t>
            </a:r>
            <a:endParaRPr lang="en-US" sz="1100" b="1" dirty="0">
              <a:solidFill>
                <a:schemeClr val="tx1"/>
              </a:solidFill>
              <a:cs typeface="Poppins"/>
            </a:endParaRPr>
          </a:p>
        </p:txBody>
      </p:sp>
      <p:sp>
        <p:nvSpPr>
          <p:cNvPr id="19" name="Rounded Rectangle 18">
            <a:extLst>
              <a:ext uri="{FF2B5EF4-FFF2-40B4-BE49-F238E27FC236}">
                <a16:creationId xmlns:a16="http://schemas.microsoft.com/office/drawing/2014/main" id="{B5C9F96F-699A-CD94-EAAF-0AC5A978841C}"/>
              </a:ext>
            </a:extLst>
          </p:cNvPr>
          <p:cNvSpPr/>
          <p:nvPr/>
        </p:nvSpPr>
        <p:spPr>
          <a:xfrm>
            <a:off x="8212575" y="1959160"/>
            <a:ext cx="1603310" cy="328564"/>
          </a:xfrm>
          <a:prstGeom prst="roundRect">
            <a:avLst/>
          </a:prstGeom>
          <a:solidFill>
            <a:srgbClr val="3B2DD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n-IN" sz="1100" b="1">
                <a:solidFill>
                  <a:schemeClr val="bg1"/>
                </a:solidFill>
                <a:cs typeface="Poppins" panose="00000500000000000000" pitchFamily="2" charset="0"/>
              </a:rPr>
              <a:t>Node</a:t>
            </a:r>
            <a:endParaRPr lang="en-US" sz="1100" b="1">
              <a:solidFill>
                <a:schemeClr val="bg1"/>
              </a:solidFill>
              <a:cs typeface="Poppins" panose="00000500000000000000" pitchFamily="2" charset="0"/>
            </a:endParaRPr>
          </a:p>
        </p:txBody>
      </p:sp>
      <p:sp>
        <p:nvSpPr>
          <p:cNvPr id="20" name="Rounded Rectangle 19">
            <a:extLst>
              <a:ext uri="{FF2B5EF4-FFF2-40B4-BE49-F238E27FC236}">
                <a16:creationId xmlns:a16="http://schemas.microsoft.com/office/drawing/2014/main" id="{55595E59-68E5-B2EC-57F0-9EF3EDFCA497}"/>
              </a:ext>
            </a:extLst>
          </p:cNvPr>
          <p:cNvSpPr/>
          <p:nvPr/>
        </p:nvSpPr>
        <p:spPr>
          <a:xfrm>
            <a:off x="9883511" y="1959160"/>
            <a:ext cx="1603310" cy="328564"/>
          </a:xfrm>
          <a:prstGeom prst="roundRect">
            <a:avLst/>
          </a:prstGeom>
          <a:solidFill>
            <a:srgbClr val="3B2DD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n-IN" sz="1100" b="1">
                <a:solidFill>
                  <a:schemeClr val="bg1"/>
                </a:solidFill>
                <a:cs typeface="Poppins" panose="00000500000000000000" pitchFamily="2" charset="0"/>
              </a:rPr>
              <a:t>React</a:t>
            </a:r>
            <a:endParaRPr lang="en-US" sz="1100" b="1">
              <a:solidFill>
                <a:schemeClr val="bg1"/>
              </a:solidFill>
              <a:cs typeface="Poppins" panose="00000500000000000000" pitchFamily="2" charset="0"/>
            </a:endParaRPr>
          </a:p>
        </p:txBody>
      </p:sp>
      <p:sp>
        <p:nvSpPr>
          <p:cNvPr id="21" name="Rectangle 20">
            <a:extLst>
              <a:ext uri="{FF2B5EF4-FFF2-40B4-BE49-F238E27FC236}">
                <a16:creationId xmlns:a16="http://schemas.microsoft.com/office/drawing/2014/main" id="{3E111CB6-E260-ECBE-2868-C5053C85FD97}"/>
              </a:ext>
            </a:extLst>
          </p:cNvPr>
          <p:cNvSpPr/>
          <p:nvPr/>
        </p:nvSpPr>
        <p:spPr>
          <a:xfrm>
            <a:off x="623888" y="3387205"/>
            <a:ext cx="5589904" cy="1833866"/>
          </a:xfrm>
          <a:prstGeom prst="rect">
            <a:avLst/>
          </a:prstGeom>
          <a:solidFill>
            <a:schemeClr val="bg1">
              <a:lumMod val="95000"/>
              <a:alpha val="26000"/>
            </a:schemeClr>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sz="1100">
              <a:solidFill>
                <a:srgbClr val="2F4557"/>
              </a:solidFill>
              <a:cs typeface="Poppins" panose="00000500000000000000" pitchFamily="2" charset="0"/>
            </a:endParaRPr>
          </a:p>
        </p:txBody>
      </p:sp>
      <p:sp>
        <p:nvSpPr>
          <p:cNvPr id="22" name="Rectangle 21">
            <a:extLst>
              <a:ext uri="{FF2B5EF4-FFF2-40B4-BE49-F238E27FC236}">
                <a16:creationId xmlns:a16="http://schemas.microsoft.com/office/drawing/2014/main" id="{27F3E833-5576-B8C8-8104-60F8B695D040}"/>
              </a:ext>
            </a:extLst>
          </p:cNvPr>
          <p:cNvSpPr/>
          <p:nvPr/>
        </p:nvSpPr>
        <p:spPr>
          <a:xfrm>
            <a:off x="623888" y="2627303"/>
            <a:ext cx="10944225" cy="401786"/>
          </a:xfrm>
          <a:prstGeom prst="rect">
            <a:avLst/>
          </a:prstGeom>
          <a:solidFill>
            <a:schemeClr val="bg1">
              <a:lumMod val="85000"/>
            </a:schemeClr>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sz="1100">
              <a:solidFill>
                <a:srgbClr val="2F4557"/>
              </a:solidFill>
              <a:cs typeface="Poppins" panose="00000500000000000000" pitchFamily="2" charset="0"/>
            </a:endParaRPr>
          </a:p>
        </p:txBody>
      </p:sp>
      <p:sp>
        <p:nvSpPr>
          <p:cNvPr id="23" name="Rounded Rectangle 22">
            <a:extLst>
              <a:ext uri="{FF2B5EF4-FFF2-40B4-BE49-F238E27FC236}">
                <a16:creationId xmlns:a16="http://schemas.microsoft.com/office/drawing/2014/main" id="{DE59643E-707F-4A26-E19F-F8D0069210BA}"/>
              </a:ext>
            </a:extLst>
          </p:cNvPr>
          <p:cNvSpPr/>
          <p:nvPr/>
        </p:nvSpPr>
        <p:spPr>
          <a:xfrm>
            <a:off x="1902393" y="2681076"/>
            <a:ext cx="1729795" cy="294241"/>
          </a:xfrm>
          <a:prstGeom prst="roundRect">
            <a:avLst/>
          </a:prstGeom>
          <a:solidFill>
            <a:srgbClr val="3B2DD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n-IN" sz="1100" b="1" dirty="0">
                <a:solidFill>
                  <a:schemeClr val="bg1"/>
                </a:solidFill>
                <a:cs typeface="Poppins" panose="00000500000000000000" pitchFamily="2" charset="0"/>
              </a:rPr>
              <a:t>Commerce APIs</a:t>
            </a:r>
            <a:endParaRPr lang="en-US" sz="1100" b="1" dirty="0">
              <a:solidFill>
                <a:schemeClr val="bg1"/>
              </a:solidFill>
              <a:cs typeface="Poppins" panose="00000500000000000000" pitchFamily="2" charset="0"/>
            </a:endParaRPr>
          </a:p>
        </p:txBody>
      </p:sp>
      <p:sp>
        <p:nvSpPr>
          <p:cNvPr id="24" name="Rounded Rectangle 23">
            <a:extLst>
              <a:ext uri="{FF2B5EF4-FFF2-40B4-BE49-F238E27FC236}">
                <a16:creationId xmlns:a16="http://schemas.microsoft.com/office/drawing/2014/main" id="{03017F2F-0C5F-FD9B-92C9-469C4180B67D}"/>
              </a:ext>
            </a:extLst>
          </p:cNvPr>
          <p:cNvSpPr/>
          <p:nvPr/>
        </p:nvSpPr>
        <p:spPr>
          <a:xfrm>
            <a:off x="3967588" y="2681076"/>
            <a:ext cx="1729795" cy="294241"/>
          </a:xfrm>
          <a:prstGeom prst="roundRect">
            <a:avLst/>
          </a:prstGeom>
          <a:solidFill>
            <a:schemeClr val="bg1"/>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n-IN" sz="1100">
                <a:solidFill>
                  <a:schemeClr val="tx1"/>
                </a:solidFill>
                <a:cs typeface="Poppins" panose="00000500000000000000" pitchFamily="2" charset="0"/>
              </a:rPr>
              <a:t>Customer APIs</a:t>
            </a:r>
            <a:endParaRPr lang="en-US" sz="1100">
              <a:solidFill>
                <a:schemeClr val="tx1"/>
              </a:solidFill>
              <a:cs typeface="Poppins" panose="00000500000000000000" pitchFamily="2" charset="0"/>
            </a:endParaRPr>
          </a:p>
        </p:txBody>
      </p:sp>
      <p:sp>
        <p:nvSpPr>
          <p:cNvPr id="25" name="Rounded Rectangle 24">
            <a:extLst>
              <a:ext uri="{FF2B5EF4-FFF2-40B4-BE49-F238E27FC236}">
                <a16:creationId xmlns:a16="http://schemas.microsoft.com/office/drawing/2014/main" id="{8F64045D-9212-B4CD-2B1C-6284DE79705F}"/>
              </a:ext>
            </a:extLst>
          </p:cNvPr>
          <p:cNvSpPr/>
          <p:nvPr/>
        </p:nvSpPr>
        <p:spPr>
          <a:xfrm>
            <a:off x="6105727" y="2681076"/>
            <a:ext cx="1729795" cy="294241"/>
          </a:xfrm>
          <a:prstGeom prst="roundRect">
            <a:avLst/>
          </a:prstGeom>
          <a:solidFill>
            <a:schemeClr val="bg1"/>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n-IN" sz="1100">
                <a:solidFill>
                  <a:schemeClr val="tx1"/>
                </a:solidFill>
                <a:cs typeface="Poppins" panose="00000500000000000000" pitchFamily="2" charset="0"/>
              </a:rPr>
              <a:t>Services APIs</a:t>
            </a:r>
            <a:endParaRPr lang="en-US" sz="1100">
              <a:solidFill>
                <a:schemeClr val="tx1"/>
              </a:solidFill>
              <a:cs typeface="Poppins" panose="00000500000000000000" pitchFamily="2" charset="0"/>
            </a:endParaRPr>
          </a:p>
        </p:txBody>
      </p:sp>
      <p:sp>
        <p:nvSpPr>
          <p:cNvPr id="26" name="Rectangle 25">
            <a:extLst>
              <a:ext uri="{FF2B5EF4-FFF2-40B4-BE49-F238E27FC236}">
                <a16:creationId xmlns:a16="http://schemas.microsoft.com/office/drawing/2014/main" id="{64D0D570-6511-6623-9C27-950B4C441818}"/>
              </a:ext>
            </a:extLst>
          </p:cNvPr>
          <p:cNvSpPr/>
          <p:nvPr/>
        </p:nvSpPr>
        <p:spPr>
          <a:xfrm>
            <a:off x="7896002" y="2681475"/>
            <a:ext cx="2112730" cy="29344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n-IN" sz="1100" dirty="0">
                <a:solidFill>
                  <a:schemeClr val="tx1"/>
                </a:solidFill>
                <a:cs typeface="Poppins"/>
              </a:rPr>
              <a:t>Orchestration Layer</a:t>
            </a:r>
            <a:endParaRPr lang="en-US" sz="1100" dirty="0">
              <a:solidFill>
                <a:schemeClr val="tx1"/>
              </a:solidFill>
              <a:cs typeface="Poppins"/>
            </a:endParaRPr>
          </a:p>
        </p:txBody>
      </p:sp>
      <p:cxnSp>
        <p:nvCxnSpPr>
          <p:cNvPr id="27" name="Straight Arrow Connector 26">
            <a:extLst>
              <a:ext uri="{FF2B5EF4-FFF2-40B4-BE49-F238E27FC236}">
                <a16:creationId xmlns:a16="http://schemas.microsoft.com/office/drawing/2014/main" id="{22CA4DF1-650F-20A6-6BB6-52ABBAF7A69D}"/>
              </a:ext>
            </a:extLst>
          </p:cNvPr>
          <p:cNvCxnSpPr>
            <a:cxnSpLocks/>
          </p:cNvCxnSpPr>
          <p:nvPr/>
        </p:nvCxnSpPr>
        <p:spPr>
          <a:xfrm flipV="1">
            <a:off x="7740091" y="1628872"/>
            <a:ext cx="393942" cy="0"/>
          </a:xfrm>
          <a:prstGeom prst="straightConnector1">
            <a:avLst/>
          </a:prstGeom>
          <a:ln>
            <a:solidFill>
              <a:schemeClr val="bg1">
                <a:lumMod val="50000"/>
              </a:schemeClr>
            </a:solidFill>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28" name="Straight Arrow Connector 27">
            <a:extLst>
              <a:ext uri="{FF2B5EF4-FFF2-40B4-BE49-F238E27FC236}">
                <a16:creationId xmlns:a16="http://schemas.microsoft.com/office/drawing/2014/main" id="{2C885989-BDA2-8094-6847-9C7AA78A8F63}"/>
              </a:ext>
            </a:extLst>
          </p:cNvPr>
          <p:cNvCxnSpPr>
            <a:cxnSpLocks/>
          </p:cNvCxnSpPr>
          <p:nvPr/>
        </p:nvCxnSpPr>
        <p:spPr>
          <a:xfrm flipV="1">
            <a:off x="9851072" y="1807037"/>
            <a:ext cx="1" cy="964642"/>
          </a:xfrm>
          <a:prstGeom prst="straightConnector1">
            <a:avLst/>
          </a:prstGeom>
          <a:ln>
            <a:solidFill>
              <a:schemeClr val="bg1">
                <a:lumMod val="50000"/>
              </a:schemeClr>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29" name="Rectangle: Rounded Corners 28">
            <a:extLst>
              <a:ext uri="{FF2B5EF4-FFF2-40B4-BE49-F238E27FC236}">
                <a16:creationId xmlns:a16="http://schemas.microsoft.com/office/drawing/2014/main" id="{D0D7D6A4-DAD9-6682-FF11-2C4D30B18F4E}"/>
              </a:ext>
            </a:extLst>
          </p:cNvPr>
          <p:cNvSpPr/>
          <p:nvPr/>
        </p:nvSpPr>
        <p:spPr>
          <a:xfrm>
            <a:off x="3901612" y="1444337"/>
            <a:ext cx="976599" cy="596772"/>
          </a:xfrm>
          <a:prstGeom prst="roundRect">
            <a:avLst/>
          </a:prstGeom>
          <a:noFill/>
          <a:ln>
            <a:noFill/>
          </a:ln>
        </p:spPr>
        <p:style>
          <a:lnRef idx="0">
            <a:scrgbClr r="0" g="0" b="0"/>
          </a:lnRef>
          <a:fillRef idx="0">
            <a:scrgbClr r="0" g="0" b="0"/>
          </a:fillRef>
          <a:effectRef idx="0">
            <a:scrgbClr r="0" g="0" b="0"/>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sz="1100">
              <a:cs typeface="Poppins" panose="00000500000000000000" pitchFamily="2" charset="0"/>
            </a:endParaRPr>
          </a:p>
        </p:txBody>
      </p:sp>
      <p:grpSp>
        <p:nvGrpSpPr>
          <p:cNvPr id="9" name="Group 8">
            <a:extLst>
              <a:ext uri="{FF2B5EF4-FFF2-40B4-BE49-F238E27FC236}">
                <a16:creationId xmlns:a16="http://schemas.microsoft.com/office/drawing/2014/main" id="{0ADF6510-4435-6B55-650D-BF3A6456874F}"/>
              </a:ext>
            </a:extLst>
          </p:cNvPr>
          <p:cNvGrpSpPr/>
          <p:nvPr/>
        </p:nvGrpSpPr>
        <p:grpSpPr>
          <a:xfrm>
            <a:off x="3940736" y="1378851"/>
            <a:ext cx="898351" cy="500043"/>
            <a:chOff x="3940736" y="1438875"/>
            <a:chExt cx="898351" cy="500043"/>
          </a:xfrm>
        </p:grpSpPr>
        <p:pic>
          <p:nvPicPr>
            <p:cNvPr id="30" name="Graphic 61" descr="Users with solid fill">
              <a:extLst>
                <a:ext uri="{FF2B5EF4-FFF2-40B4-BE49-F238E27FC236}">
                  <a16:creationId xmlns:a16="http://schemas.microsoft.com/office/drawing/2014/main" id="{F0D0C255-3B07-A481-2A36-26E427164F0D}"/>
                </a:ext>
              </a:extLst>
            </p:cNvPr>
            <p:cNvPicPr>
              <a:picLocks noChangeAspect="1"/>
            </p:cNvPicPr>
            <p:nvPr/>
          </p:nvPicPr>
          <p:blipFill>
            <a:blip r:embed="rId2" cstate="screen">
              <a:extLst>
                <a:ext uri="{28A0092B-C50C-407E-A947-70E740481C1C}">
                  <a14:useLocalDpi xmlns:a14="http://schemas.microsoft.com/office/drawing/2010/main"/>
                </a:ext>
              </a:extLst>
            </a:blip>
            <a:stretch>
              <a:fillRect/>
            </a:stretch>
          </p:blipFill>
          <p:spPr>
            <a:xfrm>
              <a:off x="4158965" y="1438875"/>
              <a:ext cx="457200" cy="393700"/>
            </a:xfrm>
            <a:prstGeom prst="rect">
              <a:avLst/>
            </a:prstGeom>
          </p:spPr>
        </p:pic>
        <p:sp>
          <p:nvSpPr>
            <p:cNvPr id="31" name="TextBox 72">
              <a:extLst>
                <a:ext uri="{FF2B5EF4-FFF2-40B4-BE49-F238E27FC236}">
                  <a16:creationId xmlns:a16="http://schemas.microsoft.com/office/drawing/2014/main" id="{76CAA85E-3F42-6361-A8A1-E5A6ADE76615}"/>
                </a:ext>
              </a:extLst>
            </p:cNvPr>
            <p:cNvSpPr txBox="1"/>
            <p:nvPr/>
          </p:nvSpPr>
          <p:spPr>
            <a:xfrm>
              <a:off x="3940736" y="1799020"/>
              <a:ext cx="898351" cy="139898"/>
            </a:xfrm>
            <a:prstGeom prst="rect">
              <a:avLst/>
            </a:prstGeom>
            <a:noFill/>
          </p:spPr>
          <p:txBody>
            <a:bodyPr wrap="square" lIns="0" tIns="0" rIns="0" bIns="0"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IN" sz="1100" dirty="0">
                  <a:cs typeface="Poppins" panose="00000500000000000000" pitchFamily="2" charset="0"/>
                </a:rPr>
                <a:t>Site Users</a:t>
              </a:r>
              <a:endParaRPr lang="en-US" sz="1100" dirty="0">
                <a:cs typeface="Poppins" panose="00000500000000000000" pitchFamily="2" charset="0"/>
              </a:endParaRPr>
            </a:p>
          </p:txBody>
        </p:sp>
      </p:grpSp>
      <p:sp>
        <p:nvSpPr>
          <p:cNvPr id="32" name="Rounded Rectangle 31">
            <a:extLst>
              <a:ext uri="{FF2B5EF4-FFF2-40B4-BE49-F238E27FC236}">
                <a16:creationId xmlns:a16="http://schemas.microsoft.com/office/drawing/2014/main" id="{8D102D28-D335-6487-FB5F-FF81D7E36829}"/>
              </a:ext>
            </a:extLst>
          </p:cNvPr>
          <p:cNvSpPr/>
          <p:nvPr/>
        </p:nvSpPr>
        <p:spPr>
          <a:xfrm>
            <a:off x="5264814" y="1259560"/>
            <a:ext cx="2475277" cy="781549"/>
          </a:xfrm>
          <a:prstGeom prst="roundRect">
            <a:avLst/>
          </a:prstGeom>
          <a:solidFill>
            <a:schemeClr val="bg1"/>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b"/>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sz="1100">
              <a:solidFill>
                <a:srgbClr val="2F4557"/>
              </a:solidFill>
              <a:cs typeface="Poppins" panose="00000500000000000000" pitchFamily="2" charset="0"/>
            </a:endParaRPr>
          </a:p>
        </p:txBody>
      </p:sp>
      <p:pic>
        <p:nvPicPr>
          <p:cNvPr id="33" name="Graphic 22" descr="Internet outline">
            <a:extLst>
              <a:ext uri="{FF2B5EF4-FFF2-40B4-BE49-F238E27FC236}">
                <a16:creationId xmlns:a16="http://schemas.microsoft.com/office/drawing/2014/main" id="{89EC90C9-9EA7-6925-07B2-F057491FDE22}"/>
              </a:ext>
            </a:extLst>
          </p:cNvPr>
          <p:cNvPicPr>
            <a:picLocks noChangeAspect="1"/>
          </p:cNvPicPr>
          <p:nvPr/>
        </p:nvPicPr>
        <p:blipFill rotWithShape="1">
          <a:blip r:embed="rId3" cstate="screen">
            <a:biLevel thresh="50000"/>
            <a:extLst>
              <a:ext uri="{28A0092B-C50C-407E-A947-70E740481C1C}">
                <a14:useLocalDpi xmlns:a14="http://schemas.microsoft.com/office/drawing/2010/main"/>
              </a:ext>
            </a:extLst>
          </a:blip>
          <a:srcRect/>
          <a:stretch/>
        </p:blipFill>
        <p:spPr>
          <a:xfrm>
            <a:off x="5441780" y="1364484"/>
            <a:ext cx="602339" cy="346438"/>
          </a:xfrm>
          <a:prstGeom prst="rect">
            <a:avLst/>
          </a:prstGeom>
        </p:spPr>
      </p:pic>
      <p:pic>
        <p:nvPicPr>
          <p:cNvPr id="34" name="Graphic 33" descr="Computer with solid fill">
            <a:extLst>
              <a:ext uri="{FF2B5EF4-FFF2-40B4-BE49-F238E27FC236}">
                <a16:creationId xmlns:a16="http://schemas.microsoft.com/office/drawing/2014/main" id="{652989B5-2256-B909-39FC-32E7B68F9C7C}"/>
              </a:ext>
            </a:extLst>
          </p:cNvPr>
          <p:cNvPicPr>
            <a:picLocks noChangeAspect="1"/>
          </p:cNvPicPr>
          <p:nvPr/>
        </p:nvPicPr>
        <p:blipFill rotWithShape="1">
          <a:blip r:embed="rId4" cstate="screen">
            <a:biLevel thresh="50000"/>
            <a:extLst>
              <a:ext uri="{28A0092B-C50C-407E-A947-70E740481C1C}">
                <a14:useLocalDpi xmlns:a14="http://schemas.microsoft.com/office/drawing/2010/main"/>
              </a:ext>
            </a:extLst>
          </a:blip>
          <a:srcRect/>
          <a:stretch/>
        </p:blipFill>
        <p:spPr>
          <a:xfrm>
            <a:off x="6147447" y="1384278"/>
            <a:ext cx="528102" cy="306851"/>
          </a:xfrm>
          <a:prstGeom prst="rect">
            <a:avLst/>
          </a:prstGeom>
        </p:spPr>
      </p:pic>
      <p:pic>
        <p:nvPicPr>
          <p:cNvPr id="35" name="Graphic 35" descr="Tablet with solid fill">
            <a:extLst>
              <a:ext uri="{FF2B5EF4-FFF2-40B4-BE49-F238E27FC236}">
                <a16:creationId xmlns:a16="http://schemas.microsoft.com/office/drawing/2014/main" id="{7CD2D942-1A97-0834-F25D-44BD222F51B8}"/>
              </a:ext>
            </a:extLst>
          </p:cNvPr>
          <p:cNvPicPr>
            <a:picLocks noChangeAspect="1"/>
          </p:cNvPicPr>
          <p:nvPr/>
        </p:nvPicPr>
        <p:blipFill rotWithShape="1">
          <a:blip r:embed="rId5" cstate="screen">
            <a:biLevel thresh="50000"/>
            <a:extLst>
              <a:ext uri="{28A0092B-C50C-407E-A947-70E740481C1C}">
                <a14:useLocalDpi xmlns:a14="http://schemas.microsoft.com/office/drawing/2010/main"/>
              </a:ext>
            </a:extLst>
          </a:blip>
          <a:srcRect/>
          <a:stretch/>
        </p:blipFill>
        <p:spPr>
          <a:xfrm>
            <a:off x="7080558" y="1385508"/>
            <a:ext cx="469154" cy="304390"/>
          </a:xfrm>
          <a:prstGeom prst="rect">
            <a:avLst/>
          </a:prstGeom>
        </p:spPr>
      </p:pic>
      <p:pic>
        <p:nvPicPr>
          <p:cNvPr id="36" name="Graphic 37" descr="Smart Phone with solid fill">
            <a:extLst>
              <a:ext uri="{FF2B5EF4-FFF2-40B4-BE49-F238E27FC236}">
                <a16:creationId xmlns:a16="http://schemas.microsoft.com/office/drawing/2014/main" id="{B2CCBF0D-85A0-F057-A8E0-ED9E4A1E8B45}"/>
              </a:ext>
            </a:extLst>
          </p:cNvPr>
          <p:cNvPicPr>
            <a:picLocks noChangeAspect="1"/>
          </p:cNvPicPr>
          <p:nvPr/>
        </p:nvPicPr>
        <p:blipFill rotWithShape="1">
          <a:blip r:embed="rId6" cstate="screen">
            <a:biLevel thresh="50000"/>
            <a:extLst>
              <a:ext uri="{28A0092B-C50C-407E-A947-70E740481C1C}">
                <a14:useLocalDpi xmlns:a14="http://schemas.microsoft.com/office/drawing/2010/main"/>
              </a:ext>
            </a:extLst>
          </a:blip>
          <a:srcRect/>
          <a:stretch/>
        </p:blipFill>
        <p:spPr>
          <a:xfrm>
            <a:off x="6750743" y="1360803"/>
            <a:ext cx="254616" cy="353802"/>
          </a:xfrm>
          <a:prstGeom prst="rect">
            <a:avLst/>
          </a:prstGeom>
        </p:spPr>
      </p:pic>
      <p:cxnSp>
        <p:nvCxnSpPr>
          <p:cNvPr id="37" name="Straight Arrow Connector 36">
            <a:extLst>
              <a:ext uri="{FF2B5EF4-FFF2-40B4-BE49-F238E27FC236}">
                <a16:creationId xmlns:a16="http://schemas.microsoft.com/office/drawing/2014/main" id="{C0A57A22-4A2D-08D3-9AC8-6A10E0BEEDE5}"/>
              </a:ext>
            </a:extLst>
          </p:cNvPr>
          <p:cNvCxnSpPr>
            <a:cxnSpLocks/>
          </p:cNvCxnSpPr>
          <p:nvPr/>
        </p:nvCxnSpPr>
        <p:spPr>
          <a:xfrm>
            <a:off x="4878211" y="1628872"/>
            <a:ext cx="386603" cy="0"/>
          </a:xfrm>
          <a:prstGeom prst="straightConnector1">
            <a:avLst/>
          </a:prstGeom>
          <a:ln>
            <a:solidFill>
              <a:schemeClr val="bg1">
                <a:lumMod val="50000"/>
              </a:schemeClr>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38" name="TextBox 44">
            <a:extLst>
              <a:ext uri="{FF2B5EF4-FFF2-40B4-BE49-F238E27FC236}">
                <a16:creationId xmlns:a16="http://schemas.microsoft.com/office/drawing/2014/main" id="{8E91E2D6-9310-1404-6C9D-99139A4A144F}"/>
              </a:ext>
            </a:extLst>
          </p:cNvPr>
          <p:cNvSpPr txBox="1"/>
          <p:nvPr/>
        </p:nvSpPr>
        <p:spPr>
          <a:xfrm>
            <a:off x="5264813" y="1807444"/>
            <a:ext cx="2475278" cy="169277"/>
          </a:xfrm>
          <a:prstGeom prst="rect">
            <a:avLst/>
          </a:prstGeom>
          <a:noFill/>
        </p:spPr>
        <p:txBody>
          <a:bodyPr wrap="square" lIns="0" tIns="0" rIns="0" bIns="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IN" sz="1100" b="1" dirty="0">
                <a:cs typeface="Poppins" panose="00000500000000000000" pitchFamily="2" charset="0"/>
              </a:rPr>
              <a:t>Channels</a:t>
            </a:r>
            <a:endParaRPr lang="en-US" sz="1100" b="1" dirty="0">
              <a:cs typeface="Poppins" panose="00000500000000000000" pitchFamily="2" charset="0"/>
            </a:endParaRPr>
          </a:p>
        </p:txBody>
      </p:sp>
      <p:sp>
        <p:nvSpPr>
          <p:cNvPr id="39" name="Rectangle 38">
            <a:extLst>
              <a:ext uri="{FF2B5EF4-FFF2-40B4-BE49-F238E27FC236}">
                <a16:creationId xmlns:a16="http://schemas.microsoft.com/office/drawing/2014/main" id="{B92F3AB5-7E67-D271-F457-CD3D686B5CC0}"/>
              </a:ext>
            </a:extLst>
          </p:cNvPr>
          <p:cNvSpPr/>
          <p:nvPr/>
        </p:nvSpPr>
        <p:spPr>
          <a:xfrm>
            <a:off x="8134033" y="1450706"/>
            <a:ext cx="3434078" cy="356331"/>
          </a:xfrm>
          <a:prstGeom prst="rect">
            <a:avLst/>
          </a:prstGeom>
          <a:solidFill>
            <a:schemeClr val="bg1">
              <a:lumMod val="85000"/>
            </a:schemeClr>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n-IN" sz="1100" dirty="0">
                <a:solidFill>
                  <a:schemeClr val="tx1"/>
                </a:solidFill>
                <a:cs typeface="Poppins" panose="00000500000000000000" pitchFamily="2" charset="0"/>
              </a:rPr>
              <a:t>CDN</a:t>
            </a:r>
            <a:endParaRPr lang="en-US" sz="1100" dirty="0">
              <a:solidFill>
                <a:schemeClr val="tx1"/>
              </a:solidFill>
              <a:cs typeface="Poppins" panose="00000500000000000000" pitchFamily="2" charset="0"/>
            </a:endParaRPr>
          </a:p>
        </p:txBody>
      </p:sp>
      <p:cxnSp>
        <p:nvCxnSpPr>
          <p:cNvPr id="40" name="Connector: Elbow 39">
            <a:extLst>
              <a:ext uri="{FF2B5EF4-FFF2-40B4-BE49-F238E27FC236}">
                <a16:creationId xmlns:a16="http://schemas.microsoft.com/office/drawing/2014/main" id="{07D5135B-A8C5-2E38-DED0-2026ED0FD5C7}"/>
              </a:ext>
            </a:extLst>
          </p:cNvPr>
          <p:cNvCxnSpPr>
            <a:cxnSpLocks/>
            <a:stCxn id="18" idx="1"/>
          </p:cNvCxnSpPr>
          <p:nvPr/>
        </p:nvCxnSpPr>
        <p:spPr>
          <a:xfrm rot="10800000" flipV="1">
            <a:off x="6109842" y="2222215"/>
            <a:ext cx="2024193" cy="405088"/>
          </a:xfrm>
          <a:prstGeom prst="bentConnector3">
            <a:avLst>
              <a:gd name="adj1" fmla="val 100300"/>
            </a:avLst>
          </a:prstGeom>
          <a:ln>
            <a:solidFill>
              <a:schemeClr val="bg1">
                <a:lumMod val="50000"/>
              </a:schemeClr>
            </a:solidFill>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41" name="Straight Arrow Connector 40">
            <a:extLst>
              <a:ext uri="{FF2B5EF4-FFF2-40B4-BE49-F238E27FC236}">
                <a16:creationId xmlns:a16="http://schemas.microsoft.com/office/drawing/2014/main" id="{07640F46-45EB-93AC-BBBA-CE27F148CE50}"/>
              </a:ext>
            </a:extLst>
          </p:cNvPr>
          <p:cNvCxnSpPr>
            <a:cxnSpLocks/>
          </p:cNvCxnSpPr>
          <p:nvPr/>
        </p:nvCxnSpPr>
        <p:spPr>
          <a:xfrm>
            <a:off x="8067742" y="2835894"/>
            <a:ext cx="0" cy="397790"/>
          </a:xfrm>
          <a:prstGeom prst="straightConnector1">
            <a:avLst/>
          </a:prstGeom>
          <a:ln>
            <a:solidFill>
              <a:schemeClr val="bg1">
                <a:lumMod val="50000"/>
              </a:schemeClr>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57" name="Rounded Rectangle 56">
            <a:extLst>
              <a:ext uri="{FF2B5EF4-FFF2-40B4-BE49-F238E27FC236}">
                <a16:creationId xmlns:a16="http://schemas.microsoft.com/office/drawing/2014/main" id="{66DFAAFA-16BC-89A4-8A3F-3BDF03F6A58B}"/>
              </a:ext>
            </a:extLst>
          </p:cNvPr>
          <p:cNvSpPr/>
          <p:nvPr/>
        </p:nvSpPr>
        <p:spPr>
          <a:xfrm>
            <a:off x="755609" y="3652009"/>
            <a:ext cx="1624764" cy="564887"/>
          </a:xfrm>
          <a:prstGeom prst="roundRect">
            <a:avLst/>
          </a:prstGeom>
          <a:solidFill>
            <a:srgbClr val="3B2DDA"/>
          </a:solidFill>
          <a:ln>
            <a:no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n-IN" sz="1100" b="1" dirty="0">
                <a:solidFill>
                  <a:schemeClr val="bg1"/>
                </a:solidFill>
                <a:cs typeface="Poppins"/>
              </a:rPr>
              <a:t>Browse</a:t>
            </a:r>
            <a:endParaRPr lang="en-US" sz="1100" b="1" dirty="0">
              <a:solidFill>
                <a:schemeClr val="bg1"/>
              </a:solidFill>
              <a:cs typeface="Poppins" panose="00000500000000000000" pitchFamily="2" charset="0"/>
            </a:endParaRPr>
          </a:p>
        </p:txBody>
      </p:sp>
      <p:sp>
        <p:nvSpPr>
          <p:cNvPr id="58" name="Rounded Rectangle 57">
            <a:extLst>
              <a:ext uri="{FF2B5EF4-FFF2-40B4-BE49-F238E27FC236}">
                <a16:creationId xmlns:a16="http://schemas.microsoft.com/office/drawing/2014/main" id="{5FBC234E-6108-E420-D056-52E0C24F846F}"/>
              </a:ext>
            </a:extLst>
          </p:cNvPr>
          <p:cNvSpPr/>
          <p:nvPr/>
        </p:nvSpPr>
        <p:spPr>
          <a:xfrm>
            <a:off x="2597658" y="3652009"/>
            <a:ext cx="1624764" cy="564887"/>
          </a:xfrm>
          <a:prstGeom prst="roundRect">
            <a:avLst/>
          </a:prstGeom>
          <a:solidFill>
            <a:srgbClr val="3B2DDA"/>
          </a:solidFill>
          <a:ln>
            <a:no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n-IN" sz="1100" b="1">
                <a:solidFill>
                  <a:schemeClr val="bg1"/>
                </a:solidFill>
                <a:cs typeface="Poppins"/>
              </a:rPr>
              <a:t>Search</a:t>
            </a:r>
            <a:endParaRPr lang="en-US" sz="1100" b="1">
              <a:solidFill>
                <a:schemeClr val="bg1"/>
              </a:solidFill>
              <a:cs typeface="Poppins" panose="00000500000000000000" pitchFamily="2" charset="0"/>
            </a:endParaRPr>
          </a:p>
        </p:txBody>
      </p:sp>
      <p:sp>
        <p:nvSpPr>
          <p:cNvPr id="59" name="Rounded Rectangle 58">
            <a:extLst>
              <a:ext uri="{FF2B5EF4-FFF2-40B4-BE49-F238E27FC236}">
                <a16:creationId xmlns:a16="http://schemas.microsoft.com/office/drawing/2014/main" id="{619636E3-E87D-C338-83AD-7F260D475BBD}"/>
              </a:ext>
            </a:extLst>
          </p:cNvPr>
          <p:cNvSpPr/>
          <p:nvPr/>
        </p:nvSpPr>
        <p:spPr>
          <a:xfrm>
            <a:off x="755609" y="4354730"/>
            <a:ext cx="1624764" cy="564887"/>
          </a:xfrm>
          <a:prstGeom prst="roundRect">
            <a:avLst/>
          </a:prstGeom>
          <a:solidFill>
            <a:srgbClr val="3B2DDA"/>
          </a:solidFill>
          <a:ln>
            <a:no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n-IN" sz="1100" b="1">
                <a:solidFill>
                  <a:schemeClr val="bg1"/>
                </a:solidFill>
                <a:cs typeface="Poppins"/>
              </a:rPr>
              <a:t>Cart</a:t>
            </a:r>
            <a:endParaRPr lang="en-US" sz="1100" b="1">
              <a:solidFill>
                <a:schemeClr val="bg1"/>
              </a:solidFill>
              <a:cs typeface="Poppins" panose="00000500000000000000" pitchFamily="2" charset="0"/>
            </a:endParaRPr>
          </a:p>
        </p:txBody>
      </p:sp>
      <p:sp>
        <p:nvSpPr>
          <p:cNvPr id="60" name="Rounded Rectangle 59">
            <a:extLst>
              <a:ext uri="{FF2B5EF4-FFF2-40B4-BE49-F238E27FC236}">
                <a16:creationId xmlns:a16="http://schemas.microsoft.com/office/drawing/2014/main" id="{B631B557-42B0-405E-D7DB-BF56A3E20F06}"/>
              </a:ext>
            </a:extLst>
          </p:cNvPr>
          <p:cNvSpPr/>
          <p:nvPr/>
        </p:nvSpPr>
        <p:spPr>
          <a:xfrm>
            <a:off x="2597658" y="4354729"/>
            <a:ext cx="1624764" cy="564887"/>
          </a:xfrm>
          <a:prstGeom prst="roundRect">
            <a:avLst/>
          </a:prstGeom>
          <a:solidFill>
            <a:srgbClr val="3B2DDA"/>
          </a:solidFill>
          <a:ln>
            <a:no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n-IN" sz="1100" b="1">
                <a:solidFill>
                  <a:schemeClr val="bg1"/>
                </a:solidFill>
                <a:cs typeface="Poppins"/>
              </a:rPr>
              <a:t>Checkout</a:t>
            </a:r>
            <a:endParaRPr lang="en-US" sz="1100" b="1">
              <a:solidFill>
                <a:schemeClr val="bg1"/>
              </a:solidFill>
              <a:cs typeface="Poppins" panose="00000500000000000000" pitchFamily="2" charset="0"/>
            </a:endParaRPr>
          </a:p>
        </p:txBody>
      </p:sp>
      <p:sp>
        <p:nvSpPr>
          <p:cNvPr id="61" name="Rounded Rectangle 60">
            <a:extLst>
              <a:ext uri="{FF2B5EF4-FFF2-40B4-BE49-F238E27FC236}">
                <a16:creationId xmlns:a16="http://schemas.microsoft.com/office/drawing/2014/main" id="{EED7D93E-83A3-18A8-054D-5D8579FBD997}"/>
              </a:ext>
            </a:extLst>
          </p:cNvPr>
          <p:cNvSpPr/>
          <p:nvPr/>
        </p:nvSpPr>
        <p:spPr>
          <a:xfrm>
            <a:off x="4439707" y="3652008"/>
            <a:ext cx="1624764" cy="564887"/>
          </a:xfrm>
          <a:prstGeom prst="roundRect">
            <a:avLst/>
          </a:prstGeom>
          <a:solidFill>
            <a:srgbClr val="3B2DDA"/>
          </a:solidFill>
          <a:ln>
            <a:no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n-IN" sz="1100" b="1" dirty="0">
                <a:solidFill>
                  <a:schemeClr val="bg1"/>
                </a:solidFill>
                <a:cs typeface="Poppins"/>
              </a:rPr>
              <a:t>My</a:t>
            </a:r>
          </a:p>
          <a:p>
            <a:pPr algn="ctr"/>
            <a:r>
              <a:rPr lang="en-IN" sz="1100" b="1" dirty="0">
                <a:solidFill>
                  <a:schemeClr val="bg1"/>
                </a:solidFill>
                <a:cs typeface="Poppins"/>
              </a:rPr>
              <a:t>Account</a:t>
            </a:r>
            <a:endParaRPr lang="en-IN" sz="1100" b="1" dirty="0">
              <a:solidFill>
                <a:schemeClr val="bg1"/>
              </a:solidFill>
              <a:cs typeface="Poppins" panose="00000500000000000000" pitchFamily="2" charset="0"/>
            </a:endParaRPr>
          </a:p>
        </p:txBody>
      </p:sp>
      <p:sp>
        <p:nvSpPr>
          <p:cNvPr id="62" name="Rounded Rectangle 61">
            <a:extLst>
              <a:ext uri="{FF2B5EF4-FFF2-40B4-BE49-F238E27FC236}">
                <a16:creationId xmlns:a16="http://schemas.microsoft.com/office/drawing/2014/main" id="{401BFC07-FB7C-8799-92AB-CF6FF7BD5B9B}"/>
              </a:ext>
            </a:extLst>
          </p:cNvPr>
          <p:cNvSpPr/>
          <p:nvPr/>
        </p:nvSpPr>
        <p:spPr>
          <a:xfrm>
            <a:off x="4439707" y="4354729"/>
            <a:ext cx="1612458" cy="564887"/>
          </a:xfrm>
          <a:prstGeom prst="roundRect">
            <a:avLst/>
          </a:prstGeom>
          <a:solidFill>
            <a:srgbClr val="3B2DDA"/>
          </a:solidFill>
          <a:ln>
            <a:no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n-IN" sz="1100" b="1" dirty="0">
                <a:solidFill>
                  <a:schemeClr val="bg1"/>
                </a:solidFill>
                <a:cs typeface="Poppins"/>
              </a:rPr>
              <a:t>Merchandising</a:t>
            </a:r>
            <a:endParaRPr lang="en-US" sz="1100" b="1" dirty="0">
              <a:solidFill>
                <a:schemeClr val="bg1"/>
              </a:solidFill>
            </a:endParaRPr>
          </a:p>
        </p:txBody>
      </p:sp>
      <p:sp>
        <p:nvSpPr>
          <p:cNvPr id="49" name="Rounded Rectangle 48">
            <a:extLst>
              <a:ext uri="{FF2B5EF4-FFF2-40B4-BE49-F238E27FC236}">
                <a16:creationId xmlns:a16="http://schemas.microsoft.com/office/drawing/2014/main" id="{AB6F8449-CA4F-381D-FE4D-6F9A849F79F6}"/>
              </a:ext>
            </a:extLst>
          </p:cNvPr>
          <p:cNvSpPr/>
          <p:nvPr/>
        </p:nvSpPr>
        <p:spPr>
          <a:xfrm>
            <a:off x="6502671" y="3944100"/>
            <a:ext cx="2340000" cy="317296"/>
          </a:xfrm>
          <a:prstGeom prst="roundRect">
            <a:avLst/>
          </a:prstGeom>
          <a:solidFill>
            <a:schemeClr val="bg1"/>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n-IN" sz="1100">
                <a:solidFill>
                  <a:schemeClr val="tx1"/>
                </a:solidFill>
                <a:cs typeface="Poppins"/>
              </a:rPr>
              <a:t>DAM</a:t>
            </a:r>
            <a:endParaRPr lang="en-US" sz="1100">
              <a:solidFill>
                <a:schemeClr val="tx1"/>
              </a:solidFill>
              <a:cs typeface="Poppins" panose="00000500000000000000" pitchFamily="2" charset="0"/>
            </a:endParaRPr>
          </a:p>
        </p:txBody>
      </p:sp>
      <p:sp>
        <p:nvSpPr>
          <p:cNvPr id="50" name="Rounded Rectangle 49">
            <a:extLst>
              <a:ext uri="{FF2B5EF4-FFF2-40B4-BE49-F238E27FC236}">
                <a16:creationId xmlns:a16="http://schemas.microsoft.com/office/drawing/2014/main" id="{7A521B0F-0965-3E37-EF59-26605AAA45DD}"/>
              </a:ext>
            </a:extLst>
          </p:cNvPr>
          <p:cNvSpPr/>
          <p:nvPr/>
        </p:nvSpPr>
        <p:spPr>
          <a:xfrm>
            <a:off x="6502671" y="4348120"/>
            <a:ext cx="2340000" cy="317296"/>
          </a:xfrm>
          <a:prstGeom prst="roundRect">
            <a:avLst/>
          </a:prstGeom>
          <a:solidFill>
            <a:schemeClr val="bg1"/>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n-IN" sz="1100">
                <a:solidFill>
                  <a:schemeClr val="tx1"/>
                </a:solidFill>
                <a:cs typeface="Poppins" panose="00000500000000000000" pitchFamily="2" charset="0"/>
              </a:rPr>
              <a:t>CMS</a:t>
            </a:r>
          </a:p>
        </p:txBody>
      </p:sp>
      <p:sp>
        <p:nvSpPr>
          <p:cNvPr id="51" name="Rounded Rectangle 50">
            <a:extLst>
              <a:ext uri="{FF2B5EF4-FFF2-40B4-BE49-F238E27FC236}">
                <a16:creationId xmlns:a16="http://schemas.microsoft.com/office/drawing/2014/main" id="{59A52775-2661-EDF7-9AE0-2B144063B712}"/>
              </a:ext>
            </a:extLst>
          </p:cNvPr>
          <p:cNvSpPr/>
          <p:nvPr/>
        </p:nvSpPr>
        <p:spPr>
          <a:xfrm>
            <a:off x="9062062" y="3944100"/>
            <a:ext cx="2340000" cy="317296"/>
          </a:xfrm>
          <a:prstGeom prst="roundRect">
            <a:avLst/>
          </a:prstGeom>
          <a:solidFill>
            <a:schemeClr val="bg1"/>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n-IN" sz="1100">
                <a:solidFill>
                  <a:schemeClr val="tx1"/>
                </a:solidFill>
                <a:cs typeface="Poppins"/>
              </a:rPr>
              <a:t>Salesforce CRM</a:t>
            </a:r>
            <a:endParaRPr lang="en-US" sz="1100">
              <a:solidFill>
                <a:schemeClr val="tx1"/>
              </a:solidFill>
              <a:cs typeface="Poppins" panose="00000500000000000000" pitchFamily="2" charset="0"/>
            </a:endParaRPr>
          </a:p>
        </p:txBody>
      </p:sp>
      <p:sp>
        <p:nvSpPr>
          <p:cNvPr id="52" name="Rounded Rectangle 51">
            <a:extLst>
              <a:ext uri="{FF2B5EF4-FFF2-40B4-BE49-F238E27FC236}">
                <a16:creationId xmlns:a16="http://schemas.microsoft.com/office/drawing/2014/main" id="{297FDF60-5E86-482C-F3CE-B955478CAFF7}"/>
              </a:ext>
            </a:extLst>
          </p:cNvPr>
          <p:cNvSpPr/>
          <p:nvPr/>
        </p:nvSpPr>
        <p:spPr>
          <a:xfrm>
            <a:off x="9062062" y="4348120"/>
            <a:ext cx="2340000" cy="317296"/>
          </a:xfrm>
          <a:prstGeom prst="roundRect">
            <a:avLst/>
          </a:prstGeom>
          <a:solidFill>
            <a:schemeClr val="bg1"/>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n-IN" sz="1100">
                <a:solidFill>
                  <a:schemeClr val="tx1"/>
                </a:solidFill>
                <a:cs typeface="Poppins" panose="00000500000000000000" pitchFamily="2" charset="0"/>
              </a:rPr>
              <a:t>Finance &amp; Billing</a:t>
            </a:r>
            <a:endParaRPr lang="en-US" sz="1100">
              <a:solidFill>
                <a:schemeClr val="tx1"/>
              </a:solidFill>
              <a:cs typeface="Poppins" panose="00000500000000000000" pitchFamily="2" charset="0"/>
            </a:endParaRPr>
          </a:p>
        </p:txBody>
      </p:sp>
      <p:sp>
        <p:nvSpPr>
          <p:cNvPr id="53" name="Rounded Rectangle 52">
            <a:extLst>
              <a:ext uri="{FF2B5EF4-FFF2-40B4-BE49-F238E27FC236}">
                <a16:creationId xmlns:a16="http://schemas.microsoft.com/office/drawing/2014/main" id="{16F647B4-F1FF-524E-2FE2-1EC9B836DDA1}"/>
              </a:ext>
            </a:extLst>
          </p:cNvPr>
          <p:cNvSpPr/>
          <p:nvPr/>
        </p:nvSpPr>
        <p:spPr>
          <a:xfrm>
            <a:off x="6502671" y="3540080"/>
            <a:ext cx="2340000" cy="317296"/>
          </a:xfrm>
          <a:prstGeom prst="roundRect">
            <a:avLst/>
          </a:prstGeom>
          <a:solidFill>
            <a:schemeClr val="bg1"/>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n-IN" sz="1100">
                <a:solidFill>
                  <a:schemeClr val="tx1"/>
                </a:solidFill>
                <a:cs typeface="Poppins"/>
              </a:rPr>
              <a:t>PIM</a:t>
            </a:r>
            <a:endParaRPr lang="en-IN" sz="1100">
              <a:solidFill>
                <a:schemeClr val="tx1"/>
              </a:solidFill>
              <a:cs typeface="Poppins" panose="00000500000000000000" pitchFamily="2" charset="0"/>
            </a:endParaRPr>
          </a:p>
        </p:txBody>
      </p:sp>
      <p:sp>
        <p:nvSpPr>
          <p:cNvPr id="54" name="Rounded Rectangle 53">
            <a:extLst>
              <a:ext uri="{FF2B5EF4-FFF2-40B4-BE49-F238E27FC236}">
                <a16:creationId xmlns:a16="http://schemas.microsoft.com/office/drawing/2014/main" id="{42C653F2-5914-3251-794E-59470AA9F3B7}"/>
              </a:ext>
            </a:extLst>
          </p:cNvPr>
          <p:cNvSpPr/>
          <p:nvPr/>
        </p:nvSpPr>
        <p:spPr>
          <a:xfrm>
            <a:off x="9062062" y="3540080"/>
            <a:ext cx="2340000" cy="317296"/>
          </a:xfrm>
          <a:prstGeom prst="roundRect">
            <a:avLst/>
          </a:prstGeom>
          <a:solidFill>
            <a:schemeClr val="bg1"/>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n-IN" sz="1100">
                <a:solidFill>
                  <a:schemeClr val="tx1"/>
                </a:solidFill>
                <a:cs typeface="Poppins"/>
              </a:rPr>
              <a:t>ERP</a:t>
            </a:r>
            <a:endParaRPr lang="en-IN" sz="1100">
              <a:solidFill>
                <a:schemeClr val="tx1"/>
              </a:solidFill>
              <a:cs typeface="Poppins" panose="00000500000000000000" pitchFamily="2" charset="0"/>
            </a:endParaRPr>
          </a:p>
        </p:txBody>
      </p:sp>
      <p:sp>
        <p:nvSpPr>
          <p:cNvPr id="55" name="Rounded Rectangle 54">
            <a:extLst>
              <a:ext uri="{FF2B5EF4-FFF2-40B4-BE49-F238E27FC236}">
                <a16:creationId xmlns:a16="http://schemas.microsoft.com/office/drawing/2014/main" id="{69002171-1A17-1A51-0D00-865C48716B68}"/>
              </a:ext>
            </a:extLst>
          </p:cNvPr>
          <p:cNvSpPr/>
          <p:nvPr/>
        </p:nvSpPr>
        <p:spPr>
          <a:xfrm>
            <a:off x="6502671" y="4752139"/>
            <a:ext cx="2340000" cy="317296"/>
          </a:xfrm>
          <a:prstGeom prst="roundRect">
            <a:avLst/>
          </a:prstGeom>
          <a:solidFill>
            <a:schemeClr val="bg1"/>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n-IN" sz="1100">
                <a:solidFill>
                  <a:schemeClr val="tx1"/>
                </a:solidFill>
                <a:cs typeface="Poppins"/>
              </a:rPr>
              <a:t>OMS</a:t>
            </a:r>
            <a:endParaRPr lang="en-IN" sz="1100">
              <a:solidFill>
                <a:schemeClr val="tx1"/>
              </a:solidFill>
              <a:cs typeface="Poppins" panose="00000500000000000000" pitchFamily="2" charset="0"/>
            </a:endParaRPr>
          </a:p>
        </p:txBody>
      </p:sp>
      <p:sp>
        <p:nvSpPr>
          <p:cNvPr id="56" name="Rounded Rectangle 55">
            <a:extLst>
              <a:ext uri="{FF2B5EF4-FFF2-40B4-BE49-F238E27FC236}">
                <a16:creationId xmlns:a16="http://schemas.microsoft.com/office/drawing/2014/main" id="{EAEF15E6-C9E1-EF10-5AD6-4D7E08421A0E}"/>
              </a:ext>
            </a:extLst>
          </p:cNvPr>
          <p:cNvSpPr/>
          <p:nvPr/>
        </p:nvSpPr>
        <p:spPr>
          <a:xfrm>
            <a:off x="9062062" y="4752139"/>
            <a:ext cx="2340000" cy="317296"/>
          </a:xfrm>
          <a:prstGeom prst="roundRect">
            <a:avLst/>
          </a:prstGeom>
          <a:solidFill>
            <a:schemeClr val="bg1"/>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n-IN" sz="1100" dirty="0">
                <a:solidFill>
                  <a:schemeClr val="tx1"/>
                </a:solidFill>
                <a:cs typeface="Poppins"/>
              </a:rPr>
              <a:t>Backend Systems</a:t>
            </a:r>
            <a:endParaRPr lang="en-IN" sz="1100" dirty="0">
              <a:solidFill>
                <a:schemeClr val="tx1"/>
              </a:solidFill>
              <a:cs typeface="Poppins" panose="00000500000000000000" pitchFamily="2" charset="0"/>
            </a:endParaRPr>
          </a:p>
        </p:txBody>
      </p:sp>
      <p:cxnSp>
        <p:nvCxnSpPr>
          <p:cNvPr id="44" name="Straight Arrow Connector 43">
            <a:extLst>
              <a:ext uri="{FF2B5EF4-FFF2-40B4-BE49-F238E27FC236}">
                <a16:creationId xmlns:a16="http://schemas.microsoft.com/office/drawing/2014/main" id="{A922015E-D8D4-191E-71EE-F5AF48BFED74}"/>
              </a:ext>
            </a:extLst>
          </p:cNvPr>
          <p:cNvCxnSpPr>
            <a:cxnSpLocks/>
          </p:cNvCxnSpPr>
          <p:nvPr/>
        </p:nvCxnSpPr>
        <p:spPr>
          <a:xfrm>
            <a:off x="8952367" y="3199523"/>
            <a:ext cx="0" cy="328752"/>
          </a:xfrm>
          <a:prstGeom prst="straightConnector1">
            <a:avLst/>
          </a:prstGeom>
          <a:ln>
            <a:solidFill>
              <a:schemeClr val="bg1">
                <a:lumMod val="50000"/>
              </a:schemeClr>
            </a:solidFill>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45" name="Straight Arrow Connector 44">
            <a:extLst>
              <a:ext uri="{FF2B5EF4-FFF2-40B4-BE49-F238E27FC236}">
                <a16:creationId xmlns:a16="http://schemas.microsoft.com/office/drawing/2014/main" id="{066B48E3-12EE-3186-FD73-E9DE24991220}"/>
              </a:ext>
            </a:extLst>
          </p:cNvPr>
          <p:cNvCxnSpPr>
            <a:cxnSpLocks/>
          </p:cNvCxnSpPr>
          <p:nvPr/>
        </p:nvCxnSpPr>
        <p:spPr>
          <a:xfrm>
            <a:off x="3555192" y="3199523"/>
            <a:ext cx="0" cy="328752"/>
          </a:xfrm>
          <a:prstGeom prst="straightConnector1">
            <a:avLst/>
          </a:prstGeom>
          <a:ln>
            <a:solidFill>
              <a:schemeClr val="bg1">
                <a:lumMod val="50000"/>
              </a:schemeClr>
            </a:solidFill>
            <a:headEnd type="triangle"/>
            <a:tailEnd type="triangle"/>
          </a:ln>
        </p:spPr>
        <p:style>
          <a:lnRef idx="1">
            <a:schemeClr val="accent1"/>
          </a:lnRef>
          <a:fillRef idx="0">
            <a:schemeClr val="accent1"/>
          </a:fillRef>
          <a:effectRef idx="0">
            <a:schemeClr val="accent1"/>
          </a:effectRef>
          <a:fontRef idx="minor">
            <a:schemeClr val="tx1"/>
          </a:fontRef>
        </p:style>
      </p:cxnSp>
      <p:pic>
        <p:nvPicPr>
          <p:cNvPr id="46" name="Picture 45" descr="SAP Hybris Overview | chegos.pl">
            <a:extLst>
              <a:ext uri="{FF2B5EF4-FFF2-40B4-BE49-F238E27FC236}">
                <a16:creationId xmlns:a16="http://schemas.microsoft.com/office/drawing/2014/main" id="{D3039DCB-E86D-D108-0E42-02AD05217259}"/>
              </a:ext>
            </a:extLst>
          </p:cNvPr>
          <p:cNvPicPr>
            <a:picLocks noChangeAspect="1" noChangeArrowheads="1"/>
          </p:cNvPicPr>
          <p:nvPr/>
        </p:nvPicPr>
        <p:blipFill>
          <a:blip r:embed="rId7" cstate="screen">
            <a:extLst>
              <a:ext uri="{28A0092B-C50C-407E-A947-70E740481C1C}">
                <a14:useLocalDpi xmlns:a14="http://schemas.microsoft.com/office/drawing/2010/main"/>
              </a:ext>
            </a:extLst>
          </a:blip>
          <a:srcRect/>
          <a:stretch>
            <a:fillRect/>
          </a:stretch>
        </p:blipFill>
        <p:spPr bwMode="auto">
          <a:xfrm>
            <a:off x="5205412" y="5395935"/>
            <a:ext cx="1196568" cy="378912"/>
          </a:xfrm>
          <a:prstGeom prst="rect">
            <a:avLst/>
          </a:prstGeom>
          <a:noFill/>
          <a:extLst>
            <a:ext uri="{909E8E84-426E-40DD-AFC4-6F175D3DCCD1}">
              <a14:hiddenFill xmlns:a14="http://schemas.microsoft.com/office/drawing/2010/main">
                <a:solidFill>
                  <a:srgbClr val="FFFFFF"/>
                </a:solidFill>
              </a14:hiddenFill>
            </a:ext>
          </a:extLst>
        </p:spPr>
      </p:pic>
      <p:pic>
        <p:nvPicPr>
          <p:cNvPr id="47" name="Picture 46" descr="Listen to our customer stories on Document360 from Spryker">
            <a:extLst>
              <a:ext uri="{FF2B5EF4-FFF2-40B4-BE49-F238E27FC236}">
                <a16:creationId xmlns:a16="http://schemas.microsoft.com/office/drawing/2014/main" id="{834915E1-F20F-1FFF-CA78-81B73D289383}"/>
              </a:ext>
            </a:extLst>
          </p:cNvPr>
          <p:cNvPicPr>
            <a:picLocks noChangeAspect="1" noChangeArrowheads="1"/>
          </p:cNvPicPr>
          <p:nvPr/>
        </p:nvPicPr>
        <p:blipFill>
          <a:blip r:embed="rId8" cstate="screen">
            <a:extLst>
              <a:ext uri="{28A0092B-C50C-407E-A947-70E740481C1C}">
                <a14:useLocalDpi xmlns:a14="http://schemas.microsoft.com/office/drawing/2010/main"/>
              </a:ext>
            </a:extLst>
          </a:blip>
          <a:srcRect/>
          <a:stretch>
            <a:fillRect/>
          </a:stretch>
        </p:blipFill>
        <p:spPr bwMode="auto">
          <a:xfrm>
            <a:off x="3564935" y="5410330"/>
            <a:ext cx="1196566" cy="350122"/>
          </a:xfrm>
          <a:prstGeom prst="rect">
            <a:avLst/>
          </a:prstGeom>
          <a:noFill/>
          <a:extLst>
            <a:ext uri="{909E8E84-426E-40DD-AFC4-6F175D3DCCD1}">
              <a14:hiddenFill xmlns:a14="http://schemas.microsoft.com/office/drawing/2010/main">
                <a:solidFill>
                  <a:srgbClr val="FFFFFF"/>
                </a:solidFill>
              </a14:hiddenFill>
            </a:ext>
          </a:extLst>
        </p:spPr>
      </p:pic>
      <p:pic>
        <p:nvPicPr>
          <p:cNvPr id="4" name="Picture 3" descr="A black and blue logo&#10;&#10;Description automatically generated">
            <a:extLst>
              <a:ext uri="{FF2B5EF4-FFF2-40B4-BE49-F238E27FC236}">
                <a16:creationId xmlns:a16="http://schemas.microsoft.com/office/drawing/2014/main" id="{CD8B267C-2E6A-D773-B37A-64FA778D0E16}"/>
              </a:ext>
            </a:extLst>
          </p:cNvPr>
          <p:cNvPicPr>
            <a:picLocks noChangeAspect="1"/>
          </p:cNvPicPr>
          <p:nvPr/>
        </p:nvPicPr>
        <p:blipFill>
          <a:blip r:embed="rId9">
            <a:extLst>
              <a:ext uri="{28A0092B-C50C-407E-A947-70E740481C1C}">
                <a14:useLocalDpi xmlns:a14="http://schemas.microsoft.com/office/drawing/2010/main" val="0"/>
              </a:ext>
            </a:extLst>
          </a:blip>
          <a:stretch>
            <a:fillRect/>
          </a:stretch>
        </p:blipFill>
        <p:spPr>
          <a:xfrm>
            <a:off x="6845891" y="5472004"/>
            <a:ext cx="1537727" cy="226775"/>
          </a:xfrm>
          <a:prstGeom prst="rect">
            <a:avLst/>
          </a:prstGeom>
        </p:spPr>
      </p:pic>
    </p:spTree>
    <p:extLst>
      <p:ext uri="{BB962C8B-B14F-4D97-AF65-F5344CB8AC3E}">
        <p14:creationId xmlns:p14="http://schemas.microsoft.com/office/powerpoint/2010/main" val="2794530812"/>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3AEA777-515D-4D9A-2F37-3A656F2A031E}"/>
            </a:ext>
          </a:extLst>
        </p:cNvPr>
        <p:cNvGrpSpPr/>
        <p:nvPr/>
      </p:nvGrpSpPr>
      <p:grpSpPr>
        <a:xfrm>
          <a:off x="0" y="0"/>
          <a:ext cx="0" cy="0"/>
          <a:chOff x="0" y="0"/>
          <a:chExt cx="0" cy="0"/>
        </a:xfrm>
      </p:grpSpPr>
      <p:sp>
        <p:nvSpPr>
          <p:cNvPr id="2" name="Text Placeholder 1">
            <a:extLst>
              <a:ext uri="{FF2B5EF4-FFF2-40B4-BE49-F238E27FC236}">
                <a16:creationId xmlns:a16="http://schemas.microsoft.com/office/drawing/2014/main" id="{F543A7AB-3710-1859-6BB4-20CD41FF116A}"/>
              </a:ext>
            </a:extLst>
          </p:cNvPr>
          <p:cNvSpPr>
            <a:spLocks noGrp="1"/>
          </p:cNvSpPr>
          <p:nvPr>
            <p:ph type="body" sz="quarter" idx="15"/>
          </p:nvPr>
        </p:nvSpPr>
        <p:spPr>
          <a:xfrm flipH="1">
            <a:off x="623888" y="457200"/>
            <a:ext cx="8172450" cy="244101"/>
          </a:xfrm>
        </p:spPr>
        <p:txBody>
          <a:bodyPr/>
          <a:lstStyle/>
          <a:p>
            <a:r>
              <a:rPr lang="en-US"/>
              <a:t>Key Solution Tenets</a:t>
            </a:r>
          </a:p>
        </p:txBody>
      </p:sp>
      <p:sp>
        <p:nvSpPr>
          <p:cNvPr id="3" name="Google Shape;482;p95">
            <a:extLst>
              <a:ext uri="{FF2B5EF4-FFF2-40B4-BE49-F238E27FC236}">
                <a16:creationId xmlns:a16="http://schemas.microsoft.com/office/drawing/2014/main" id="{D65EB667-00B5-00C0-F0CE-0757FB24D1BA}"/>
              </a:ext>
            </a:extLst>
          </p:cNvPr>
          <p:cNvSpPr txBox="1"/>
          <p:nvPr/>
        </p:nvSpPr>
        <p:spPr>
          <a:xfrm>
            <a:off x="630605" y="1077724"/>
            <a:ext cx="11222419" cy="539573"/>
          </a:xfrm>
          <a:prstGeom prst="rect">
            <a:avLst/>
          </a:prstGeom>
          <a:noFill/>
          <a:ln>
            <a:noFill/>
          </a:ln>
        </p:spPr>
        <p:txBody>
          <a:bodyPr spcFirstLastPara="1" wrap="square" lIns="0" tIns="0" rIns="0" bIns="0" anchor="t" anchorCtr="0">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nSpc>
                <a:spcPct val="95000"/>
              </a:lnSpc>
              <a:defRPr/>
            </a:pPr>
            <a:r>
              <a:rPr lang="en-US" sz="1600" dirty="0">
                <a:latin typeface="Manrope ExtraLight Light"/>
                <a:cs typeface="Poppins"/>
              </a:rPr>
              <a:t>A focus on delightful outcomes for every unique business purpose</a:t>
            </a:r>
          </a:p>
        </p:txBody>
      </p:sp>
      <p:sp>
        <p:nvSpPr>
          <p:cNvPr id="17" name="Rectangle 16">
            <a:extLst>
              <a:ext uri="{FF2B5EF4-FFF2-40B4-BE49-F238E27FC236}">
                <a16:creationId xmlns:a16="http://schemas.microsoft.com/office/drawing/2014/main" id="{9165CF91-70DC-09C1-F8A2-7DA2C81F03ED}"/>
              </a:ext>
            </a:extLst>
          </p:cNvPr>
          <p:cNvSpPr/>
          <p:nvPr/>
        </p:nvSpPr>
        <p:spPr>
          <a:xfrm>
            <a:off x="0" y="1513114"/>
            <a:ext cx="12192000" cy="4441371"/>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TextBox 1">
            <a:extLst>
              <a:ext uri="{FF2B5EF4-FFF2-40B4-BE49-F238E27FC236}">
                <a16:creationId xmlns:a16="http://schemas.microsoft.com/office/drawing/2014/main" id="{D0A2A153-0E16-EDBD-E42E-CD972923F9C9}"/>
              </a:ext>
            </a:extLst>
          </p:cNvPr>
          <p:cNvSpPr txBox="1"/>
          <p:nvPr/>
        </p:nvSpPr>
        <p:spPr>
          <a:xfrm>
            <a:off x="559232" y="1565491"/>
            <a:ext cx="11667805" cy="4313425"/>
          </a:xfrm>
          <a:prstGeom prst="rect">
            <a:avLst/>
          </a:prstGeom>
          <a:noFill/>
        </p:spPr>
        <p:txBody>
          <a:bodyPr wrap="square" lIns="91440" tIns="45720" rIns="91440" bIns="45720" anchor="t">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344170" indent="-344170">
              <a:lnSpc>
                <a:spcPct val="150000"/>
              </a:lnSpc>
              <a:buClr>
                <a:schemeClr val="bg1"/>
              </a:buClr>
              <a:buFont typeface="Arial" panose="020B0604020202020204" pitchFamily="34" charset="0"/>
              <a:buChar char="•"/>
              <a:defRPr/>
            </a:pPr>
            <a:r>
              <a:rPr lang="en-US" sz="1100" dirty="0">
                <a:solidFill>
                  <a:schemeClr val="bg1"/>
                </a:solidFill>
                <a:latin typeface="Manrope" pitchFamily="2" charset="0"/>
                <a:cs typeface="Poppins"/>
              </a:rPr>
              <a:t>A consultative approach for opportunity subdivision, solution assembly and journey unification that considers</a:t>
            </a:r>
          </a:p>
          <a:p>
            <a:pPr marL="801370" lvl="1" indent="-344170">
              <a:lnSpc>
                <a:spcPct val="150000"/>
              </a:lnSpc>
              <a:buClr>
                <a:schemeClr val="bg1"/>
              </a:buClr>
              <a:buFont typeface="Arial" panose="020B0604020202020204" pitchFamily="34" charset="0"/>
              <a:buChar char="•"/>
              <a:defRPr/>
            </a:pPr>
            <a:r>
              <a:rPr lang="en-US" sz="800" dirty="0">
                <a:solidFill>
                  <a:schemeClr val="bg1"/>
                </a:solidFill>
                <a:latin typeface="Manrope" pitchFamily="2" charset="0"/>
                <a:cs typeface="Poppins"/>
              </a:rPr>
              <a:t>Budget and timeline</a:t>
            </a:r>
          </a:p>
          <a:p>
            <a:pPr marL="801370" lvl="1" indent="-344170">
              <a:lnSpc>
                <a:spcPct val="150000"/>
              </a:lnSpc>
              <a:buClr>
                <a:schemeClr val="bg1"/>
              </a:buClr>
              <a:buFont typeface="Arial" panose="020B0604020202020204" pitchFamily="34" charset="0"/>
              <a:buChar char="•"/>
              <a:defRPr/>
            </a:pPr>
            <a:r>
              <a:rPr lang="en-US" sz="800" dirty="0">
                <a:solidFill>
                  <a:schemeClr val="bg1"/>
                </a:solidFill>
                <a:latin typeface="Manrope" pitchFamily="2" charset="0"/>
                <a:cs typeface="Poppins"/>
              </a:rPr>
              <a:t>Architecture solution tenets (Secure, MACH, Composable, Open Standards &amp; Multi-tenant)</a:t>
            </a:r>
          </a:p>
          <a:p>
            <a:pPr marL="801370" lvl="1" indent="-344170">
              <a:lnSpc>
                <a:spcPct val="150000"/>
              </a:lnSpc>
              <a:buClr>
                <a:schemeClr val="bg1"/>
              </a:buClr>
              <a:buFont typeface="Arial" panose="020B0604020202020204" pitchFamily="34" charset="0"/>
              <a:buChar char="•"/>
              <a:defRPr/>
            </a:pPr>
            <a:endParaRPr lang="en-US" sz="800" dirty="0">
              <a:solidFill>
                <a:schemeClr val="bg1"/>
              </a:solidFill>
              <a:latin typeface="Manrope" pitchFamily="2" charset="0"/>
              <a:cs typeface="Poppins" pitchFamily="2" charset="77"/>
            </a:endParaRPr>
          </a:p>
          <a:p>
            <a:pPr marL="801370" lvl="1" indent="-344170">
              <a:lnSpc>
                <a:spcPct val="150000"/>
              </a:lnSpc>
              <a:buClr>
                <a:schemeClr val="bg1"/>
              </a:buClr>
              <a:buFont typeface="Arial" panose="020B0604020202020204" pitchFamily="34" charset="0"/>
              <a:buChar char="•"/>
              <a:defRPr/>
            </a:pPr>
            <a:endParaRPr lang="en-US" sz="800" dirty="0">
              <a:solidFill>
                <a:schemeClr val="bg1"/>
              </a:solidFill>
              <a:latin typeface="Manrope" pitchFamily="2" charset="0"/>
              <a:cs typeface="Poppins" pitchFamily="2" charset="77"/>
            </a:endParaRPr>
          </a:p>
          <a:p>
            <a:pPr marL="801370" lvl="1" indent="-344170">
              <a:lnSpc>
                <a:spcPct val="150000"/>
              </a:lnSpc>
              <a:buClr>
                <a:schemeClr val="bg1"/>
              </a:buClr>
              <a:buFont typeface="Arial" panose="020B0604020202020204" pitchFamily="34" charset="0"/>
              <a:buChar char="•"/>
              <a:defRPr/>
            </a:pPr>
            <a:endParaRPr lang="en-US" sz="800" dirty="0">
              <a:solidFill>
                <a:schemeClr val="bg1"/>
              </a:solidFill>
              <a:latin typeface="Manrope" pitchFamily="2" charset="0"/>
              <a:cs typeface="Poppins" pitchFamily="2" charset="77"/>
            </a:endParaRPr>
          </a:p>
          <a:p>
            <a:pPr marL="801370" lvl="1" indent="-344170">
              <a:lnSpc>
                <a:spcPct val="150000"/>
              </a:lnSpc>
              <a:buClr>
                <a:schemeClr val="bg1"/>
              </a:buClr>
              <a:buFont typeface="Arial" panose="020B0604020202020204" pitchFamily="34" charset="0"/>
              <a:buChar char="•"/>
              <a:defRPr/>
            </a:pPr>
            <a:endParaRPr lang="en-US" sz="1400" dirty="0">
              <a:solidFill>
                <a:schemeClr val="bg1"/>
              </a:solidFill>
              <a:latin typeface="Manrope" pitchFamily="2" charset="0"/>
              <a:cs typeface="Poppins" pitchFamily="2" charset="77"/>
            </a:endParaRPr>
          </a:p>
          <a:p>
            <a:pPr marL="742950" lvl="1" indent="-285750">
              <a:lnSpc>
                <a:spcPct val="150000"/>
              </a:lnSpc>
              <a:buClr>
                <a:schemeClr val="bg1"/>
              </a:buClr>
              <a:buFont typeface="Arial" panose="020B0604020202020204" pitchFamily="34" charset="0"/>
              <a:buChar char="•"/>
              <a:defRPr/>
            </a:pPr>
            <a:endParaRPr lang="en-US" sz="1400" dirty="0">
              <a:solidFill>
                <a:schemeClr val="bg1"/>
              </a:solidFill>
              <a:latin typeface="Manrope" pitchFamily="2" charset="0"/>
              <a:cs typeface="Poppins" pitchFamily="2" charset="77"/>
            </a:endParaRPr>
          </a:p>
          <a:p>
            <a:pPr marL="742950" lvl="1" indent="-285750">
              <a:lnSpc>
                <a:spcPct val="150000"/>
              </a:lnSpc>
              <a:buClr>
                <a:schemeClr val="bg1"/>
              </a:buClr>
              <a:buFont typeface="Arial" panose="020B0604020202020204" pitchFamily="34" charset="0"/>
              <a:buChar char="•"/>
              <a:defRPr/>
            </a:pPr>
            <a:endParaRPr lang="en-US" sz="1400" dirty="0">
              <a:solidFill>
                <a:schemeClr val="bg1"/>
              </a:solidFill>
              <a:latin typeface="Manrope" pitchFamily="2" charset="0"/>
              <a:cs typeface="Poppins" pitchFamily="2" charset="77"/>
            </a:endParaRPr>
          </a:p>
          <a:p>
            <a:pPr marL="742950" lvl="1" indent="-285750">
              <a:lnSpc>
                <a:spcPct val="150000"/>
              </a:lnSpc>
              <a:buClr>
                <a:schemeClr val="bg1"/>
              </a:buClr>
              <a:buFont typeface="Arial" panose="020B0604020202020204" pitchFamily="34" charset="0"/>
              <a:buChar char="•"/>
              <a:defRPr/>
            </a:pPr>
            <a:endParaRPr lang="en-US" sz="1400" dirty="0">
              <a:solidFill>
                <a:schemeClr val="bg1"/>
              </a:solidFill>
              <a:latin typeface="Manrope" pitchFamily="2" charset="0"/>
              <a:cs typeface="Poppins" pitchFamily="2" charset="77"/>
            </a:endParaRPr>
          </a:p>
          <a:p>
            <a:pPr marL="742950" lvl="1" indent="-285750">
              <a:lnSpc>
                <a:spcPct val="150000"/>
              </a:lnSpc>
              <a:buClr>
                <a:schemeClr val="bg1"/>
              </a:buClr>
              <a:buFont typeface="Arial" panose="020B0604020202020204" pitchFamily="34" charset="0"/>
              <a:buChar char="•"/>
              <a:defRPr/>
            </a:pPr>
            <a:endParaRPr lang="en-US" sz="1400" dirty="0">
              <a:solidFill>
                <a:schemeClr val="bg1"/>
              </a:solidFill>
              <a:latin typeface="Manrope" pitchFamily="2" charset="0"/>
              <a:cs typeface="Poppins" pitchFamily="2" charset="77"/>
            </a:endParaRPr>
          </a:p>
          <a:p>
            <a:pPr marL="742950" lvl="1" indent="-285750">
              <a:lnSpc>
                <a:spcPct val="150000"/>
              </a:lnSpc>
              <a:buClr>
                <a:schemeClr val="bg1"/>
              </a:buClr>
              <a:buFont typeface="Arial" panose="020B0604020202020204" pitchFamily="34" charset="0"/>
              <a:buChar char="•"/>
              <a:defRPr/>
            </a:pPr>
            <a:endParaRPr lang="en-US" sz="1400" dirty="0">
              <a:solidFill>
                <a:schemeClr val="bg1"/>
              </a:solidFill>
              <a:latin typeface="Manrope" pitchFamily="2" charset="0"/>
              <a:cs typeface="Poppins" pitchFamily="2" charset="77"/>
            </a:endParaRPr>
          </a:p>
          <a:p>
            <a:pPr marL="801370" lvl="1" indent="-344170">
              <a:lnSpc>
                <a:spcPct val="150000"/>
              </a:lnSpc>
              <a:buClr>
                <a:schemeClr val="bg1"/>
              </a:buClr>
              <a:buFont typeface="Arial" panose="020B0604020202020204" pitchFamily="34" charset="0"/>
              <a:buChar char="•"/>
              <a:defRPr/>
            </a:pPr>
            <a:r>
              <a:rPr lang="en-US" sz="800" dirty="0">
                <a:solidFill>
                  <a:schemeClr val="bg1"/>
                </a:solidFill>
                <a:latin typeface="Manrope" pitchFamily="2" charset="0"/>
                <a:cs typeface="Poppins"/>
              </a:rPr>
              <a:t>Experience design tenets (Simple, Frictionless, Visual Cues, Emotional and Psychological Trust Markers)</a:t>
            </a:r>
          </a:p>
          <a:p>
            <a:pPr marL="801370" lvl="1" indent="-344170">
              <a:lnSpc>
                <a:spcPct val="150000"/>
              </a:lnSpc>
              <a:buClr>
                <a:schemeClr val="bg1"/>
              </a:buClr>
              <a:buFont typeface="Arial" panose="020B0604020202020204" pitchFamily="34" charset="0"/>
              <a:buChar char="•"/>
              <a:defRPr/>
            </a:pPr>
            <a:r>
              <a:rPr lang="en-US" sz="800" dirty="0">
                <a:solidFill>
                  <a:schemeClr val="bg1"/>
                </a:solidFill>
                <a:latin typeface="Manrope" pitchFamily="2" charset="0"/>
                <a:cs typeface="Poppins"/>
              </a:rPr>
              <a:t>Continuous innovation and optimization</a:t>
            </a:r>
          </a:p>
          <a:p>
            <a:pPr marL="344170" indent="-344170">
              <a:lnSpc>
                <a:spcPct val="150000"/>
              </a:lnSpc>
              <a:buClr>
                <a:schemeClr val="bg1"/>
              </a:buClr>
              <a:buFont typeface="Arial" panose="020B0604020202020204" pitchFamily="34" charset="0"/>
              <a:buChar char="•"/>
              <a:defRPr/>
            </a:pPr>
            <a:r>
              <a:rPr lang="en-US" sz="1100" dirty="0">
                <a:solidFill>
                  <a:schemeClr val="bg1"/>
                </a:solidFill>
                <a:latin typeface="Manrope" pitchFamily="2" charset="0"/>
                <a:cs typeface="Poppins"/>
              </a:rPr>
              <a:t>An appreciation for every unique business purpose with continuous evolution driven by consumer demand</a:t>
            </a:r>
          </a:p>
          <a:p>
            <a:pPr marL="344170" indent="-344170">
              <a:lnSpc>
                <a:spcPct val="150000"/>
              </a:lnSpc>
              <a:buClr>
                <a:schemeClr val="bg1"/>
              </a:buClr>
              <a:buFont typeface="Arial" panose="020B0604020202020204" pitchFamily="34" charset="0"/>
              <a:buChar char="•"/>
              <a:defRPr/>
            </a:pPr>
            <a:r>
              <a:rPr lang="en-US" sz="1100" dirty="0">
                <a:solidFill>
                  <a:schemeClr val="bg1"/>
                </a:solidFill>
                <a:latin typeface="Manrope" pitchFamily="2" charset="0"/>
                <a:cs typeface="Poppins"/>
              </a:rPr>
              <a:t>A deep-rooted Digital Product Engineering (DPE) culture driven by past experiences, people, mindsets, processes, accelerators and tools</a:t>
            </a:r>
          </a:p>
          <a:p>
            <a:pPr marL="344170" indent="-344170">
              <a:lnSpc>
                <a:spcPct val="150000"/>
              </a:lnSpc>
              <a:buClr>
                <a:schemeClr val="bg1"/>
              </a:buClr>
              <a:buFont typeface="Arial" panose="020B0604020202020204" pitchFamily="34" charset="0"/>
              <a:buChar char="•"/>
              <a:defRPr/>
            </a:pPr>
            <a:r>
              <a:rPr lang="en-US" sz="1100" dirty="0">
                <a:solidFill>
                  <a:schemeClr val="bg1"/>
                </a:solidFill>
                <a:latin typeface="Manrope" pitchFamily="2" charset="0"/>
                <a:cs typeface="Poppins"/>
              </a:rPr>
              <a:t>Proven expertise across business, enterprise and technology facets focused on eliminating friction from business transformation cycles</a:t>
            </a:r>
          </a:p>
        </p:txBody>
      </p:sp>
      <p:sp>
        <p:nvSpPr>
          <p:cNvPr id="30" name="Rectangle 29">
            <a:extLst>
              <a:ext uri="{FF2B5EF4-FFF2-40B4-BE49-F238E27FC236}">
                <a16:creationId xmlns:a16="http://schemas.microsoft.com/office/drawing/2014/main" id="{64C1AF79-D08E-D64D-EA2D-920E6B7364C3}"/>
              </a:ext>
            </a:extLst>
          </p:cNvPr>
          <p:cNvSpPr/>
          <p:nvPr/>
        </p:nvSpPr>
        <p:spPr>
          <a:xfrm>
            <a:off x="0" y="2400251"/>
            <a:ext cx="12192000" cy="212935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0" name="Picture 19" descr="Shape, polygon&#10;&#10;Description automatically generated">
            <a:extLst>
              <a:ext uri="{FF2B5EF4-FFF2-40B4-BE49-F238E27FC236}">
                <a16:creationId xmlns:a16="http://schemas.microsoft.com/office/drawing/2014/main" id="{211D474D-831B-9D78-5EFE-8184F50ADCD1}"/>
              </a:ext>
            </a:extLst>
          </p:cNvPr>
          <p:cNvPicPr>
            <a:picLocks noChangeAspect="1"/>
          </p:cNvPicPr>
          <p:nvPr/>
        </p:nvPicPr>
        <p:blipFill>
          <a:blip r:embed="rId2" cstate="screen">
            <a:extLst>
              <a:ext uri="{28A0092B-C50C-407E-A947-70E740481C1C}">
                <a14:useLocalDpi xmlns:a14="http://schemas.microsoft.com/office/drawing/2010/main"/>
              </a:ext>
            </a:extLst>
          </a:blip>
          <a:stretch>
            <a:fillRect/>
          </a:stretch>
        </p:blipFill>
        <p:spPr>
          <a:xfrm>
            <a:off x="1268705" y="2421474"/>
            <a:ext cx="3853870" cy="2107051"/>
          </a:xfrm>
          <a:prstGeom prst="rect">
            <a:avLst/>
          </a:prstGeom>
        </p:spPr>
      </p:pic>
      <p:sp>
        <p:nvSpPr>
          <p:cNvPr id="33" name="Freeform 32">
            <a:extLst>
              <a:ext uri="{FF2B5EF4-FFF2-40B4-BE49-F238E27FC236}">
                <a16:creationId xmlns:a16="http://schemas.microsoft.com/office/drawing/2014/main" id="{F552191F-FF3B-ECC6-C5B8-3BE61826A976}"/>
              </a:ext>
            </a:extLst>
          </p:cNvPr>
          <p:cNvSpPr/>
          <p:nvPr/>
        </p:nvSpPr>
        <p:spPr>
          <a:xfrm>
            <a:off x="5734928" y="2759377"/>
            <a:ext cx="1193324" cy="688610"/>
          </a:xfrm>
          <a:custGeom>
            <a:avLst/>
            <a:gdLst>
              <a:gd name="connsiteX0" fmla="*/ 1193325 w 1193324"/>
              <a:gd name="connsiteY0" fmla="*/ 688611 h 688610"/>
              <a:gd name="connsiteX1" fmla="*/ 669782 w 1193324"/>
              <a:gd name="connsiteY1" fmla="*/ 688611 h 688610"/>
              <a:gd name="connsiteX2" fmla="*/ 669782 w 1193324"/>
              <a:gd name="connsiteY2" fmla="*/ 642318 h 688610"/>
              <a:gd name="connsiteX3" fmla="*/ 1193325 w 1193324"/>
              <a:gd name="connsiteY3" fmla="*/ 642318 h 688610"/>
              <a:gd name="connsiteX4" fmla="*/ 1193325 w 1193324"/>
              <a:gd name="connsiteY4" fmla="*/ 688611 h 688610"/>
              <a:gd name="connsiteX5" fmla="*/ 529392 w 1193324"/>
              <a:gd name="connsiteY5" fmla="*/ 549732 h 688610"/>
              <a:gd name="connsiteX6" fmla="*/ 529392 w 1193324"/>
              <a:gd name="connsiteY6" fmla="*/ 138881 h 688610"/>
              <a:gd name="connsiteX7" fmla="*/ 576189 w 1193324"/>
              <a:gd name="connsiteY7" fmla="*/ 138881 h 688610"/>
              <a:gd name="connsiteX8" fmla="*/ 576189 w 1193324"/>
              <a:gd name="connsiteY8" fmla="*/ 549732 h 688610"/>
              <a:gd name="connsiteX9" fmla="*/ 529392 w 1193324"/>
              <a:gd name="connsiteY9" fmla="*/ 549732 h 688610"/>
              <a:gd name="connsiteX10" fmla="*/ 435798 w 1193324"/>
              <a:gd name="connsiteY10" fmla="*/ 46293 h 688610"/>
              <a:gd name="connsiteX11" fmla="*/ 0 w 1193324"/>
              <a:gd name="connsiteY11" fmla="*/ 46293 h 688610"/>
              <a:gd name="connsiteX12" fmla="*/ 0 w 1193324"/>
              <a:gd name="connsiteY12" fmla="*/ 0 h 688610"/>
              <a:gd name="connsiteX13" fmla="*/ 435798 w 1193324"/>
              <a:gd name="connsiteY13" fmla="*/ 0 h 688610"/>
              <a:gd name="connsiteX14" fmla="*/ 435798 w 1193324"/>
              <a:gd name="connsiteY14" fmla="*/ 46293 h 688610"/>
              <a:gd name="connsiteX15" fmla="*/ 529392 w 1193324"/>
              <a:gd name="connsiteY15" fmla="*/ 138881 h 688610"/>
              <a:gd name="connsiteX16" fmla="*/ 435798 w 1193324"/>
              <a:gd name="connsiteY16" fmla="*/ 46293 h 688610"/>
              <a:gd name="connsiteX17" fmla="*/ 435798 w 1193324"/>
              <a:gd name="connsiteY17" fmla="*/ 0 h 688610"/>
              <a:gd name="connsiteX18" fmla="*/ 576189 w 1193324"/>
              <a:gd name="connsiteY18" fmla="*/ 138881 h 688610"/>
              <a:gd name="connsiteX19" fmla="*/ 529392 w 1193324"/>
              <a:gd name="connsiteY19" fmla="*/ 138881 h 688610"/>
              <a:gd name="connsiteX20" fmla="*/ 669782 w 1193324"/>
              <a:gd name="connsiteY20" fmla="*/ 688611 h 688610"/>
              <a:gd name="connsiteX21" fmla="*/ 529392 w 1193324"/>
              <a:gd name="connsiteY21" fmla="*/ 549732 h 688610"/>
              <a:gd name="connsiteX22" fmla="*/ 576189 w 1193324"/>
              <a:gd name="connsiteY22" fmla="*/ 549732 h 688610"/>
              <a:gd name="connsiteX23" fmla="*/ 669782 w 1193324"/>
              <a:gd name="connsiteY23" fmla="*/ 642318 h 688610"/>
              <a:gd name="connsiteX24" fmla="*/ 669782 w 1193324"/>
              <a:gd name="connsiteY24" fmla="*/ 688611 h 6886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1193324" h="688610">
                <a:moveTo>
                  <a:pt x="1193325" y="688611"/>
                </a:moveTo>
                <a:lnTo>
                  <a:pt x="669782" y="688611"/>
                </a:lnTo>
                <a:lnTo>
                  <a:pt x="669782" y="642318"/>
                </a:lnTo>
                <a:lnTo>
                  <a:pt x="1193325" y="642318"/>
                </a:lnTo>
                <a:lnTo>
                  <a:pt x="1193325" y="688611"/>
                </a:lnTo>
                <a:close/>
                <a:moveTo>
                  <a:pt x="529392" y="549732"/>
                </a:moveTo>
                <a:lnTo>
                  <a:pt x="529392" y="138881"/>
                </a:lnTo>
                <a:lnTo>
                  <a:pt x="576189" y="138881"/>
                </a:lnTo>
                <a:lnTo>
                  <a:pt x="576189" y="549732"/>
                </a:lnTo>
                <a:lnTo>
                  <a:pt x="529392" y="549732"/>
                </a:lnTo>
                <a:close/>
                <a:moveTo>
                  <a:pt x="435798" y="46293"/>
                </a:moveTo>
                <a:lnTo>
                  <a:pt x="0" y="46293"/>
                </a:lnTo>
                <a:lnTo>
                  <a:pt x="0" y="0"/>
                </a:lnTo>
                <a:lnTo>
                  <a:pt x="435798" y="0"/>
                </a:lnTo>
                <a:lnTo>
                  <a:pt x="435798" y="46293"/>
                </a:lnTo>
                <a:close/>
                <a:moveTo>
                  <a:pt x="529392" y="138881"/>
                </a:moveTo>
                <a:cubicBezTo>
                  <a:pt x="529392" y="87745"/>
                  <a:pt x="487487" y="46293"/>
                  <a:pt x="435798" y="46293"/>
                </a:cubicBezTo>
                <a:lnTo>
                  <a:pt x="435798" y="0"/>
                </a:lnTo>
                <a:cubicBezTo>
                  <a:pt x="513332" y="0"/>
                  <a:pt x="576189" y="62178"/>
                  <a:pt x="576189" y="138881"/>
                </a:cubicBezTo>
                <a:lnTo>
                  <a:pt x="529392" y="138881"/>
                </a:lnTo>
                <a:close/>
                <a:moveTo>
                  <a:pt x="669782" y="688611"/>
                </a:moveTo>
                <a:cubicBezTo>
                  <a:pt x="592248" y="688611"/>
                  <a:pt x="529392" y="626431"/>
                  <a:pt x="529392" y="549732"/>
                </a:cubicBezTo>
                <a:lnTo>
                  <a:pt x="576189" y="549732"/>
                </a:lnTo>
                <a:cubicBezTo>
                  <a:pt x="576189" y="600865"/>
                  <a:pt x="618093" y="642318"/>
                  <a:pt x="669782" y="642318"/>
                </a:cubicBezTo>
                <a:lnTo>
                  <a:pt x="669782" y="688611"/>
                </a:lnTo>
                <a:close/>
              </a:path>
            </a:pathLst>
          </a:custGeom>
          <a:solidFill>
            <a:srgbClr val="3B2DDA">
              <a:alpha val="40000"/>
            </a:srgbClr>
          </a:solidFill>
          <a:ln w="4463" cap="flat">
            <a:noFill/>
            <a:prstDash val="solid"/>
            <a:miter/>
          </a:ln>
        </p:spPr>
        <p:txBody>
          <a:bodyPr rtlCol="0" anchor="ctr"/>
          <a:lstStyle/>
          <a:p>
            <a:endParaRPr lang="en-US"/>
          </a:p>
        </p:txBody>
      </p:sp>
      <p:sp>
        <p:nvSpPr>
          <p:cNvPr id="34" name="Freeform 33">
            <a:extLst>
              <a:ext uri="{FF2B5EF4-FFF2-40B4-BE49-F238E27FC236}">
                <a16:creationId xmlns:a16="http://schemas.microsoft.com/office/drawing/2014/main" id="{1FBDE9A3-E17F-B5CA-204E-BBBCE3A59C5D}"/>
              </a:ext>
            </a:extLst>
          </p:cNvPr>
          <p:cNvSpPr/>
          <p:nvPr/>
        </p:nvSpPr>
        <p:spPr>
          <a:xfrm>
            <a:off x="5736679" y="3401695"/>
            <a:ext cx="1191573" cy="688612"/>
          </a:xfrm>
          <a:custGeom>
            <a:avLst/>
            <a:gdLst>
              <a:gd name="connsiteX0" fmla="*/ 1191573 w 1191573"/>
              <a:gd name="connsiteY0" fmla="*/ 0 h 688612"/>
              <a:gd name="connsiteX1" fmla="*/ 673880 w 1191573"/>
              <a:gd name="connsiteY1" fmla="*/ 0 h 688612"/>
              <a:gd name="connsiteX2" fmla="*/ 673880 w 1191573"/>
              <a:gd name="connsiteY2" fmla="*/ 46293 h 688612"/>
              <a:gd name="connsiteX3" fmla="*/ 1191573 w 1191573"/>
              <a:gd name="connsiteY3" fmla="*/ 46293 h 688612"/>
              <a:gd name="connsiteX4" fmla="*/ 1191573 w 1191573"/>
              <a:gd name="connsiteY4" fmla="*/ 0 h 688612"/>
              <a:gd name="connsiteX5" fmla="*/ 533489 w 1191573"/>
              <a:gd name="connsiteY5" fmla="*/ 138879 h 688612"/>
              <a:gd name="connsiteX6" fmla="*/ 533489 w 1191573"/>
              <a:gd name="connsiteY6" fmla="*/ 549734 h 688612"/>
              <a:gd name="connsiteX7" fmla="*/ 580286 w 1191573"/>
              <a:gd name="connsiteY7" fmla="*/ 549734 h 688612"/>
              <a:gd name="connsiteX8" fmla="*/ 580286 w 1191573"/>
              <a:gd name="connsiteY8" fmla="*/ 138879 h 688612"/>
              <a:gd name="connsiteX9" fmla="*/ 533489 w 1191573"/>
              <a:gd name="connsiteY9" fmla="*/ 138879 h 688612"/>
              <a:gd name="connsiteX10" fmla="*/ 439895 w 1191573"/>
              <a:gd name="connsiteY10" fmla="*/ 642320 h 688612"/>
              <a:gd name="connsiteX11" fmla="*/ 0 w 1191573"/>
              <a:gd name="connsiteY11" fmla="*/ 642320 h 688612"/>
              <a:gd name="connsiteX12" fmla="*/ 0 w 1191573"/>
              <a:gd name="connsiteY12" fmla="*/ 688613 h 688612"/>
              <a:gd name="connsiteX13" fmla="*/ 439895 w 1191573"/>
              <a:gd name="connsiteY13" fmla="*/ 688613 h 688612"/>
              <a:gd name="connsiteX14" fmla="*/ 439895 w 1191573"/>
              <a:gd name="connsiteY14" fmla="*/ 642320 h 688612"/>
              <a:gd name="connsiteX15" fmla="*/ 533489 w 1191573"/>
              <a:gd name="connsiteY15" fmla="*/ 549734 h 688612"/>
              <a:gd name="connsiteX16" fmla="*/ 439895 w 1191573"/>
              <a:gd name="connsiteY16" fmla="*/ 642320 h 688612"/>
              <a:gd name="connsiteX17" fmla="*/ 439895 w 1191573"/>
              <a:gd name="connsiteY17" fmla="*/ 688613 h 688612"/>
              <a:gd name="connsiteX18" fmla="*/ 580286 w 1191573"/>
              <a:gd name="connsiteY18" fmla="*/ 549734 h 688612"/>
              <a:gd name="connsiteX19" fmla="*/ 533489 w 1191573"/>
              <a:gd name="connsiteY19" fmla="*/ 549734 h 688612"/>
              <a:gd name="connsiteX20" fmla="*/ 673880 w 1191573"/>
              <a:gd name="connsiteY20" fmla="*/ 0 h 688612"/>
              <a:gd name="connsiteX21" fmla="*/ 533489 w 1191573"/>
              <a:gd name="connsiteY21" fmla="*/ 138879 h 688612"/>
              <a:gd name="connsiteX22" fmla="*/ 580286 w 1191573"/>
              <a:gd name="connsiteY22" fmla="*/ 138879 h 688612"/>
              <a:gd name="connsiteX23" fmla="*/ 673880 w 1191573"/>
              <a:gd name="connsiteY23" fmla="*/ 46293 h 688612"/>
              <a:gd name="connsiteX24" fmla="*/ 673880 w 1191573"/>
              <a:gd name="connsiteY24" fmla="*/ 0 h 6886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1191573" h="688612">
                <a:moveTo>
                  <a:pt x="1191573" y="0"/>
                </a:moveTo>
                <a:lnTo>
                  <a:pt x="673880" y="0"/>
                </a:lnTo>
                <a:lnTo>
                  <a:pt x="673880" y="46293"/>
                </a:lnTo>
                <a:lnTo>
                  <a:pt x="1191573" y="46293"/>
                </a:lnTo>
                <a:lnTo>
                  <a:pt x="1191573" y="0"/>
                </a:lnTo>
                <a:close/>
                <a:moveTo>
                  <a:pt x="533489" y="138879"/>
                </a:moveTo>
                <a:lnTo>
                  <a:pt x="533489" y="549734"/>
                </a:lnTo>
                <a:lnTo>
                  <a:pt x="580286" y="549734"/>
                </a:lnTo>
                <a:lnTo>
                  <a:pt x="580286" y="138879"/>
                </a:lnTo>
                <a:lnTo>
                  <a:pt x="533489" y="138879"/>
                </a:lnTo>
                <a:close/>
                <a:moveTo>
                  <a:pt x="439895" y="642320"/>
                </a:moveTo>
                <a:lnTo>
                  <a:pt x="0" y="642320"/>
                </a:lnTo>
                <a:lnTo>
                  <a:pt x="0" y="688613"/>
                </a:lnTo>
                <a:lnTo>
                  <a:pt x="439895" y="688613"/>
                </a:lnTo>
                <a:lnTo>
                  <a:pt x="439895" y="642320"/>
                </a:lnTo>
                <a:close/>
                <a:moveTo>
                  <a:pt x="533489" y="549734"/>
                </a:moveTo>
                <a:cubicBezTo>
                  <a:pt x="533489" y="600867"/>
                  <a:pt x="491585" y="642320"/>
                  <a:pt x="439895" y="642320"/>
                </a:cubicBezTo>
                <a:lnTo>
                  <a:pt x="439895" y="688613"/>
                </a:lnTo>
                <a:cubicBezTo>
                  <a:pt x="517430" y="688613"/>
                  <a:pt x="580286" y="626434"/>
                  <a:pt x="580286" y="549734"/>
                </a:cubicBezTo>
                <a:lnTo>
                  <a:pt x="533489" y="549734"/>
                </a:lnTo>
                <a:close/>
                <a:moveTo>
                  <a:pt x="673880" y="0"/>
                </a:moveTo>
                <a:cubicBezTo>
                  <a:pt x="596345" y="0"/>
                  <a:pt x="533489" y="62179"/>
                  <a:pt x="533489" y="138879"/>
                </a:cubicBezTo>
                <a:lnTo>
                  <a:pt x="580286" y="138879"/>
                </a:lnTo>
                <a:cubicBezTo>
                  <a:pt x="580286" y="87746"/>
                  <a:pt x="622190" y="46293"/>
                  <a:pt x="673880" y="46293"/>
                </a:cubicBezTo>
                <a:lnTo>
                  <a:pt x="673880" y="0"/>
                </a:lnTo>
                <a:close/>
              </a:path>
            </a:pathLst>
          </a:custGeom>
          <a:solidFill>
            <a:srgbClr val="4322C9">
              <a:alpha val="40000"/>
            </a:srgbClr>
          </a:solidFill>
          <a:ln w="4463" cap="flat">
            <a:noFill/>
            <a:prstDash val="solid"/>
            <a:miter/>
          </a:ln>
        </p:spPr>
        <p:txBody>
          <a:bodyPr rtlCol="0" anchor="ctr"/>
          <a:lstStyle/>
          <a:p>
            <a:endParaRPr lang="en-US"/>
          </a:p>
        </p:txBody>
      </p:sp>
      <p:sp>
        <p:nvSpPr>
          <p:cNvPr id="35" name="Freeform 34">
            <a:extLst>
              <a:ext uri="{FF2B5EF4-FFF2-40B4-BE49-F238E27FC236}">
                <a16:creationId xmlns:a16="http://schemas.microsoft.com/office/drawing/2014/main" id="{E3C5E47D-C0F6-F2FA-87DD-CDB3F3CF65C4}"/>
              </a:ext>
            </a:extLst>
          </p:cNvPr>
          <p:cNvSpPr/>
          <p:nvPr/>
        </p:nvSpPr>
        <p:spPr>
          <a:xfrm>
            <a:off x="6629923" y="3152871"/>
            <a:ext cx="549867" cy="543945"/>
          </a:xfrm>
          <a:custGeom>
            <a:avLst/>
            <a:gdLst>
              <a:gd name="connsiteX0" fmla="*/ 549867 w 549867"/>
              <a:gd name="connsiteY0" fmla="*/ 271973 h 543945"/>
              <a:gd name="connsiteX1" fmla="*/ 274934 w 549867"/>
              <a:gd name="connsiteY1" fmla="*/ 543945 h 543945"/>
              <a:gd name="connsiteX2" fmla="*/ 0 w 549867"/>
              <a:gd name="connsiteY2" fmla="*/ 271973 h 543945"/>
              <a:gd name="connsiteX3" fmla="*/ 274934 w 549867"/>
              <a:gd name="connsiteY3" fmla="*/ 0 h 543945"/>
              <a:gd name="connsiteX4" fmla="*/ 549867 w 549867"/>
              <a:gd name="connsiteY4" fmla="*/ 271973 h 54394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49867" h="543945">
                <a:moveTo>
                  <a:pt x="549867" y="271973"/>
                </a:moveTo>
                <a:cubicBezTo>
                  <a:pt x="549867" y="422179"/>
                  <a:pt x="426775" y="543945"/>
                  <a:pt x="274934" y="543945"/>
                </a:cubicBezTo>
                <a:cubicBezTo>
                  <a:pt x="123092" y="543945"/>
                  <a:pt x="0" y="422179"/>
                  <a:pt x="0" y="271973"/>
                </a:cubicBezTo>
                <a:cubicBezTo>
                  <a:pt x="0" y="121766"/>
                  <a:pt x="123092" y="0"/>
                  <a:pt x="274934" y="0"/>
                </a:cubicBezTo>
                <a:cubicBezTo>
                  <a:pt x="426775" y="0"/>
                  <a:pt x="549867" y="121766"/>
                  <a:pt x="549867" y="271973"/>
                </a:cubicBezTo>
                <a:close/>
              </a:path>
            </a:pathLst>
          </a:custGeom>
          <a:solidFill>
            <a:srgbClr val="3B2DDA"/>
          </a:solidFill>
          <a:ln w="4463" cap="flat">
            <a:noFill/>
            <a:prstDash val="solid"/>
            <a:miter/>
          </a:ln>
        </p:spPr>
        <p:txBody>
          <a:bodyPr rtlCol="0" anchor="ctr"/>
          <a:lstStyle/>
          <a:p>
            <a:endParaRPr lang="en-US"/>
          </a:p>
        </p:txBody>
      </p:sp>
      <p:sp>
        <p:nvSpPr>
          <p:cNvPr id="36" name="Freeform 35">
            <a:extLst>
              <a:ext uri="{FF2B5EF4-FFF2-40B4-BE49-F238E27FC236}">
                <a16:creationId xmlns:a16="http://schemas.microsoft.com/office/drawing/2014/main" id="{5C576302-C0C5-D7AB-E608-42FA0F753E94}"/>
              </a:ext>
            </a:extLst>
          </p:cNvPr>
          <p:cNvSpPr/>
          <p:nvPr/>
        </p:nvSpPr>
        <p:spPr>
          <a:xfrm>
            <a:off x="6759046" y="3304759"/>
            <a:ext cx="101476" cy="106982"/>
          </a:xfrm>
          <a:custGeom>
            <a:avLst/>
            <a:gdLst>
              <a:gd name="connsiteX0" fmla="*/ 65189 w 101476"/>
              <a:gd name="connsiteY0" fmla="*/ 0 h 106982"/>
              <a:gd name="connsiteX1" fmla="*/ 0 w 101476"/>
              <a:gd name="connsiteY1" fmla="*/ 106983 h 106982"/>
              <a:gd name="connsiteX2" fmla="*/ 43504 w 101476"/>
              <a:gd name="connsiteY2" fmla="*/ 82181 h 106982"/>
              <a:gd name="connsiteX3" fmla="*/ 101476 w 101476"/>
              <a:gd name="connsiteY3" fmla="*/ 20647 h 106982"/>
              <a:gd name="connsiteX4" fmla="*/ 65189 w 101476"/>
              <a:gd name="connsiteY4" fmla="*/ 0 h 10698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1476" h="106982">
                <a:moveTo>
                  <a:pt x="65189" y="0"/>
                </a:moveTo>
                <a:cubicBezTo>
                  <a:pt x="29312" y="23648"/>
                  <a:pt x="4500" y="62374"/>
                  <a:pt x="0" y="106983"/>
                </a:cubicBezTo>
                <a:lnTo>
                  <a:pt x="43504" y="82181"/>
                </a:lnTo>
                <a:cubicBezTo>
                  <a:pt x="53964" y="54957"/>
                  <a:pt x="74907" y="32860"/>
                  <a:pt x="101476" y="20647"/>
                </a:cubicBezTo>
                <a:lnTo>
                  <a:pt x="65189" y="0"/>
                </a:lnTo>
                <a:close/>
              </a:path>
            </a:pathLst>
          </a:custGeom>
          <a:solidFill>
            <a:srgbClr val="FFFFFF"/>
          </a:solidFill>
          <a:ln w="4463" cap="flat">
            <a:noFill/>
            <a:prstDash val="solid"/>
            <a:miter/>
          </a:ln>
        </p:spPr>
        <p:txBody>
          <a:bodyPr rtlCol="0" anchor="ctr"/>
          <a:lstStyle/>
          <a:p>
            <a:endParaRPr lang="en-US"/>
          </a:p>
        </p:txBody>
      </p:sp>
      <p:sp>
        <p:nvSpPr>
          <p:cNvPr id="37" name="Freeform 36">
            <a:extLst>
              <a:ext uri="{FF2B5EF4-FFF2-40B4-BE49-F238E27FC236}">
                <a16:creationId xmlns:a16="http://schemas.microsoft.com/office/drawing/2014/main" id="{BC35ED5A-C8E9-13A1-2904-A0C0E911C23D}"/>
              </a:ext>
            </a:extLst>
          </p:cNvPr>
          <p:cNvSpPr/>
          <p:nvPr/>
        </p:nvSpPr>
        <p:spPr>
          <a:xfrm>
            <a:off x="6758617" y="3414562"/>
            <a:ext cx="61278" cy="130458"/>
          </a:xfrm>
          <a:custGeom>
            <a:avLst/>
            <a:gdLst>
              <a:gd name="connsiteX0" fmla="*/ 61279 w 61278"/>
              <a:gd name="connsiteY0" fmla="*/ 81292 h 130458"/>
              <a:gd name="connsiteX1" fmla="*/ 36623 w 61278"/>
              <a:gd name="connsiteY1" fmla="*/ 11859 h 130458"/>
              <a:gd name="connsiteX2" fmla="*/ 37275 w 61278"/>
              <a:gd name="connsiteY2" fmla="*/ 0 h 130458"/>
              <a:gd name="connsiteX3" fmla="*/ 0 w 61278"/>
              <a:gd name="connsiteY3" fmla="*/ 21230 h 130458"/>
              <a:gd name="connsiteX4" fmla="*/ 61279 w 61278"/>
              <a:gd name="connsiteY4" fmla="*/ 130458 h 130458"/>
              <a:gd name="connsiteX5" fmla="*/ 61279 w 61278"/>
              <a:gd name="connsiteY5" fmla="*/ 81292 h 1304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61278" h="130458">
                <a:moveTo>
                  <a:pt x="61279" y="81292"/>
                </a:moveTo>
                <a:cubicBezTo>
                  <a:pt x="45868" y="62241"/>
                  <a:pt x="36623" y="38129"/>
                  <a:pt x="36623" y="11859"/>
                </a:cubicBezTo>
                <a:cubicBezTo>
                  <a:pt x="36623" y="7859"/>
                  <a:pt x="36846" y="3907"/>
                  <a:pt x="37275" y="0"/>
                </a:cubicBezTo>
                <a:lnTo>
                  <a:pt x="0" y="21230"/>
                </a:lnTo>
                <a:cubicBezTo>
                  <a:pt x="2904" y="66193"/>
                  <a:pt x="26408" y="105608"/>
                  <a:pt x="61279" y="130458"/>
                </a:cubicBezTo>
                <a:lnTo>
                  <a:pt x="61279" y="81292"/>
                </a:lnTo>
                <a:close/>
              </a:path>
            </a:pathLst>
          </a:custGeom>
          <a:solidFill>
            <a:srgbClr val="FFFFFF"/>
          </a:solidFill>
          <a:ln w="4463" cap="flat">
            <a:noFill/>
            <a:prstDash val="solid"/>
            <a:miter/>
          </a:ln>
        </p:spPr>
        <p:txBody>
          <a:bodyPr rtlCol="0" anchor="ctr"/>
          <a:lstStyle/>
          <a:p>
            <a:endParaRPr lang="en-US"/>
          </a:p>
        </p:txBody>
      </p:sp>
      <p:sp>
        <p:nvSpPr>
          <p:cNvPr id="38" name="Freeform 37">
            <a:extLst>
              <a:ext uri="{FF2B5EF4-FFF2-40B4-BE49-F238E27FC236}">
                <a16:creationId xmlns:a16="http://schemas.microsoft.com/office/drawing/2014/main" id="{0AAE7B8D-1AC8-7B06-4B6A-C6C1E98D97D2}"/>
              </a:ext>
            </a:extLst>
          </p:cNvPr>
          <p:cNvSpPr/>
          <p:nvPr/>
        </p:nvSpPr>
        <p:spPr>
          <a:xfrm>
            <a:off x="6840794" y="3515776"/>
            <a:ext cx="126512" cy="56755"/>
          </a:xfrm>
          <a:custGeom>
            <a:avLst/>
            <a:gdLst>
              <a:gd name="connsiteX0" fmla="*/ 85457 w 126512"/>
              <a:gd name="connsiteY0" fmla="*/ 20497 h 56755"/>
              <a:gd name="connsiteX1" fmla="*/ 67235 w 126512"/>
              <a:gd name="connsiteY1" fmla="*/ 21960 h 56755"/>
              <a:gd name="connsiteX2" fmla="*/ 0 w 126512"/>
              <a:gd name="connsiteY2" fmla="*/ 0 h 56755"/>
              <a:gd name="connsiteX3" fmla="*/ 0 w 126512"/>
              <a:gd name="connsiteY3" fmla="*/ 41634 h 56755"/>
              <a:gd name="connsiteX4" fmla="*/ 65618 w 126512"/>
              <a:gd name="connsiteY4" fmla="*/ 56756 h 56755"/>
              <a:gd name="connsiteX5" fmla="*/ 126512 w 126512"/>
              <a:gd name="connsiteY5" fmla="*/ 43853 h 56755"/>
              <a:gd name="connsiteX6" fmla="*/ 85479 w 126512"/>
              <a:gd name="connsiteY6" fmla="*/ 20470 h 56755"/>
              <a:gd name="connsiteX7" fmla="*/ 85457 w 126512"/>
              <a:gd name="connsiteY7" fmla="*/ 20497 h 5675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6512" h="56755">
                <a:moveTo>
                  <a:pt x="85457" y="20497"/>
                </a:moveTo>
                <a:cubicBezTo>
                  <a:pt x="79519" y="21451"/>
                  <a:pt x="73446" y="21960"/>
                  <a:pt x="67235" y="21960"/>
                </a:cubicBezTo>
                <a:cubicBezTo>
                  <a:pt x="42043" y="21960"/>
                  <a:pt x="18758" y="13787"/>
                  <a:pt x="0" y="0"/>
                </a:cubicBezTo>
                <a:lnTo>
                  <a:pt x="0" y="41634"/>
                </a:lnTo>
                <a:cubicBezTo>
                  <a:pt x="19773" y="51292"/>
                  <a:pt x="42043" y="56756"/>
                  <a:pt x="65618" y="56756"/>
                </a:cubicBezTo>
                <a:cubicBezTo>
                  <a:pt x="87325" y="56756"/>
                  <a:pt x="107928" y="52136"/>
                  <a:pt x="126512" y="43853"/>
                </a:cubicBezTo>
                <a:lnTo>
                  <a:pt x="85479" y="20470"/>
                </a:lnTo>
                <a:lnTo>
                  <a:pt x="85457" y="20497"/>
                </a:lnTo>
                <a:close/>
              </a:path>
            </a:pathLst>
          </a:custGeom>
          <a:solidFill>
            <a:srgbClr val="FFFFFF"/>
          </a:solidFill>
          <a:ln w="4463" cap="flat">
            <a:noFill/>
            <a:prstDash val="solid"/>
            <a:miter/>
          </a:ln>
        </p:spPr>
        <p:txBody>
          <a:bodyPr rtlCol="0" anchor="ctr"/>
          <a:lstStyle/>
          <a:p>
            <a:endParaRPr lang="en-US"/>
          </a:p>
        </p:txBody>
      </p:sp>
      <p:sp>
        <p:nvSpPr>
          <p:cNvPr id="39" name="Freeform 38">
            <a:extLst>
              <a:ext uri="{FF2B5EF4-FFF2-40B4-BE49-F238E27FC236}">
                <a16:creationId xmlns:a16="http://schemas.microsoft.com/office/drawing/2014/main" id="{A539908D-FFDF-46DA-EEAA-B46654242AE3}"/>
              </a:ext>
            </a:extLst>
          </p:cNvPr>
          <p:cNvSpPr/>
          <p:nvPr/>
        </p:nvSpPr>
        <p:spPr>
          <a:xfrm>
            <a:off x="6953780" y="3440964"/>
            <a:ext cx="99965" cy="107009"/>
          </a:xfrm>
          <a:custGeom>
            <a:avLst/>
            <a:gdLst>
              <a:gd name="connsiteX0" fmla="*/ 60622 w 99965"/>
              <a:gd name="connsiteY0" fmla="*/ 22428 h 107009"/>
              <a:gd name="connsiteX1" fmla="*/ 0 w 99965"/>
              <a:gd name="connsiteY1" fmla="*/ 87180 h 107009"/>
              <a:gd name="connsiteX2" fmla="*/ 34777 w 99965"/>
              <a:gd name="connsiteY2" fmla="*/ 107009 h 107009"/>
              <a:gd name="connsiteX3" fmla="*/ 99966 w 99965"/>
              <a:gd name="connsiteY3" fmla="*/ 0 h 107009"/>
              <a:gd name="connsiteX4" fmla="*/ 60622 w 99965"/>
              <a:gd name="connsiteY4" fmla="*/ 22428 h 10700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9965" h="107009">
                <a:moveTo>
                  <a:pt x="60622" y="22428"/>
                </a:moveTo>
                <a:cubicBezTo>
                  <a:pt x="50300" y="51363"/>
                  <a:pt x="28209" y="74808"/>
                  <a:pt x="0" y="87180"/>
                </a:cubicBezTo>
                <a:lnTo>
                  <a:pt x="34777" y="107009"/>
                </a:lnTo>
                <a:cubicBezTo>
                  <a:pt x="70658" y="83339"/>
                  <a:pt x="95466" y="44609"/>
                  <a:pt x="99966" y="0"/>
                </a:cubicBezTo>
                <a:lnTo>
                  <a:pt x="60622" y="22428"/>
                </a:lnTo>
                <a:close/>
              </a:path>
            </a:pathLst>
          </a:custGeom>
          <a:solidFill>
            <a:srgbClr val="FFFFFF"/>
          </a:solidFill>
          <a:ln w="4463" cap="flat">
            <a:noFill/>
            <a:prstDash val="solid"/>
            <a:miter/>
          </a:ln>
        </p:spPr>
        <p:txBody>
          <a:bodyPr rtlCol="0" anchor="ctr"/>
          <a:lstStyle/>
          <a:p>
            <a:endParaRPr lang="en-US"/>
          </a:p>
        </p:txBody>
      </p:sp>
      <p:sp>
        <p:nvSpPr>
          <p:cNvPr id="40" name="Freeform 39">
            <a:extLst>
              <a:ext uri="{FF2B5EF4-FFF2-40B4-BE49-F238E27FC236}">
                <a16:creationId xmlns:a16="http://schemas.microsoft.com/office/drawing/2014/main" id="{55A0BD95-A0C0-FBB7-F88E-5BCC3A826CC8}"/>
              </a:ext>
            </a:extLst>
          </p:cNvPr>
          <p:cNvSpPr/>
          <p:nvPr/>
        </p:nvSpPr>
        <p:spPr>
          <a:xfrm>
            <a:off x="6992878" y="3307712"/>
            <a:ext cx="61296" cy="128478"/>
          </a:xfrm>
          <a:custGeom>
            <a:avLst/>
            <a:gdLst>
              <a:gd name="connsiteX0" fmla="*/ 61297 w 61296"/>
              <a:gd name="connsiteY0" fmla="*/ 109206 h 128478"/>
              <a:gd name="connsiteX1" fmla="*/ 0 w 61296"/>
              <a:gd name="connsiteY1" fmla="*/ 0 h 128478"/>
              <a:gd name="connsiteX2" fmla="*/ 0 w 61296"/>
              <a:gd name="connsiteY2" fmla="*/ 45409 h 128478"/>
              <a:gd name="connsiteX3" fmla="*/ 27914 w 61296"/>
              <a:gd name="connsiteY3" fmla="*/ 118687 h 128478"/>
              <a:gd name="connsiteX4" fmla="*/ 27467 w 61296"/>
              <a:gd name="connsiteY4" fmla="*/ 128478 h 128478"/>
              <a:gd name="connsiteX5" fmla="*/ 61297 w 61296"/>
              <a:gd name="connsiteY5" fmla="*/ 109206 h 1284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61296" h="128478">
                <a:moveTo>
                  <a:pt x="61297" y="109206"/>
                </a:moveTo>
                <a:cubicBezTo>
                  <a:pt x="58397" y="64261"/>
                  <a:pt x="34889" y="24824"/>
                  <a:pt x="0" y="0"/>
                </a:cubicBezTo>
                <a:lnTo>
                  <a:pt x="0" y="45409"/>
                </a:lnTo>
                <a:cubicBezTo>
                  <a:pt x="17364" y="64995"/>
                  <a:pt x="27914" y="90619"/>
                  <a:pt x="27914" y="118687"/>
                </a:cubicBezTo>
                <a:cubicBezTo>
                  <a:pt x="27914" y="121994"/>
                  <a:pt x="27735" y="125260"/>
                  <a:pt x="27467" y="128478"/>
                </a:cubicBezTo>
                <a:lnTo>
                  <a:pt x="61297" y="109206"/>
                </a:lnTo>
                <a:close/>
              </a:path>
            </a:pathLst>
          </a:custGeom>
          <a:solidFill>
            <a:srgbClr val="FFFFFF"/>
          </a:solidFill>
          <a:ln w="4463" cap="flat">
            <a:noFill/>
            <a:prstDash val="solid"/>
            <a:miter/>
          </a:ln>
        </p:spPr>
        <p:txBody>
          <a:bodyPr rtlCol="0" anchor="ctr"/>
          <a:lstStyle/>
          <a:p>
            <a:endParaRPr lang="en-US"/>
          </a:p>
        </p:txBody>
      </p:sp>
      <p:sp>
        <p:nvSpPr>
          <p:cNvPr id="41" name="Freeform 40">
            <a:extLst>
              <a:ext uri="{FF2B5EF4-FFF2-40B4-BE49-F238E27FC236}">
                <a16:creationId xmlns:a16="http://schemas.microsoft.com/office/drawing/2014/main" id="{0608AD32-3F54-6271-EA81-8535A7B5A095}"/>
              </a:ext>
            </a:extLst>
          </p:cNvPr>
          <p:cNvSpPr/>
          <p:nvPr/>
        </p:nvSpPr>
        <p:spPr>
          <a:xfrm>
            <a:off x="6845517" y="3280174"/>
            <a:ext cx="126489" cy="54580"/>
          </a:xfrm>
          <a:custGeom>
            <a:avLst/>
            <a:gdLst>
              <a:gd name="connsiteX0" fmla="*/ 60872 w 126489"/>
              <a:gd name="connsiteY0" fmla="*/ 0 h 54580"/>
              <a:gd name="connsiteX1" fmla="*/ 0 w 126489"/>
              <a:gd name="connsiteY1" fmla="*/ 12903 h 54580"/>
              <a:gd name="connsiteX2" fmla="*/ 41909 w 126489"/>
              <a:gd name="connsiteY2" fmla="*/ 36794 h 54580"/>
              <a:gd name="connsiteX3" fmla="*/ 62512 w 126489"/>
              <a:gd name="connsiteY3" fmla="*/ 34906 h 54580"/>
              <a:gd name="connsiteX4" fmla="*/ 126490 w 126489"/>
              <a:gd name="connsiteY4" fmla="*/ 54581 h 54580"/>
              <a:gd name="connsiteX5" fmla="*/ 126490 w 126489"/>
              <a:gd name="connsiteY5" fmla="*/ 15122 h 54580"/>
              <a:gd name="connsiteX6" fmla="*/ 60872 w 126489"/>
              <a:gd name="connsiteY6" fmla="*/ 0 h 545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6489" h="54580">
                <a:moveTo>
                  <a:pt x="60872" y="0"/>
                </a:moveTo>
                <a:cubicBezTo>
                  <a:pt x="39165" y="0"/>
                  <a:pt x="18557" y="4619"/>
                  <a:pt x="0" y="12903"/>
                </a:cubicBezTo>
                <a:lnTo>
                  <a:pt x="41909" y="36794"/>
                </a:lnTo>
                <a:cubicBezTo>
                  <a:pt x="48589" y="35574"/>
                  <a:pt x="55470" y="34906"/>
                  <a:pt x="62512" y="34906"/>
                </a:cubicBezTo>
                <a:cubicBezTo>
                  <a:pt x="86288" y="34906"/>
                  <a:pt x="108313" y="42191"/>
                  <a:pt x="126490" y="54581"/>
                </a:cubicBezTo>
                <a:lnTo>
                  <a:pt x="126490" y="15122"/>
                </a:lnTo>
                <a:cubicBezTo>
                  <a:pt x="106717" y="5441"/>
                  <a:pt x="84447" y="0"/>
                  <a:pt x="60872" y="0"/>
                </a:cubicBezTo>
                <a:close/>
              </a:path>
            </a:pathLst>
          </a:custGeom>
          <a:solidFill>
            <a:srgbClr val="FFFFFF"/>
          </a:solidFill>
          <a:ln w="4463" cap="flat">
            <a:noFill/>
            <a:prstDash val="solid"/>
            <a:miter/>
          </a:ln>
        </p:spPr>
        <p:txBody>
          <a:bodyPr rtlCol="0" anchor="ctr"/>
          <a:lstStyle/>
          <a:p>
            <a:endParaRPr lang="en-US"/>
          </a:p>
        </p:txBody>
      </p:sp>
      <p:sp>
        <p:nvSpPr>
          <p:cNvPr id="42" name="Rectangle 41">
            <a:extLst>
              <a:ext uri="{FF2B5EF4-FFF2-40B4-BE49-F238E27FC236}">
                <a16:creationId xmlns:a16="http://schemas.microsoft.com/office/drawing/2014/main" id="{D46136CE-8B14-E47E-3D8E-BA87F6A31EEB}"/>
              </a:ext>
            </a:extLst>
          </p:cNvPr>
          <p:cNvSpPr/>
          <p:nvPr/>
        </p:nvSpPr>
        <p:spPr>
          <a:xfrm>
            <a:off x="5302052" y="2815511"/>
            <a:ext cx="273024" cy="270084"/>
          </a:xfrm>
          <a:prstGeom prst="rect">
            <a:avLst/>
          </a:prstGeom>
          <a:noFill/>
          <a:ln w="12700" cap="flat">
            <a:solidFill>
              <a:schemeClr val="bg1">
                <a:lumMod val="75000"/>
              </a:schemeClr>
            </a:solidFill>
            <a:prstDash val="solid"/>
            <a:miter/>
          </a:ln>
        </p:spPr>
        <p:txBody>
          <a:bodyPr rtlCol="0" anchor="ctr"/>
          <a:lstStyle/>
          <a:p>
            <a:endParaRPr lang="en-US"/>
          </a:p>
        </p:txBody>
      </p:sp>
      <p:sp>
        <p:nvSpPr>
          <p:cNvPr id="43" name="Freeform 42">
            <a:extLst>
              <a:ext uri="{FF2B5EF4-FFF2-40B4-BE49-F238E27FC236}">
                <a16:creationId xmlns:a16="http://schemas.microsoft.com/office/drawing/2014/main" id="{7388F43E-A8CE-D6EE-680A-324D4F57A360}"/>
              </a:ext>
            </a:extLst>
          </p:cNvPr>
          <p:cNvSpPr/>
          <p:nvPr/>
        </p:nvSpPr>
        <p:spPr>
          <a:xfrm>
            <a:off x="5450705" y="2981936"/>
            <a:ext cx="51385" cy="4420"/>
          </a:xfrm>
          <a:custGeom>
            <a:avLst/>
            <a:gdLst>
              <a:gd name="connsiteX0" fmla="*/ 0 w 51385"/>
              <a:gd name="connsiteY0" fmla="*/ 0 h 4420"/>
              <a:gd name="connsiteX1" fmla="*/ 51386 w 51385"/>
              <a:gd name="connsiteY1" fmla="*/ 0 h 4420"/>
            </a:gdLst>
            <a:ahLst/>
            <a:cxnLst>
              <a:cxn ang="0">
                <a:pos x="connsiteX0" y="connsiteY0"/>
              </a:cxn>
              <a:cxn ang="0">
                <a:pos x="connsiteX1" y="connsiteY1"/>
              </a:cxn>
            </a:cxnLst>
            <a:rect l="l" t="t" r="r" b="b"/>
            <a:pathLst>
              <a:path w="51385" h="4420">
                <a:moveTo>
                  <a:pt x="0" y="0"/>
                </a:moveTo>
                <a:lnTo>
                  <a:pt x="51386" y="0"/>
                </a:lnTo>
              </a:path>
            </a:pathLst>
          </a:custGeom>
          <a:noFill/>
          <a:ln w="13387" cap="rnd">
            <a:solidFill>
              <a:schemeClr val="tx1"/>
            </a:solidFill>
            <a:prstDash val="solid"/>
            <a:miter/>
          </a:ln>
        </p:spPr>
        <p:txBody>
          <a:bodyPr rtlCol="0" anchor="ctr"/>
          <a:lstStyle/>
          <a:p>
            <a:endParaRPr lang="en-US"/>
          </a:p>
        </p:txBody>
      </p:sp>
      <p:sp>
        <p:nvSpPr>
          <p:cNvPr id="44" name="Freeform 43">
            <a:extLst>
              <a:ext uri="{FF2B5EF4-FFF2-40B4-BE49-F238E27FC236}">
                <a16:creationId xmlns:a16="http://schemas.microsoft.com/office/drawing/2014/main" id="{429EBF3E-DF9B-8022-BFD7-373104A1D85F}"/>
              </a:ext>
            </a:extLst>
          </p:cNvPr>
          <p:cNvSpPr/>
          <p:nvPr/>
        </p:nvSpPr>
        <p:spPr>
          <a:xfrm>
            <a:off x="5450705" y="2999617"/>
            <a:ext cx="51385" cy="4420"/>
          </a:xfrm>
          <a:custGeom>
            <a:avLst/>
            <a:gdLst>
              <a:gd name="connsiteX0" fmla="*/ 0 w 51385"/>
              <a:gd name="connsiteY0" fmla="*/ 0 h 4420"/>
              <a:gd name="connsiteX1" fmla="*/ 51386 w 51385"/>
              <a:gd name="connsiteY1" fmla="*/ 0 h 4420"/>
            </a:gdLst>
            <a:ahLst/>
            <a:cxnLst>
              <a:cxn ang="0">
                <a:pos x="connsiteX0" y="connsiteY0"/>
              </a:cxn>
              <a:cxn ang="0">
                <a:pos x="connsiteX1" y="connsiteY1"/>
              </a:cxn>
            </a:cxnLst>
            <a:rect l="l" t="t" r="r" b="b"/>
            <a:pathLst>
              <a:path w="51385" h="4420">
                <a:moveTo>
                  <a:pt x="0" y="0"/>
                </a:moveTo>
                <a:lnTo>
                  <a:pt x="51386" y="0"/>
                </a:lnTo>
              </a:path>
            </a:pathLst>
          </a:custGeom>
          <a:noFill/>
          <a:ln w="13387" cap="rnd">
            <a:solidFill>
              <a:schemeClr val="tx1"/>
            </a:solidFill>
            <a:prstDash val="solid"/>
            <a:miter/>
          </a:ln>
        </p:spPr>
        <p:txBody>
          <a:bodyPr rtlCol="0" anchor="ctr"/>
          <a:lstStyle/>
          <a:p>
            <a:endParaRPr lang="en-US"/>
          </a:p>
        </p:txBody>
      </p:sp>
      <p:sp>
        <p:nvSpPr>
          <p:cNvPr id="45" name="Freeform 44">
            <a:extLst>
              <a:ext uri="{FF2B5EF4-FFF2-40B4-BE49-F238E27FC236}">
                <a16:creationId xmlns:a16="http://schemas.microsoft.com/office/drawing/2014/main" id="{A7521C0E-C4EF-A3E7-298F-702DD4812228}"/>
              </a:ext>
            </a:extLst>
          </p:cNvPr>
          <p:cNvSpPr/>
          <p:nvPr/>
        </p:nvSpPr>
        <p:spPr>
          <a:xfrm>
            <a:off x="5450705" y="3017298"/>
            <a:ext cx="51385" cy="4420"/>
          </a:xfrm>
          <a:custGeom>
            <a:avLst/>
            <a:gdLst>
              <a:gd name="connsiteX0" fmla="*/ 0 w 51385"/>
              <a:gd name="connsiteY0" fmla="*/ 0 h 4420"/>
              <a:gd name="connsiteX1" fmla="*/ 51386 w 51385"/>
              <a:gd name="connsiteY1" fmla="*/ 0 h 4420"/>
            </a:gdLst>
            <a:ahLst/>
            <a:cxnLst>
              <a:cxn ang="0">
                <a:pos x="connsiteX0" y="connsiteY0"/>
              </a:cxn>
              <a:cxn ang="0">
                <a:pos x="connsiteX1" y="connsiteY1"/>
              </a:cxn>
            </a:cxnLst>
            <a:rect l="l" t="t" r="r" b="b"/>
            <a:pathLst>
              <a:path w="51385" h="4420">
                <a:moveTo>
                  <a:pt x="0" y="0"/>
                </a:moveTo>
                <a:lnTo>
                  <a:pt x="51386" y="0"/>
                </a:lnTo>
              </a:path>
            </a:pathLst>
          </a:custGeom>
          <a:noFill/>
          <a:ln w="13387" cap="rnd">
            <a:solidFill>
              <a:schemeClr val="tx1"/>
            </a:solidFill>
            <a:prstDash val="solid"/>
            <a:miter/>
          </a:ln>
        </p:spPr>
        <p:txBody>
          <a:bodyPr rtlCol="0" anchor="ctr"/>
          <a:lstStyle/>
          <a:p>
            <a:endParaRPr lang="en-US"/>
          </a:p>
        </p:txBody>
      </p:sp>
      <p:sp>
        <p:nvSpPr>
          <p:cNvPr id="46" name="Freeform 45">
            <a:extLst>
              <a:ext uri="{FF2B5EF4-FFF2-40B4-BE49-F238E27FC236}">
                <a16:creationId xmlns:a16="http://schemas.microsoft.com/office/drawing/2014/main" id="{EB60A2D9-A7F5-CFFF-3B3E-FB6A7FD9053B}"/>
              </a:ext>
            </a:extLst>
          </p:cNvPr>
          <p:cNvSpPr/>
          <p:nvPr/>
        </p:nvSpPr>
        <p:spPr>
          <a:xfrm>
            <a:off x="5369900" y="2888745"/>
            <a:ext cx="130328" cy="128924"/>
          </a:xfrm>
          <a:custGeom>
            <a:avLst/>
            <a:gdLst>
              <a:gd name="connsiteX0" fmla="*/ 45617 w 130328"/>
              <a:gd name="connsiteY0" fmla="*/ 128925 h 128924"/>
              <a:gd name="connsiteX1" fmla="*/ 32583 w 130328"/>
              <a:gd name="connsiteY1" fmla="*/ 128925 h 128924"/>
              <a:gd name="connsiteX2" fmla="*/ 0 w 130328"/>
              <a:gd name="connsiteY2" fmla="*/ 96692 h 128924"/>
              <a:gd name="connsiteX3" fmla="*/ 0 w 130328"/>
              <a:gd name="connsiteY3" fmla="*/ 32232 h 128924"/>
              <a:gd name="connsiteX4" fmla="*/ 32583 w 130328"/>
              <a:gd name="connsiteY4" fmla="*/ 0 h 128924"/>
              <a:gd name="connsiteX5" fmla="*/ 42355 w 130328"/>
              <a:gd name="connsiteY5" fmla="*/ 0 h 128924"/>
              <a:gd name="connsiteX6" fmla="*/ 57999 w 130328"/>
              <a:gd name="connsiteY6" fmla="*/ 7735 h 128924"/>
              <a:gd name="connsiteX7" fmla="*/ 67771 w 130328"/>
              <a:gd name="connsiteY7" fmla="*/ 20629 h 128924"/>
              <a:gd name="connsiteX8" fmla="*/ 78196 w 130328"/>
              <a:gd name="connsiteY8" fmla="*/ 25783 h 128924"/>
              <a:gd name="connsiteX9" fmla="*/ 97745 w 130328"/>
              <a:gd name="connsiteY9" fmla="*/ 25783 h 128924"/>
              <a:gd name="connsiteX10" fmla="*/ 130328 w 130328"/>
              <a:gd name="connsiteY10" fmla="*/ 58015 h 128924"/>
              <a:gd name="connsiteX11" fmla="*/ 130328 w 130328"/>
              <a:gd name="connsiteY11" fmla="*/ 70909 h 12892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30328" h="128924">
                <a:moveTo>
                  <a:pt x="45617" y="128925"/>
                </a:moveTo>
                <a:lnTo>
                  <a:pt x="32583" y="128925"/>
                </a:lnTo>
                <a:cubicBezTo>
                  <a:pt x="6519" y="128925"/>
                  <a:pt x="0" y="122475"/>
                  <a:pt x="0" y="96692"/>
                </a:cubicBezTo>
                <a:lnTo>
                  <a:pt x="0" y="32232"/>
                </a:lnTo>
                <a:cubicBezTo>
                  <a:pt x="0" y="6445"/>
                  <a:pt x="6519" y="0"/>
                  <a:pt x="32583" y="0"/>
                </a:cubicBezTo>
                <a:lnTo>
                  <a:pt x="42355" y="0"/>
                </a:lnTo>
                <a:cubicBezTo>
                  <a:pt x="52132" y="0"/>
                  <a:pt x="54281" y="2838"/>
                  <a:pt x="57999" y="7735"/>
                </a:cubicBezTo>
                <a:lnTo>
                  <a:pt x="67771" y="20629"/>
                </a:lnTo>
                <a:cubicBezTo>
                  <a:pt x="70247" y="23851"/>
                  <a:pt x="71681" y="25783"/>
                  <a:pt x="78196" y="25783"/>
                </a:cubicBezTo>
                <a:lnTo>
                  <a:pt x="97745" y="25783"/>
                </a:lnTo>
                <a:cubicBezTo>
                  <a:pt x="123813" y="25783"/>
                  <a:pt x="130328" y="32232"/>
                  <a:pt x="130328" y="58015"/>
                </a:cubicBezTo>
                <a:lnTo>
                  <a:pt x="130328" y="70909"/>
                </a:lnTo>
              </a:path>
            </a:pathLst>
          </a:custGeom>
          <a:noFill/>
          <a:ln w="13387" cap="rnd">
            <a:solidFill>
              <a:schemeClr val="tx1"/>
            </a:solidFill>
            <a:prstDash val="solid"/>
            <a:round/>
          </a:ln>
        </p:spPr>
        <p:txBody>
          <a:bodyPr rtlCol="0" anchor="ctr"/>
          <a:lstStyle/>
          <a:p>
            <a:endParaRPr lang="en-US"/>
          </a:p>
        </p:txBody>
      </p:sp>
      <p:sp>
        <p:nvSpPr>
          <p:cNvPr id="47" name="Rectangle 46">
            <a:extLst>
              <a:ext uri="{FF2B5EF4-FFF2-40B4-BE49-F238E27FC236}">
                <a16:creationId xmlns:a16="http://schemas.microsoft.com/office/drawing/2014/main" id="{9AC1F64C-5809-4CF5-B362-87964781F009}"/>
              </a:ext>
            </a:extLst>
          </p:cNvPr>
          <p:cNvSpPr/>
          <p:nvPr/>
        </p:nvSpPr>
        <p:spPr>
          <a:xfrm>
            <a:off x="5303248" y="3475189"/>
            <a:ext cx="273026" cy="270084"/>
          </a:xfrm>
          <a:prstGeom prst="rect">
            <a:avLst/>
          </a:prstGeom>
          <a:noFill/>
          <a:ln w="12700" cap="flat">
            <a:solidFill>
              <a:schemeClr val="bg1">
                <a:lumMod val="75000"/>
              </a:schemeClr>
            </a:solidFill>
            <a:prstDash val="solid"/>
            <a:miter/>
          </a:ln>
        </p:spPr>
        <p:txBody>
          <a:bodyPr rtlCol="0" anchor="ctr"/>
          <a:lstStyle/>
          <a:p>
            <a:endParaRPr lang="en-US"/>
          </a:p>
        </p:txBody>
      </p:sp>
      <p:sp>
        <p:nvSpPr>
          <p:cNvPr id="48" name="Freeform 47">
            <a:extLst>
              <a:ext uri="{FF2B5EF4-FFF2-40B4-BE49-F238E27FC236}">
                <a16:creationId xmlns:a16="http://schemas.microsoft.com/office/drawing/2014/main" id="{AAC01BC1-FF59-E7D9-D40C-F835CA73428E}"/>
              </a:ext>
            </a:extLst>
          </p:cNvPr>
          <p:cNvSpPr/>
          <p:nvPr/>
        </p:nvSpPr>
        <p:spPr>
          <a:xfrm>
            <a:off x="5419985" y="3592479"/>
            <a:ext cx="39098" cy="38676"/>
          </a:xfrm>
          <a:custGeom>
            <a:avLst/>
            <a:gdLst>
              <a:gd name="connsiteX0" fmla="*/ 19549 w 39098"/>
              <a:gd name="connsiteY0" fmla="*/ 38677 h 38676"/>
              <a:gd name="connsiteX1" fmla="*/ 39098 w 39098"/>
              <a:gd name="connsiteY1" fmla="*/ 19338 h 38676"/>
              <a:gd name="connsiteX2" fmla="*/ 19549 w 39098"/>
              <a:gd name="connsiteY2" fmla="*/ 0 h 38676"/>
              <a:gd name="connsiteX3" fmla="*/ 0 w 39098"/>
              <a:gd name="connsiteY3" fmla="*/ 19338 h 38676"/>
              <a:gd name="connsiteX4" fmla="*/ 19549 w 39098"/>
              <a:gd name="connsiteY4" fmla="*/ 38677 h 3867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9098" h="38676">
                <a:moveTo>
                  <a:pt x="19549" y="38677"/>
                </a:moveTo>
                <a:cubicBezTo>
                  <a:pt x="30345" y="38677"/>
                  <a:pt x="39098" y="30018"/>
                  <a:pt x="39098" y="19338"/>
                </a:cubicBezTo>
                <a:cubicBezTo>
                  <a:pt x="39098" y="8659"/>
                  <a:pt x="30345" y="0"/>
                  <a:pt x="19549" y="0"/>
                </a:cubicBezTo>
                <a:cubicBezTo>
                  <a:pt x="8749" y="0"/>
                  <a:pt x="0" y="8659"/>
                  <a:pt x="0" y="19338"/>
                </a:cubicBezTo>
                <a:cubicBezTo>
                  <a:pt x="0" y="30018"/>
                  <a:pt x="8749" y="38677"/>
                  <a:pt x="19549" y="38677"/>
                </a:cubicBezTo>
                <a:close/>
              </a:path>
            </a:pathLst>
          </a:custGeom>
          <a:noFill/>
          <a:ln w="13387" cap="rnd">
            <a:solidFill>
              <a:schemeClr val="tx1"/>
            </a:solidFill>
            <a:prstDash val="solid"/>
            <a:round/>
          </a:ln>
        </p:spPr>
        <p:txBody>
          <a:bodyPr rtlCol="0" anchor="ctr"/>
          <a:lstStyle/>
          <a:p>
            <a:endParaRPr lang="en-US"/>
          </a:p>
        </p:txBody>
      </p:sp>
      <p:sp>
        <p:nvSpPr>
          <p:cNvPr id="49" name="Freeform 48">
            <a:extLst>
              <a:ext uri="{FF2B5EF4-FFF2-40B4-BE49-F238E27FC236}">
                <a16:creationId xmlns:a16="http://schemas.microsoft.com/office/drawing/2014/main" id="{4C663AD0-86BE-569A-8DCB-15A3CC1C7C36}"/>
              </a:ext>
            </a:extLst>
          </p:cNvPr>
          <p:cNvSpPr/>
          <p:nvPr/>
        </p:nvSpPr>
        <p:spPr>
          <a:xfrm>
            <a:off x="5374368" y="3550975"/>
            <a:ext cx="130395" cy="121688"/>
          </a:xfrm>
          <a:custGeom>
            <a:avLst/>
            <a:gdLst>
              <a:gd name="connsiteX0" fmla="*/ 0 w 130395"/>
              <a:gd name="connsiteY0" fmla="*/ 66518 h 121688"/>
              <a:gd name="connsiteX1" fmla="*/ 0 w 130395"/>
              <a:gd name="connsiteY1" fmla="*/ 55172 h 121688"/>
              <a:gd name="connsiteX2" fmla="*/ 12382 w 130395"/>
              <a:gd name="connsiteY2" fmla="*/ 42923 h 121688"/>
              <a:gd name="connsiteX3" fmla="*/ 23070 w 130395"/>
              <a:gd name="connsiteY3" fmla="*/ 24553 h 121688"/>
              <a:gd name="connsiteX4" fmla="*/ 27632 w 130395"/>
              <a:gd name="connsiteY4" fmla="*/ 7857 h 121688"/>
              <a:gd name="connsiteX5" fmla="*/ 38906 w 130395"/>
              <a:gd name="connsiteY5" fmla="*/ 1475 h 121688"/>
              <a:gd name="connsiteX6" fmla="*/ 53763 w 130395"/>
              <a:gd name="connsiteY6" fmla="*/ 5342 h 121688"/>
              <a:gd name="connsiteX7" fmla="*/ 54478 w 130395"/>
              <a:gd name="connsiteY7" fmla="*/ 6567 h 121688"/>
              <a:gd name="connsiteX8" fmla="*/ 75917 w 130395"/>
              <a:gd name="connsiteY8" fmla="*/ 6567 h 121688"/>
              <a:gd name="connsiteX9" fmla="*/ 76632 w 130395"/>
              <a:gd name="connsiteY9" fmla="*/ 5342 h 121688"/>
              <a:gd name="connsiteX10" fmla="*/ 91489 w 130395"/>
              <a:gd name="connsiteY10" fmla="*/ 1475 h 121688"/>
              <a:gd name="connsiteX11" fmla="*/ 102763 w 130395"/>
              <a:gd name="connsiteY11" fmla="*/ 7857 h 121688"/>
              <a:gd name="connsiteX12" fmla="*/ 107325 w 130395"/>
              <a:gd name="connsiteY12" fmla="*/ 24553 h 121688"/>
              <a:gd name="connsiteX13" fmla="*/ 118013 w 130395"/>
              <a:gd name="connsiteY13" fmla="*/ 42923 h 121688"/>
              <a:gd name="connsiteX14" fmla="*/ 130395 w 130395"/>
              <a:gd name="connsiteY14" fmla="*/ 55172 h 121688"/>
              <a:gd name="connsiteX15" fmla="*/ 130395 w 130395"/>
              <a:gd name="connsiteY15" fmla="*/ 66518 h 121688"/>
              <a:gd name="connsiteX16" fmla="*/ 118013 w 130395"/>
              <a:gd name="connsiteY16" fmla="*/ 78762 h 121688"/>
              <a:gd name="connsiteX17" fmla="*/ 107325 w 130395"/>
              <a:gd name="connsiteY17" fmla="*/ 97137 h 121688"/>
              <a:gd name="connsiteX18" fmla="*/ 102763 w 130395"/>
              <a:gd name="connsiteY18" fmla="*/ 113832 h 121688"/>
              <a:gd name="connsiteX19" fmla="*/ 91489 w 130395"/>
              <a:gd name="connsiteY19" fmla="*/ 120211 h 121688"/>
              <a:gd name="connsiteX20" fmla="*/ 76632 w 130395"/>
              <a:gd name="connsiteY20" fmla="*/ 116343 h 121688"/>
              <a:gd name="connsiteX21" fmla="*/ 75917 w 130395"/>
              <a:gd name="connsiteY21" fmla="*/ 115118 h 121688"/>
              <a:gd name="connsiteX22" fmla="*/ 54478 w 130395"/>
              <a:gd name="connsiteY22" fmla="*/ 115118 h 121688"/>
              <a:gd name="connsiteX23" fmla="*/ 53763 w 130395"/>
              <a:gd name="connsiteY23" fmla="*/ 116343 h 121688"/>
              <a:gd name="connsiteX24" fmla="*/ 38906 w 130395"/>
              <a:gd name="connsiteY24" fmla="*/ 120211 h 121688"/>
              <a:gd name="connsiteX25" fmla="*/ 27632 w 130395"/>
              <a:gd name="connsiteY25" fmla="*/ 113832 h 121688"/>
              <a:gd name="connsiteX26" fmla="*/ 23070 w 130395"/>
              <a:gd name="connsiteY26" fmla="*/ 97137 h 121688"/>
              <a:gd name="connsiteX27" fmla="*/ 12382 w 130395"/>
              <a:gd name="connsiteY27" fmla="*/ 78762 h 121688"/>
              <a:gd name="connsiteX28" fmla="*/ 0 w 130395"/>
              <a:gd name="connsiteY28" fmla="*/ 66518 h 1216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130395" h="121688">
                <a:moveTo>
                  <a:pt x="0" y="66518"/>
                </a:moveTo>
                <a:lnTo>
                  <a:pt x="0" y="55172"/>
                </a:lnTo>
                <a:cubicBezTo>
                  <a:pt x="0" y="48466"/>
                  <a:pt x="5541" y="42923"/>
                  <a:pt x="12382" y="42923"/>
                </a:cubicBezTo>
                <a:cubicBezTo>
                  <a:pt x="24178" y="42923"/>
                  <a:pt x="29000" y="34671"/>
                  <a:pt x="23070" y="24553"/>
                </a:cubicBezTo>
                <a:cubicBezTo>
                  <a:pt x="19679" y="18749"/>
                  <a:pt x="21703" y="11208"/>
                  <a:pt x="27632" y="7857"/>
                </a:cubicBezTo>
                <a:lnTo>
                  <a:pt x="38906" y="1475"/>
                </a:lnTo>
                <a:cubicBezTo>
                  <a:pt x="44053" y="-1553"/>
                  <a:pt x="50698" y="250"/>
                  <a:pt x="53763" y="5342"/>
                </a:cubicBezTo>
                <a:lnTo>
                  <a:pt x="54478" y="6567"/>
                </a:lnTo>
                <a:cubicBezTo>
                  <a:pt x="60341" y="16689"/>
                  <a:pt x="69988" y="16689"/>
                  <a:pt x="75917" y="6567"/>
                </a:cubicBezTo>
                <a:lnTo>
                  <a:pt x="76632" y="5342"/>
                </a:lnTo>
                <a:cubicBezTo>
                  <a:pt x="79697" y="250"/>
                  <a:pt x="86342" y="-1553"/>
                  <a:pt x="91489" y="1475"/>
                </a:cubicBezTo>
                <a:lnTo>
                  <a:pt x="102763" y="7857"/>
                </a:lnTo>
                <a:cubicBezTo>
                  <a:pt x="108693" y="11208"/>
                  <a:pt x="110712" y="18749"/>
                  <a:pt x="107325" y="24553"/>
                </a:cubicBezTo>
                <a:cubicBezTo>
                  <a:pt x="101396" y="34671"/>
                  <a:pt x="106217" y="42923"/>
                  <a:pt x="118013" y="42923"/>
                </a:cubicBezTo>
                <a:cubicBezTo>
                  <a:pt x="124787" y="42923"/>
                  <a:pt x="130395" y="48404"/>
                  <a:pt x="130395" y="55172"/>
                </a:cubicBezTo>
                <a:lnTo>
                  <a:pt x="130395" y="66518"/>
                </a:lnTo>
                <a:cubicBezTo>
                  <a:pt x="130395" y="73219"/>
                  <a:pt x="124855" y="78762"/>
                  <a:pt x="118013" y="78762"/>
                </a:cubicBezTo>
                <a:cubicBezTo>
                  <a:pt x="106217" y="78762"/>
                  <a:pt x="101396" y="87015"/>
                  <a:pt x="107325" y="97137"/>
                </a:cubicBezTo>
                <a:cubicBezTo>
                  <a:pt x="110712" y="103003"/>
                  <a:pt x="108693" y="110477"/>
                  <a:pt x="102763" y="113832"/>
                </a:cubicBezTo>
                <a:lnTo>
                  <a:pt x="91489" y="120211"/>
                </a:lnTo>
                <a:cubicBezTo>
                  <a:pt x="86342" y="123243"/>
                  <a:pt x="79697" y="121439"/>
                  <a:pt x="76632" y="116343"/>
                </a:cubicBezTo>
                <a:lnTo>
                  <a:pt x="75917" y="115118"/>
                </a:lnTo>
                <a:cubicBezTo>
                  <a:pt x="70050" y="105001"/>
                  <a:pt x="60408" y="105001"/>
                  <a:pt x="54478" y="115118"/>
                </a:cubicBezTo>
                <a:lnTo>
                  <a:pt x="53763" y="116343"/>
                </a:lnTo>
                <a:cubicBezTo>
                  <a:pt x="50698" y="121439"/>
                  <a:pt x="44053" y="123243"/>
                  <a:pt x="38906" y="120211"/>
                </a:cubicBezTo>
                <a:lnTo>
                  <a:pt x="27632" y="113832"/>
                </a:lnTo>
                <a:cubicBezTo>
                  <a:pt x="21703" y="110477"/>
                  <a:pt x="19679" y="102936"/>
                  <a:pt x="23070" y="97137"/>
                </a:cubicBezTo>
                <a:cubicBezTo>
                  <a:pt x="29000" y="87015"/>
                  <a:pt x="24178" y="78762"/>
                  <a:pt x="12382" y="78762"/>
                </a:cubicBezTo>
                <a:cubicBezTo>
                  <a:pt x="5541" y="78762"/>
                  <a:pt x="0" y="73219"/>
                  <a:pt x="0" y="66518"/>
                </a:cubicBezTo>
                <a:close/>
              </a:path>
            </a:pathLst>
          </a:custGeom>
          <a:noFill/>
          <a:ln w="13387" cap="rnd">
            <a:solidFill>
              <a:schemeClr val="tx1"/>
            </a:solidFill>
            <a:prstDash val="solid"/>
            <a:round/>
          </a:ln>
        </p:spPr>
        <p:txBody>
          <a:bodyPr rtlCol="0" anchor="ctr"/>
          <a:lstStyle/>
          <a:p>
            <a:endParaRPr lang="en-US"/>
          </a:p>
        </p:txBody>
      </p:sp>
      <p:sp>
        <p:nvSpPr>
          <p:cNvPr id="50" name="Rectangle 49">
            <a:extLst>
              <a:ext uri="{FF2B5EF4-FFF2-40B4-BE49-F238E27FC236}">
                <a16:creationId xmlns:a16="http://schemas.microsoft.com/office/drawing/2014/main" id="{6DF16BB6-3A3E-BDE7-4E8E-D31A186B0096}"/>
              </a:ext>
            </a:extLst>
          </p:cNvPr>
          <p:cNvSpPr/>
          <p:nvPr/>
        </p:nvSpPr>
        <p:spPr>
          <a:xfrm>
            <a:off x="5302052" y="3145347"/>
            <a:ext cx="273024" cy="270088"/>
          </a:xfrm>
          <a:prstGeom prst="rect">
            <a:avLst/>
          </a:prstGeom>
          <a:noFill/>
          <a:ln w="12700" cap="flat">
            <a:solidFill>
              <a:schemeClr val="bg1">
                <a:lumMod val="75000"/>
              </a:schemeClr>
            </a:solidFill>
            <a:prstDash val="solid"/>
            <a:miter/>
          </a:ln>
        </p:spPr>
        <p:txBody>
          <a:bodyPr rtlCol="0" anchor="ctr"/>
          <a:lstStyle/>
          <a:p>
            <a:endParaRPr lang="en-US"/>
          </a:p>
        </p:txBody>
      </p:sp>
      <p:sp>
        <p:nvSpPr>
          <p:cNvPr id="51" name="Freeform 50">
            <a:extLst>
              <a:ext uri="{FF2B5EF4-FFF2-40B4-BE49-F238E27FC236}">
                <a16:creationId xmlns:a16="http://schemas.microsoft.com/office/drawing/2014/main" id="{11161C9C-15CA-4941-827B-8C527DEA8C16}"/>
              </a:ext>
            </a:extLst>
          </p:cNvPr>
          <p:cNvSpPr/>
          <p:nvPr/>
        </p:nvSpPr>
        <p:spPr>
          <a:xfrm>
            <a:off x="5376419" y="3220261"/>
            <a:ext cx="117294" cy="128924"/>
          </a:xfrm>
          <a:custGeom>
            <a:avLst/>
            <a:gdLst>
              <a:gd name="connsiteX0" fmla="*/ 52128 w 117294"/>
              <a:gd name="connsiteY0" fmla="*/ 128925 h 128924"/>
              <a:gd name="connsiteX1" fmla="*/ 84711 w 117294"/>
              <a:gd name="connsiteY1" fmla="*/ 128925 h 128924"/>
              <a:gd name="connsiteX2" fmla="*/ 117294 w 117294"/>
              <a:gd name="connsiteY2" fmla="*/ 96692 h 128924"/>
              <a:gd name="connsiteX3" fmla="*/ 117294 w 117294"/>
              <a:gd name="connsiteY3" fmla="*/ 32232 h 128924"/>
              <a:gd name="connsiteX4" fmla="*/ 84711 w 117294"/>
              <a:gd name="connsiteY4" fmla="*/ 0 h 128924"/>
              <a:gd name="connsiteX5" fmla="*/ 32579 w 117294"/>
              <a:gd name="connsiteY5" fmla="*/ 0 h 128924"/>
              <a:gd name="connsiteX6" fmla="*/ 0 w 117294"/>
              <a:gd name="connsiteY6" fmla="*/ 32232 h 128924"/>
              <a:gd name="connsiteX7" fmla="*/ 0 w 117294"/>
              <a:gd name="connsiteY7" fmla="*/ 77354 h 12892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17294" h="128924">
                <a:moveTo>
                  <a:pt x="52128" y="128925"/>
                </a:moveTo>
                <a:lnTo>
                  <a:pt x="84711" y="128925"/>
                </a:lnTo>
                <a:cubicBezTo>
                  <a:pt x="107517" y="128925"/>
                  <a:pt x="117294" y="116031"/>
                  <a:pt x="117294" y="96692"/>
                </a:cubicBezTo>
                <a:lnTo>
                  <a:pt x="117294" y="32232"/>
                </a:lnTo>
                <a:cubicBezTo>
                  <a:pt x="117294" y="12894"/>
                  <a:pt x="107517" y="0"/>
                  <a:pt x="84711" y="0"/>
                </a:cubicBezTo>
                <a:lnTo>
                  <a:pt x="32579" y="0"/>
                </a:lnTo>
                <a:cubicBezTo>
                  <a:pt x="9772" y="0"/>
                  <a:pt x="0" y="12894"/>
                  <a:pt x="0" y="32232"/>
                </a:cubicBezTo>
                <a:lnTo>
                  <a:pt x="0" y="77354"/>
                </a:lnTo>
              </a:path>
            </a:pathLst>
          </a:custGeom>
          <a:noFill/>
          <a:ln w="13387" cap="rnd">
            <a:solidFill>
              <a:schemeClr val="tx1"/>
            </a:solidFill>
            <a:prstDash val="solid"/>
            <a:round/>
          </a:ln>
        </p:spPr>
        <p:txBody>
          <a:bodyPr rtlCol="0" anchor="ctr"/>
          <a:lstStyle/>
          <a:p>
            <a:endParaRPr lang="en-US"/>
          </a:p>
        </p:txBody>
      </p:sp>
      <p:sp>
        <p:nvSpPr>
          <p:cNvPr id="52" name="Freeform 51">
            <a:extLst>
              <a:ext uri="{FF2B5EF4-FFF2-40B4-BE49-F238E27FC236}">
                <a16:creationId xmlns:a16="http://schemas.microsoft.com/office/drawing/2014/main" id="{CF108899-498D-1BE3-FB34-2B9D98B83ACE}"/>
              </a:ext>
            </a:extLst>
          </p:cNvPr>
          <p:cNvSpPr/>
          <p:nvPr/>
        </p:nvSpPr>
        <p:spPr>
          <a:xfrm>
            <a:off x="5451353" y="3236377"/>
            <a:ext cx="26068" cy="25783"/>
          </a:xfrm>
          <a:custGeom>
            <a:avLst/>
            <a:gdLst>
              <a:gd name="connsiteX0" fmla="*/ 0 w 26068"/>
              <a:gd name="connsiteY0" fmla="*/ 0 h 25783"/>
              <a:gd name="connsiteX1" fmla="*/ 0 w 26068"/>
              <a:gd name="connsiteY1" fmla="*/ 12889 h 25783"/>
              <a:gd name="connsiteX2" fmla="*/ 13034 w 26068"/>
              <a:gd name="connsiteY2" fmla="*/ 25783 h 25783"/>
              <a:gd name="connsiteX3" fmla="*/ 26068 w 26068"/>
              <a:gd name="connsiteY3" fmla="*/ 25783 h 25783"/>
            </a:gdLst>
            <a:ahLst/>
            <a:cxnLst>
              <a:cxn ang="0">
                <a:pos x="connsiteX0" y="connsiteY0"/>
              </a:cxn>
              <a:cxn ang="0">
                <a:pos x="connsiteX1" y="connsiteY1"/>
              </a:cxn>
              <a:cxn ang="0">
                <a:pos x="connsiteX2" y="connsiteY2"/>
              </a:cxn>
              <a:cxn ang="0">
                <a:pos x="connsiteX3" y="connsiteY3"/>
              </a:cxn>
            </a:cxnLst>
            <a:rect l="l" t="t" r="r" b="b"/>
            <a:pathLst>
              <a:path w="26068" h="25783">
                <a:moveTo>
                  <a:pt x="0" y="0"/>
                </a:moveTo>
                <a:lnTo>
                  <a:pt x="0" y="12889"/>
                </a:lnTo>
                <a:cubicBezTo>
                  <a:pt x="0" y="19984"/>
                  <a:pt x="5867" y="25783"/>
                  <a:pt x="13034" y="25783"/>
                </a:cubicBezTo>
                <a:lnTo>
                  <a:pt x="26068" y="25783"/>
                </a:lnTo>
              </a:path>
            </a:pathLst>
          </a:custGeom>
          <a:noFill/>
          <a:ln w="13387" cap="rnd">
            <a:solidFill>
              <a:schemeClr val="tx1"/>
            </a:solidFill>
            <a:prstDash val="solid"/>
            <a:round/>
          </a:ln>
        </p:spPr>
        <p:txBody>
          <a:bodyPr rtlCol="0" anchor="ctr"/>
          <a:lstStyle/>
          <a:p>
            <a:endParaRPr lang="en-US"/>
          </a:p>
        </p:txBody>
      </p:sp>
      <p:sp>
        <p:nvSpPr>
          <p:cNvPr id="53" name="Freeform 52">
            <a:extLst>
              <a:ext uri="{FF2B5EF4-FFF2-40B4-BE49-F238E27FC236}">
                <a16:creationId xmlns:a16="http://schemas.microsoft.com/office/drawing/2014/main" id="{C824FB78-2795-7F6D-6C0E-222F47F75674}"/>
              </a:ext>
            </a:extLst>
          </p:cNvPr>
          <p:cNvSpPr/>
          <p:nvPr/>
        </p:nvSpPr>
        <p:spPr>
          <a:xfrm>
            <a:off x="5369900" y="3316954"/>
            <a:ext cx="13034" cy="25783"/>
          </a:xfrm>
          <a:custGeom>
            <a:avLst/>
            <a:gdLst>
              <a:gd name="connsiteX0" fmla="*/ 13034 w 13034"/>
              <a:gd name="connsiteY0" fmla="*/ 0 h 25783"/>
              <a:gd name="connsiteX1" fmla="*/ 0 w 13034"/>
              <a:gd name="connsiteY1" fmla="*/ 12894 h 25783"/>
              <a:gd name="connsiteX2" fmla="*/ 13034 w 13034"/>
              <a:gd name="connsiteY2" fmla="*/ 25783 h 25783"/>
            </a:gdLst>
            <a:ahLst/>
            <a:cxnLst>
              <a:cxn ang="0">
                <a:pos x="connsiteX0" y="connsiteY0"/>
              </a:cxn>
              <a:cxn ang="0">
                <a:pos x="connsiteX1" y="connsiteY1"/>
              </a:cxn>
              <a:cxn ang="0">
                <a:pos x="connsiteX2" y="connsiteY2"/>
              </a:cxn>
            </a:cxnLst>
            <a:rect l="l" t="t" r="r" b="b"/>
            <a:pathLst>
              <a:path w="13034" h="25783">
                <a:moveTo>
                  <a:pt x="13034" y="0"/>
                </a:moveTo>
                <a:lnTo>
                  <a:pt x="0" y="12894"/>
                </a:lnTo>
                <a:lnTo>
                  <a:pt x="13034" y="25783"/>
                </a:lnTo>
              </a:path>
            </a:pathLst>
          </a:custGeom>
          <a:noFill/>
          <a:ln w="13387" cap="rnd">
            <a:solidFill>
              <a:schemeClr val="tx1"/>
            </a:solidFill>
            <a:prstDash val="solid"/>
            <a:round/>
          </a:ln>
        </p:spPr>
        <p:txBody>
          <a:bodyPr rtlCol="0" anchor="ctr"/>
          <a:lstStyle/>
          <a:p>
            <a:endParaRPr lang="en-US"/>
          </a:p>
        </p:txBody>
      </p:sp>
      <p:sp>
        <p:nvSpPr>
          <p:cNvPr id="54" name="Freeform 53">
            <a:extLst>
              <a:ext uri="{FF2B5EF4-FFF2-40B4-BE49-F238E27FC236}">
                <a16:creationId xmlns:a16="http://schemas.microsoft.com/office/drawing/2014/main" id="{E53C5253-9ED8-7BA2-968A-36CA6C5640EB}"/>
              </a:ext>
            </a:extLst>
          </p:cNvPr>
          <p:cNvSpPr/>
          <p:nvPr/>
        </p:nvSpPr>
        <p:spPr>
          <a:xfrm>
            <a:off x="5402483" y="3316954"/>
            <a:ext cx="13029" cy="25783"/>
          </a:xfrm>
          <a:custGeom>
            <a:avLst/>
            <a:gdLst>
              <a:gd name="connsiteX0" fmla="*/ 0 w 13029"/>
              <a:gd name="connsiteY0" fmla="*/ 0 h 25783"/>
              <a:gd name="connsiteX1" fmla="*/ 13030 w 13029"/>
              <a:gd name="connsiteY1" fmla="*/ 12894 h 25783"/>
              <a:gd name="connsiteX2" fmla="*/ 0 w 13029"/>
              <a:gd name="connsiteY2" fmla="*/ 25783 h 25783"/>
            </a:gdLst>
            <a:ahLst/>
            <a:cxnLst>
              <a:cxn ang="0">
                <a:pos x="connsiteX0" y="connsiteY0"/>
              </a:cxn>
              <a:cxn ang="0">
                <a:pos x="connsiteX1" y="connsiteY1"/>
              </a:cxn>
              <a:cxn ang="0">
                <a:pos x="connsiteX2" y="connsiteY2"/>
              </a:cxn>
            </a:cxnLst>
            <a:rect l="l" t="t" r="r" b="b"/>
            <a:pathLst>
              <a:path w="13029" h="25783">
                <a:moveTo>
                  <a:pt x="0" y="0"/>
                </a:moveTo>
                <a:lnTo>
                  <a:pt x="13030" y="12894"/>
                </a:lnTo>
                <a:lnTo>
                  <a:pt x="0" y="25783"/>
                </a:lnTo>
              </a:path>
            </a:pathLst>
          </a:custGeom>
          <a:noFill/>
          <a:ln w="13387" cap="rnd">
            <a:solidFill>
              <a:schemeClr val="tx1"/>
            </a:solidFill>
            <a:prstDash val="solid"/>
            <a:round/>
          </a:ln>
        </p:spPr>
        <p:txBody>
          <a:bodyPr rtlCol="0" anchor="ctr"/>
          <a:lstStyle/>
          <a:p>
            <a:endParaRPr lang="en-US"/>
          </a:p>
        </p:txBody>
      </p:sp>
      <p:sp>
        <p:nvSpPr>
          <p:cNvPr id="55" name="Rectangle 54">
            <a:extLst>
              <a:ext uri="{FF2B5EF4-FFF2-40B4-BE49-F238E27FC236}">
                <a16:creationId xmlns:a16="http://schemas.microsoft.com/office/drawing/2014/main" id="{B038296B-3405-CCE1-ABFE-9259B4BE6D70}"/>
              </a:ext>
            </a:extLst>
          </p:cNvPr>
          <p:cNvSpPr/>
          <p:nvPr/>
        </p:nvSpPr>
        <p:spPr>
          <a:xfrm>
            <a:off x="5302052" y="3805640"/>
            <a:ext cx="273024" cy="270084"/>
          </a:xfrm>
          <a:prstGeom prst="rect">
            <a:avLst/>
          </a:prstGeom>
          <a:noFill/>
          <a:ln w="12700" cap="flat">
            <a:solidFill>
              <a:schemeClr val="bg1">
                <a:lumMod val="75000"/>
              </a:schemeClr>
            </a:solidFill>
            <a:prstDash val="solid"/>
            <a:miter/>
          </a:ln>
        </p:spPr>
        <p:txBody>
          <a:bodyPr rtlCol="0" anchor="ctr"/>
          <a:lstStyle/>
          <a:p>
            <a:endParaRPr lang="en-US"/>
          </a:p>
        </p:txBody>
      </p:sp>
      <p:sp>
        <p:nvSpPr>
          <p:cNvPr id="56" name="Freeform 55">
            <a:extLst>
              <a:ext uri="{FF2B5EF4-FFF2-40B4-BE49-F238E27FC236}">
                <a16:creationId xmlns:a16="http://schemas.microsoft.com/office/drawing/2014/main" id="{882D23DB-4B99-522F-9334-88400B58514D}"/>
              </a:ext>
            </a:extLst>
          </p:cNvPr>
          <p:cNvSpPr/>
          <p:nvPr/>
        </p:nvSpPr>
        <p:spPr>
          <a:xfrm>
            <a:off x="5346736" y="3871943"/>
            <a:ext cx="156392" cy="137517"/>
          </a:xfrm>
          <a:custGeom>
            <a:avLst/>
            <a:gdLst>
              <a:gd name="connsiteX0" fmla="*/ 150221 w 156392"/>
              <a:gd name="connsiteY0" fmla="*/ 97492 h 137517"/>
              <a:gd name="connsiteX1" fmla="*/ 46408 w 156392"/>
              <a:gd name="connsiteY1" fmla="*/ 97492 h 137517"/>
              <a:gd name="connsiteX2" fmla="*/ 51618 w 156392"/>
              <a:gd name="connsiteY2" fmla="*/ 87109 h 137517"/>
              <a:gd name="connsiteX3" fmla="*/ 138228 w 156392"/>
              <a:gd name="connsiteY3" fmla="*/ 86955 h 137517"/>
              <a:gd name="connsiteX4" fmla="*/ 144189 w 156392"/>
              <a:gd name="connsiteY4" fmla="*/ 82079 h 137517"/>
              <a:gd name="connsiteX5" fmla="*/ 156182 w 156392"/>
              <a:gd name="connsiteY5" fmla="*/ 16434 h 137517"/>
              <a:gd name="connsiteX6" fmla="*/ 154877 w 156392"/>
              <a:gd name="connsiteY6" fmla="*/ 11590 h 137517"/>
              <a:gd name="connsiteX7" fmla="*/ 152795 w 156392"/>
              <a:gd name="connsiteY7" fmla="*/ 10030 h 137517"/>
              <a:gd name="connsiteX8" fmla="*/ 150239 w 156392"/>
              <a:gd name="connsiteY8" fmla="*/ 9459 h 137517"/>
              <a:gd name="connsiteX9" fmla="*/ 40063 w 156392"/>
              <a:gd name="connsiteY9" fmla="*/ 9101 h 137517"/>
              <a:gd name="connsiteX10" fmla="*/ 39120 w 156392"/>
              <a:gd name="connsiteY10" fmla="*/ 4774 h 137517"/>
              <a:gd name="connsiteX11" fmla="*/ 33088 w 156392"/>
              <a:gd name="connsiteY11" fmla="*/ 0 h 137517"/>
              <a:gd name="connsiteX12" fmla="*/ 6154 w 156392"/>
              <a:gd name="connsiteY12" fmla="*/ 0 h 137517"/>
              <a:gd name="connsiteX13" fmla="*/ 1803 w 156392"/>
              <a:gd name="connsiteY13" fmla="*/ 1764 h 137517"/>
              <a:gd name="connsiteX14" fmla="*/ 0 w 156392"/>
              <a:gd name="connsiteY14" fmla="*/ 6016 h 137517"/>
              <a:gd name="connsiteX15" fmla="*/ 1803 w 156392"/>
              <a:gd name="connsiteY15" fmla="*/ 10273 h 137517"/>
              <a:gd name="connsiteX16" fmla="*/ 6154 w 156392"/>
              <a:gd name="connsiteY16" fmla="*/ 12036 h 137517"/>
              <a:gd name="connsiteX17" fmla="*/ 28101 w 156392"/>
              <a:gd name="connsiteY17" fmla="*/ 12036 h 137517"/>
              <a:gd name="connsiteX18" fmla="*/ 32217 w 156392"/>
              <a:gd name="connsiteY18" fmla="*/ 31162 h 137517"/>
              <a:gd name="connsiteX19" fmla="*/ 42346 w 156392"/>
              <a:gd name="connsiteY19" fmla="*/ 79113 h 137517"/>
              <a:gd name="connsiteX20" fmla="*/ 29303 w 156392"/>
              <a:gd name="connsiteY20" fmla="*/ 99928 h 137517"/>
              <a:gd name="connsiteX21" fmla="*/ 28128 w 156392"/>
              <a:gd name="connsiteY21" fmla="*/ 102991 h 137517"/>
              <a:gd name="connsiteX22" fmla="*/ 28781 w 156392"/>
              <a:gd name="connsiteY22" fmla="*/ 106205 h 137517"/>
              <a:gd name="connsiteX23" fmla="*/ 34272 w 156392"/>
              <a:gd name="connsiteY23" fmla="*/ 109511 h 137517"/>
              <a:gd name="connsiteX24" fmla="*/ 45220 w 156392"/>
              <a:gd name="connsiteY24" fmla="*/ 109511 h 137517"/>
              <a:gd name="connsiteX25" fmla="*/ 41632 w 156392"/>
              <a:gd name="connsiteY25" fmla="*/ 120027 h 137517"/>
              <a:gd name="connsiteX26" fmla="*/ 59518 w 156392"/>
              <a:gd name="connsiteY26" fmla="*/ 137517 h 137517"/>
              <a:gd name="connsiteX27" fmla="*/ 77401 w 156392"/>
              <a:gd name="connsiteY27" fmla="*/ 120027 h 137517"/>
              <a:gd name="connsiteX28" fmla="*/ 73813 w 156392"/>
              <a:gd name="connsiteY28" fmla="*/ 109511 h 137517"/>
              <a:gd name="connsiteX29" fmla="*/ 101896 w 156392"/>
              <a:gd name="connsiteY29" fmla="*/ 109511 h 137517"/>
              <a:gd name="connsiteX30" fmla="*/ 98304 w 156392"/>
              <a:gd name="connsiteY30" fmla="*/ 120027 h 137517"/>
              <a:gd name="connsiteX31" fmla="*/ 116190 w 156392"/>
              <a:gd name="connsiteY31" fmla="*/ 137517 h 137517"/>
              <a:gd name="connsiteX32" fmla="*/ 134077 w 156392"/>
              <a:gd name="connsiteY32" fmla="*/ 120027 h 137517"/>
              <a:gd name="connsiteX33" fmla="*/ 130485 w 156392"/>
              <a:gd name="connsiteY33" fmla="*/ 109511 h 137517"/>
              <a:gd name="connsiteX34" fmla="*/ 150239 w 156392"/>
              <a:gd name="connsiteY34" fmla="*/ 109511 h 137517"/>
              <a:gd name="connsiteX35" fmla="*/ 156392 w 156392"/>
              <a:gd name="connsiteY35" fmla="*/ 103491 h 137517"/>
              <a:gd name="connsiteX36" fmla="*/ 154573 w 156392"/>
              <a:gd name="connsiteY36" fmla="*/ 99247 h 137517"/>
              <a:gd name="connsiteX37" fmla="*/ 150221 w 156392"/>
              <a:gd name="connsiteY37" fmla="*/ 97492 h 137517"/>
              <a:gd name="connsiteX38" fmla="*/ 150221 w 156392"/>
              <a:gd name="connsiteY38" fmla="*/ 97492 h 137517"/>
              <a:gd name="connsiteX39" fmla="*/ 42624 w 156392"/>
              <a:gd name="connsiteY39" fmla="*/ 20969 h 137517"/>
              <a:gd name="connsiteX40" fmla="*/ 143005 w 156392"/>
              <a:gd name="connsiteY40" fmla="*/ 21292 h 137517"/>
              <a:gd name="connsiteX41" fmla="*/ 133170 w 156392"/>
              <a:gd name="connsiteY41" fmla="*/ 75126 h 137517"/>
              <a:gd name="connsiteX42" fmla="*/ 54322 w 156392"/>
              <a:gd name="connsiteY42" fmla="*/ 75263 h 137517"/>
              <a:gd name="connsiteX43" fmla="*/ 42624 w 156392"/>
              <a:gd name="connsiteY43" fmla="*/ 20969 h 137517"/>
              <a:gd name="connsiteX44" fmla="*/ 59518 w 156392"/>
              <a:gd name="connsiteY44" fmla="*/ 125415 h 137517"/>
              <a:gd name="connsiteX45" fmla="*/ 54009 w 156392"/>
              <a:gd name="connsiteY45" fmla="*/ 120027 h 137517"/>
              <a:gd name="connsiteX46" fmla="*/ 59518 w 156392"/>
              <a:gd name="connsiteY46" fmla="*/ 114643 h 137517"/>
              <a:gd name="connsiteX47" fmla="*/ 65023 w 156392"/>
              <a:gd name="connsiteY47" fmla="*/ 120027 h 137517"/>
              <a:gd name="connsiteX48" fmla="*/ 63410 w 156392"/>
              <a:gd name="connsiteY48" fmla="*/ 123837 h 137517"/>
              <a:gd name="connsiteX49" fmla="*/ 59518 w 156392"/>
              <a:gd name="connsiteY49" fmla="*/ 125415 h 137517"/>
              <a:gd name="connsiteX50" fmla="*/ 59518 w 156392"/>
              <a:gd name="connsiteY50" fmla="*/ 125415 h 137517"/>
              <a:gd name="connsiteX51" fmla="*/ 116190 w 156392"/>
              <a:gd name="connsiteY51" fmla="*/ 125415 h 137517"/>
              <a:gd name="connsiteX52" fmla="*/ 110681 w 156392"/>
              <a:gd name="connsiteY52" fmla="*/ 120027 h 137517"/>
              <a:gd name="connsiteX53" fmla="*/ 116190 w 156392"/>
              <a:gd name="connsiteY53" fmla="*/ 114643 h 137517"/>
              <a:gd name="connsiteX54" fmla="*/ 121700 w 156392"/>
              <a:gd name="connsiteY54" fmla="*/ 120027 h 137517"/>
              <a:gd name="connsiteX55" fmla="*/ 120087 w 156392"/>
              <a:gd name="connsiteY55" fmla="*/ 123837 h 137517"/>
              <a:gd name="connsiteX56" fmla="*/ 116190 w 156392"/>
              <a:gd name="connsiteY56" fmla="*/ 125415 h 137517"/>
              <a:gd name="connsiteX57" fmla="*/ 116190 w 156392"/>
              <a:gd name="connsiteY57" fmla="*/ 125415 h 13751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Lst>
            <a:rect l="l" t="t" r="r" b="b"/>
            <a:pathLst>
              <a:path w="156392" h="137517">
                <a:moveTo>
                  <a:pt x="150221" y="97492"/>
                </a:moveTo>
                <a:lnTo>
                  <a:pt x="46408" y="97492"/>
                </a:lnTo>
                <a:lnTo>
                  <a:pt x="51618" y="87109"/>
                </a:lnTo>
                <a:lnTo>
                  <a:pt x="138228" y="86955"/>
                </a:lnTo>
                <a:cubicBezTo>
                  <a:pt x="141155" y="86955"/>
                  <a:pt x="143666" y="84912"/>
                  <a:pt x="144189" y="82079"/>
                </a:cubicBezTo>
                <a:lnTo>
                  <a:pt x="156182" y="16434"/>
                </a:lnTo>
                <a:cubicBezTo>
                  <a:pt x="156495" y="14711"/>
                  <a:pt x="156026" y="12938"/>
                  <a:pt x="154877" y="11590"/>
                </a:cubicBezTo>
                <a:cubicBezTo>
                  <a:pt x="154305" y="10931"/>
                  <a:pt x="153599" y="10396"/>
                  <a:pt x="152795" y="10030"/>
                </a:cubicBezTo>
                <a:cubicBezTo>
                  <a:pt x="151995" y="9658"/>
                  <a:pt x="151124" y="9468"/>
                  <a:pt x="150239" y="9459"/>
                </a:cubicBezTo>
                <a:lnTo>
                  <a:pt x="40063" y="9101"/>
                </a:lnTo>
                <a:lnTo>
                  <a:pt x="39120" y="4774"/>
                </a:lnTo>
                <a:cubicBezTo>
                  <a:pt x="38526" y="2011"/>
                  <a:pt x="35984" y="0"/>
                  <a:pt x="33088" y="0"/>
                </a:cubicBezTo>
                <a:lnTo>
                  <a:pt x="6154" y="0"/>
                </a:lnTo>
                <a:cubicBezTo>
                  <a:pt x="4522" y="0"/>
                  <a:pt x="2957" y="632"/>
                  <a:pt x="1803" y="1764"/>
                </a:cubicBezTo>
                <a:cubicBezTo>
                  <a:pt x="648" y="2891"/>
                  <a:pt x="0" y="4420"/>
                  <a:pt x="0" y="6016"/>
                </a:cubicBezTo>
                <a:cubicBezTo>
                  <a:pt x="0" y="7612"/>
                  <a:pt x="648" y="9145"/>
                  <a:pt x="1803" y="10273"/>
                </a:cubicBezTo>
                <a:cubicBezTo>
                  <a:pt x="2957" y="11400"/>
                  <a:pt x="4522" y="12036"/>
                  <a:pt x="6154" y="12036"/>
                </a:cubicBezTo>
                <a:lnTo>
                  <a:pt x="28101" y="12036"/>
                </a:lnTo>
                <a:lnTo>
                  <a:pt x="32217" y="31162"/>
                </a:lnTo>
                <a:lnTo>
                  <a:pt x="42346" y="79113"/>
                </a:lnTo>
                <a:lnTo>
                  <a:pt x="29303" y="99928"/>
                </a:lnTo>
                <a:cubicBezTo>
                  <a:pt x="28629" y="100825"/>
                  <a:pt x="28222" y="101886"/>
                  <a:pt x="28128" y="102991"/>
                </a:cubicBezTo>
                <a:cubicBezTo>
                  <a:pt x="28034" y="104101"/>
                  <a:pt x="28262" y="105215"/>
                  <a:pt x="28781" y="106205"/>
                </a:cubicBezTo>
                <a:cubicBezTo>
                  <a:pt x="29826" y="108229"/>
                  <a:pt x="31935" y="109511"/>
                  <a:pt x="34272" y="109511"/>
                </a:cubicBezTo>
                <a:lnTo>
                  <a:pt x="45220" y="109511"/>
                </a:lnTo>
                <a:cubicBezTo>
                  <a:pt x="42887" y="112543"/>
                  <a:pt x="41627" y="116234"/>
                  <a:pt x="41632" y="120027"/>
                </a:cubicBezTo>
                <a:cubicBezTo>
                  <a:pt x="41632" y="129676"/>
                  <a:pt x="49648" y="137517"/>
                  <a:pt x="59518" y="137517"/>
                </a:cubicBezTo>
                <a:cubicBezTo>
                  <a:pt x="69384" y="137517"/>
                  <a:pt x="77401" y="129676"/>
                  <a:pt x="77401" y="120027"/>
                </a:cubicBezTo>
                <a:cubicBezTo>
                  <a:pt x="77401" y="116225"/>
                  <a:pt x="76114" y="112526"/>
                  <a:pt x="73813" y="109511"/>
                </a:cubicBezTo>
                <a:lnTo>
                  <a:pt x="101896" y="109511"/>
                </a:lnTo>
                <a:cubicBezTo>
                  <a:pt x="99564" y="112543"/>
                  <a:pt x="98304" y="116234"/>
                  <a:pt x="98304" y="120027"/>
                </a:cubicBezTo>
                <a:cubicBezTo>
                  <a:pt x="98304" y="129676"/>
                  <a:pt x="106324" y="137517"/>
                  <a:pt x="116190" y="137517"/>
                </a:cubicBezTo>
                <a:cubicBezTo>
                  <a:pt x="126056" y="137517"/>
                  <a:pt x="134077" y="129676"/>
                  <a:pt x="134077" y="120027"/>
                </a:cubicBezTo>
                <a:cubicBezTo>
                  <a:pt x="134077" y="116225"/>
                  <a:pt x="132786" y="112526"/>
                  <a:pt x="130485" y="109511"/>
                </a:cubicBezTo>
                <a:lnTo>
                  <a:pt x="150239" y="109511"/>
                </a:lnTo>
                <a:cubicBezTo>
                  <a:pt x="153622" y="109511"/>
                  <a:pt x="156392" y="106815"/>
                  <a:pt x="156392" y="103491"/>
                </a:cubicBezTo>
                <a:cubicBezTo>
                  <a:pt x="156383" y="101899"/>
                  <a:pt x="155726" y="100374"/>
                  <a:pt x="154573" y="99247"/>
                </a:cubicBezTo>
                <a:cubicBezTo>
                  <a:pt x="153416" y="98124"/>
                  <a:pt x="151852" y="97492"/>
                  <a:pt x="150221" y="97492"/>
                </a:cubicBezTo>
                <a:lnTo>
                  <a:pt x="150221" y="97492"/>
                </a:lnTo>
                <a:close/>
                <a:moveTo>
                  <a:pt x="42624" y="20969"/>
                </a:moveTo>
                <a:lnTo>
                  <a:pt x="143005" y="21292"/>
                </a:lnTo>
                <a:lnTo>
                  <a:pt x="133170" y="75126"/>
                </a:lnTo>
                <a:lnTo>
                  <a:pt x="54322" y="75263"/>
                </a:lnTo>
                <a:lnTo>
                  <a:pt x="42624" y="20969"/>
                </a:lnTo>
                <a:close/>
                <a:moveTo>
                  <a:pt x="59518" y="125415"/>
                </a:moveTo>
                <a:cubicBezTo>
                  <a:pt x="56484" y="125415"/>
                  <a:pt x="54009" y="122993"/>
                  <a:pt x="54009" y="120027"/>
                </a:cubicBezTo>
                <a:cubicBezTo>
                  <a:pt x="54009" y="117061"/>
                  <a:pt x="56484" y="114643"/>
                  <a:pt x="59518" y="114643"/>
                </a:cubicBezTo>
                <a:cubicBezTo>
                  <a:pt x="62548" y="114643"/>
                  <a:pt x="65023" y="117061"/>
                  <a:pt x="65023" y="120027"/>
                </a:cubicBezTo>
                <a:cubicBezTo>
                  <a:pt x="65023" y="121454"/>
                  <a:pt x="64447" y="122825"/>
                  <a:pt x="63410" y="123837"/>
                </a:cubicBezTo>
                <a:cubicBezTo>
                  <a:pt x="62378" y="124849"/>
                  <a:pt x="60980" y="125415"/>
                  <a:pt x="59518" y="125415"/>
                </a:cubicBezTo>
                <a:lnTo>
                  <a:pt x="59518" y="125415"/>
                </a:lnTo>
                <a:close/>
                <a:moveTo>
                  <a:pt x="116190" y="125415"/>
                </a:moveTo>
                <a:cubicBezTo>
                  <a:pt x="113156" y="125415"/>
                  <a:pt x="110681" y="122993"/>
                  <a:pt x="110681" y="120027"/>
                </a:cubicBezTo>
                <a:cubicBezTo>
                  <a:pt x="110681" y="117061"/>
                  <a:pt x="113156" y="114643"/>
                  <a:pt x="116190" y="114643"/>
                </a:cubicBezTo>
                <a:cubicBezTo>
                  <a:pt x="119224" y="114643"/>
                  <a:pt x="121700" y="117061"/>
                  <a:pt x="121700" y="120027"/>
                </a:cubicBezTo>
                <a:cubicBezTo>
                  <a:pt x="121700" y="121454"/>
                  <a:pt x="121119" y="122825"/>
                  <a:pt x="120087" y="123837"/>
                </a:cubicBezTo>
                <a:cubicBezTo>
                  <a:pt x="119055" y="124849"/>
                  <a:pt x="117652" y="125415"/>
                  <a:pt x="116190" y="125415"/>
                </a:cubicBezTo>
                <a:lnTo>
                  <a:pt x="116190" y="125415"/>
                </a:lnTo>
                <a:close/>
              </a:path>
            </a:pathLst>
          </a:custGeom>
          <a:solidFill>
            <a:schemeClr val="tx1"/>
          </a:solidFill>
          <a:ln w="4463" cap="flat">
            <a:noFill/>
            <a:prstDash val="solid"/>
            <a:miter/>
          </a:ln>
        </p:spPr>
        <p:txBody>
          <a:bodyPr rtlCol="0" anchor="ctr"/>
          <a:lstStyle/>
          <a:p>
            <a:endParaRPr lang="en-US"/>
          </a:p>
        </p:txBody>
      </p:sp>
      <p:pic>
        <p:nvPicPr>
          <p:cNvPr id="22" name="Picture 21" descr="Icon&#10;&#10;Description automatically generated">
            <a:extLst>
              <a:ext uri="{FF2B5EF4-FFF2-40B4-BE49-F238E27FC236}">
                <a16:creationId xmlns:a16="http://schemas.microsoft.com/office/drawing/2014/main" id="{DD65525B-2FFB-AE4D-6F5F-34F37FB70D72}"/>
              </a:ext>
            </a:extLst>
          </p:cNvPr>
          <p:cNvPicPr>
            <a:picLocks noChangeAspect="1"/>
          </p:cNvPicPr>
          <p:nvPr/>
        </p:nvPicPr>
        <p:blipFill>
          <a:blip r:embed="rId3"/>
          <a:stretch>
            <a:fillRect/>
          </a:stretch>
        </p:blipFill>
        <p:spPr>
          <a:xfrm>
            <a:off x="7388242" y="2640005"/>
            <a:ext cx="1434820" cy="1422400"/>
          </a:xfrm>
          <a:prstGeom prst="rect">
            <a:avLst/>
          </a:prstGeom>
        </p:spPr>
      </p:pic>
      <p:sp>
        <p:nvSpPr>
          <p:cNvPr id="26" name="TextBox 10">
            <a:extLst>
              <a:ext uri="{FF2B5EF4-FFF2-40B4-BE49-F238E27FC236}">
                <a16:creationId xmlns:a16="http://schemas.microsoft.com/office/drawing/2014/main" id="{B9DA6CD6-CC5E-C15A-BDEE-4DEF21984AE7}"/>
              </a:ext>
            </a:extLst>
          </p:cNvPr>
          <p:cNvSpPr txBox="1"/>
          <p:nvPr/>
        </p:nvSpPr>
        <p:spPr>
          <a:xfrm>
            <a:off x="6348031" y="4052589"/>
            <a:ext cx="943588" cy="200055"/>
          </a:xfrm>
          <a:prstGeom prst="rect">
            <a:avLst/>
          </a:prstGeom>
          <a:noFill/>
        </p:spPr>
        <p:txBody>
          <a:bodyPr wrap="squar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700" dirty="0">
                <a:latin typeface="Manrope" pitchFamily="2" charset="0"/>
                <a:cs typeface="Poppins" pitchFamily="2" charset="77"/>
              </a:rPr>
              <a:t>Composable</a:t>
            </a:r>
          </a:p>
        </p:txBody>
      </p:sp>
      <p:sp>
        <p:nvSpPr>
          <p:cNvPr id="27" name="TextBox 11">
            <a:extLst>
              <a:ext uri="{FF2B5EF4-FFF2-40B4-BE49-F238E27FC236}">
                <a16:creationId xmlns:a16="http://schemas.microsoft.com/office/drawing/2014/main" id="{220FF024-D1CF-3506-F29A-12DD873CAEC1}"/>
              </a:ext>
            </a:extLst>
          </p:cNvPr>
          <p:cNvSpPr txBox="1"/>
          <p:nvPr/>
        </p:nvSpPr>
        <p:spPr>
          <a:xfrm>
            <a:off x="7633858" y="4052589"/>
            <a:ext cx="943588" cy="200055"/>
          </a:xfrm>
          <a:prstGeom prst="rect">
            <a:avLst/>
          </a:prstGeom>
          <a:noFill/>
        </p:spPr>
        <p:txBody>
          <a:bodyPr wrap="squar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700" dirty="0">
                <a:latin typeface="Manrope" pitchFamily="2" charset="0"/>
                <a:cs typeface="Poppins" pitchFamily="2" charset="77"/>
              </a:rPr>
              <a:t>Open Standards</a:t>
            </a:r>
          </a:p>
        </p:txBody>
      </p:sp>
      <p:pic>
        <p:nvPicPr>
          <p:cNvPr id="28" name="Picture 27" descr="Icon&#10;&#10;Description automatically generated">
            <a:extLst>
              <a:ext uri="{FF2B5EF4-FFF2-40B4-BE49-F238E27FC236}">
                <a16:creationId xmlns:a16="http://schemas.microsoft.com/office/drawing/2014/main" id="{9F48480E-8A30-58FE-6CFC-07BFC948257B}"/>
              </a:ext>
            </a:extLst>
          </p:cNvPr>
          <p:cNvPicPr>
            <a:picLocks noChangeAspect="1"/>
          </p:cNvPicPr>
          <p:nvPr/>
        </p:nvPicPr>
        <p:blipFill>
          <a:blip r:embed="rId4" cstate="screen">
            <a:biLevel thresh="50000"/>
            <a:extLst>
              <a:ext uri="{28A0092B-C50C-407E-A947-70E740481C1C}">
                <a14:useLocalDpi xmlns:a14="http://schemas.microsoft.com/office/drawing/2010/main"/>
              </a:ext>
            </a:extLst>
          </a:blip>
          <a:stretch>
            <a:fillRect/>
          </a:stretch>
        </p:blipFill>
        <p:spPr>
          <a:xfrm>
            <a:off x="355730" y="2705883"/>
            <a:ext cx="1143000" cy="1143000"/>
          </a:xfrm>
          <a:prstGeom prst="rect">
            <a:avLst/>
          </a:prstGeom>
        </p:spPr>
      </p:pic>
      <p:sp>
        <p:nvSpPr>
          <p:cNvPr id="29" name="TextBox 13">
            <a:extLst>
              <a:ext uri="{FF2B5EF4-FFF2-40B4-BE49-F238E27FC236}">
                <a16:creationId xmlns:a16="http://schemas.microsoft.com/office/drawing/2014/main" id="{752601DC-B784-3586-7530-5C62FCE8F148}"/>
              </a:ext>
            </a:extLst>
          </p:cNvPr>
          <p:cNvSpPr txBox="1"/>
          <p:nvPr/>
        </p:nvSpPr>
        <p:spPr>
          <a:xfrm>
            <a:off x="454843" y="3593466"/>
            <a:ext cx="943588" cy="200055"/>
          </a:xfrm>
          <a:prstGeom prst="rect">
            <a:avLst/>
          </a:prstGeom>
          <a:noFill/>
        </p:spPr>
        <p:txBody>
          <a:bodyPr wrap="squar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US" sz="700" dirty="0">
                <a:latin typeface="Manrope" pitchFamily="2" charset="0"/>
                <a:cs typeface="Poppins" pitchFamily="2" charset="77"/>
              </a:rPr>
              <a:t>Secure</a:t>
            </a:r>
          </a:p>
        </p:txBody>
      </p:sp>
      <p:pic>
        <p:nvPicPr>
          <p:cNvPr id="31" name="Picture 30" descr="Graphical user interface&#10;&#10;Description automatically generated">
            <a:extLst>
              <a:ext uri="{FF2B5EF4-FFF2-40B4-BE49-F238E27FC236}">
                <a16:creationId xmlns:a16="http://schemas.microsoft.com/office/drawing/2014/main" id="{FB021749-57FA-8ED5-9BCF-113F072CCC16}"/>
              </a:ext>
            </a:extLst>
          </p:cNvPr>
          <p:cNvPicPr>
            <a:picLocks noChangeAspect="1"/>
          </p:cNvPicPr>
          <p:nvPr/>
        </p:nvPicPr>
        <p:blipFill>
          <a:blip r:embed="rId5" cstate="screen">
            <a:extLst>
              <a:ext uri="{28A0092B-C50C-407E-A947-70E740481C1C}">
                <a14:useLocalDpi xmlns:a14="http://schemas.microsoft.com/office/drawing/2010/main"/>
              </a:ext>
            </a:extLst>
          </a:blip>
          <a:stretch>
            <a:fillRect/>
          </a:stretch>
        </p:blipFill>
        <p:spPr>
          <a:xfrm>
            <a:off x="9212033" y="2705883"/>
            <a:ext cx="2395130" cy="1505082"/>
          </a:xfrm>
          <a:prstGeom prst="rect">
            <a:avLst/>
          </a:prstGeom>
        </p:spPr>
      </p:pic>
    </p:spTree>
    <p:extLst>
      <p:ext uri="{BB962C8B-B14F-4D97-AF65-F5344CB8AC3E}">
        <p14:creationId xmlns:p14="http://schemas.microsoft.com/office/powerpoint/2010/main" val="2170166549"/>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Picture Placeholder 8">
            <a:extLst>
              <a:ext uri="{FF2B5EF4-FFF2-40B4-BE49-F238E27FC236}">
                <a16:creationId xmlns:a16="http://schemas.microsoft.com/office/drawing/2014/main" id="{AFAD5B5A-11C2-5674-3908-5668D75E933B}"/>
              </a:ext>
            </a:extLst>
          </p:cNvPr>
          <p:cNvPicPr>
            <a:picLocks noGrp="1" noChangeAspect="1"/>
          </p:cNvPicPr>
          <p:nvPr>
            <p:ph type="pic" sz="quarter" idx="16"/>
          </p:nvPr>
        </p:nvPicPr>
        <p:blipFill rotWithShape="1">
          <a:blip r:embed="rId2">
            <a:extLst>
              <a:ext uri="{28A0092B-C50C-407E-A947-70E740481C1C}">
                <a14:useLocalDpi xmlns:a14="http://schemas.microsoft.com/office/drawing/2010/main" val="0"/>
              </a:ext>
            </a:extLst>
          </a:blip>
          <a:srcRect t="2527" r="2527"/>
          <a:stretch/>
        </p:blipFill>
        <p:spPr>
          <a:xfrm>
            <a:off x="0" y="0"/>
            <a:ext cx="12192000" cy="6858000"/>
          </a:xfrm>
        </p:spPr>
      </p:pic>
      <p:pic>
        <p:nvPicPr>
          <p:cNvPr id="16" name="Picture 15">
            <a:extLst>
              <a:ext uri="{FF2B5EF4-FFF2-40B4-BE49-F238E27FC236}">
                <a16:creationId xmlns:a16="http://schemas.microsoft.com/office/drawing/2014/main" id="{DCD90183-19D7-F5B8-ECE3-D103D67A8FDA}"/>
              </a:ext>
            </a:extLst>
          </p:cNvPr>
          <p:cNvPicPr>
            <a:picLocks noChangeAspect="1"/>
          </p:cNvPicPr>
          <p:nvPr/>
        </p:nvPicPr>
        <p:blipFill>
          <a:blip r:embed="rId3">
            <a:alphaModFix amt="85000"/>
            <a:extLst>
              <a:ext uri="{28A0092B-C50C-407E-A947-70E740481C1C}">
                <a14:useLocalDpi xmlns:a14="http://schemas.microsoft.com/office/drawing/2010/main"/>
              </a:ext>
            </a:extLst>
          </a:blip>
          <a:srcRect/>
          <a:stretch/>
        </p:blipFill>
        <p:spPr>
          <a:xfrm>
            <a:off x="0" y="0"/>
            <a:ext cx="6286500" cy="6857999"/>
          </a:xfrm>
          <a:prstGeom prst="rect">
            <a:avLst/>
          </a:prstGeom>
        </p:spPr>
      </p:pic>
      <p:sp>
        <p:nvSpPr>
          <p:cNvPr id="8" name="Title 7">
            <a:extLst>
              <a:ext uri="{FF2B5EF4-FFF2-40B4-BE49-F238E27FC236}">
                <a16:creationId xmlns:a16="http://schemas.microsoft.com/office/drawing/2014/main" id="{3228C7CB-01CC-E1E0-CF5F-2AEB3947AF1A}"/>
              </a:ext>
            </a:extLst>
          </p:cNvPr>
          <p:cNvSpPr>
            <a:spLocks noGrp="1"/>
          </p:cNvSpPr>
          <p:nvPr>
            <p:ph type="title"/>
          </p:nvPr>
        </p:nvSpPr>
        <p:spPr>
          <a:xfrm>
            <a:off x="601312" y="2930401"/>
            <a:ext cx="4794778" cy="1495794"/>
          </a:xfrm>
        </p:spPr>
        <p:txBody>
          <a:bodyPr/>
          <a:lstStyle/>
          <a:p>
            <a:r>
              <a:rPr lang="en-US" sz="3600" dirty="0"/>
              <a:t>Our Quality &amp; </a:t>
            </a:r>
            <a:br>
              <a:rPr lang="en-US" sz="3600" dirty="0"/>
            </a:br>
            <a:r>
              <a:rPr lang="en-US" sz="3600" dirty="0"/>
              <a:t>Program Management Approach</a:t>
            </a:r>
          </a:p>
        </p:txBody>
      </p:sp>
    </p:spTree>
    <p:extLst>
      <p:ext uri="{BB962C8B-B14F-4D97-AF65-F5344CB8AC3E}">
        <p14:creationId xmlns:p14="http://schemas.microsoft.com/office/powerpoint/2010/main" val="1120156027"/>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60" name="Straight Connector 59">
            <a:extLst>
              <a:ext uri="{FF2B5EF4-FFF2-40B4-BE49-F238E27FC236}">
                <a16:creationId xmlns:a16="http://schemas.microsoft.com/office/drawing/2014/main" id="{2CFA754B-3D3E-4B8D-1DBA-A29E634A815C}"/>
              </a:ext>
            </a:extLst>
          </p:cNvPr>
          <p:cNvCxnSpPr>
            <a:cxnSpLocks/>
          </p:cNvCxnSpPr>
          <p:nvPr/>
        </p:nvCxnSpPr>
        <p:spPr>
          <a:xfrm flipH="1">
            <a:off x="6435114" y="3856678"/>
            <a:ext cx="1271766" cy="525872"/>
          </a:xfrm>
          <a:prstGeom prst="line">
            <a:avLst/>
          </a:prstGeom>
          <a:ln w="15875">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56" name="Straight Connector 55">
            <a:extLst>
              <a:ext uri="{FF2B5EF4-FFF2-40B4-BE49-F238E27FC236}">
                <a16:creationId xmlns:a16="http://schemas.microsoft.com/office/drawing/2014/main" id="{69769F0B-269D-BAB5-3FEF-55613D460AC6}"/>
              </a:ext>
            </a:extLst>
          </p:cNvPr>
          <p:cNvCxnSpPr>
            <a:cxnSpLocks/>
          </p:cNvCxnSpPr>
          <p:nvPr/>
        </p:nvCxnSpPr>
        <p:spPr>
          <a:xfrm flipV="1">
            <a:off x="5996976" y="2712235"/>
            <a:ext cx="0" cy="626831"/>
          </a:xfrm>
          <a:prstGeom prst="line">
            <a:avLst/>
          </a:prstGeom>
          <a:ln w="15875">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55" name="Straight Connector 54">
            <a:extLst>
              <a:ext uri="{FF2B5EF4-FFF2-40B4-BE49-F238E27FC236}">
                <a16:creationId xmlns:a16="http://schemas.microsoft.com/office/drawing/2014/main" id="{66E93C9E-4EB9-1592-E988-D61D304EEDDF}"/>
              </a:ext>
            </a:extLst>
          </p:cNvPr>
          <p:cNvCxnSpPr>
            <a:cxnSpLocks/>
          </p:cNvCxnSpPr>
          <p:nvPr/>
        </p:nvCxnSpPr>
        <p:spPr>
          <a:xfrm flipH="1" flipV="1">
            <a:off x="5006273" y="2981650"/>
            <a:ext cx="500743" cy="620487"/>
          </a:xfrm>
          <a:prstGeom prst="line">
            <a:avLst/>
          </a:prstGeom>
          <a:ln w="15875">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52" name="Straight Connector 51">
            <a:extLst>
              <a:ext uri="{FF2B5EF4-FFF2-40B4-BE49-F238E27FC236}">
                <a16:creationId xmlns:a16="http://schemas.microsoft.com/office/drawing/2014/main" id="{72034BE2-5A3B-F5E9-4E7B-D3FFA02B9693}"/>
              </a:ext>
            </a:extLst>
          </p:cNvPr>
          <p:cNvCxnSpPr>
            <a:cxnSpLocks/>
          </p:cNvCxnSpPr>
          <p:nvPr/>
        </p:nvCxnSpPr>
        <p:spPr>
          <a:xfrm flipV="1">
            <a:off x="6520543" y="3005467"/>
            <a:ext cx="500743" cy="620487"/>
          </a:xfrm>
          <a:prstGeom prst="line">
            <a:avLst/>
          </a:prstGeom>
          <a:ln w="15875">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51" name="Straight Connector 50">
            <a:extLst>
              <a:ext uri="{FF2B5EF4-FFF2-40B4-BE49-F238E27FC236}">
                <a16:creationId xmlns:a16="http://schemas.microsoft.com/office/drawing/2014/main" id="{8F0F3112-8680-6747-2699-22E907B141C8}"/>
              </a:ext>
            </a:extLst>
          </p:cNvPr>
          <p:cNvCxnSpPr>
            <a:cxnSpLocks/>
          </p:cNvCxnSpPr>
          <p:nvPr/>
        </p:nvCxnSpPr>
        <p:spPr>
          <a:xfrm>
            <a:off x="4296664" y="3862082"/>
            <a:ext cx="1271766" cy="525872"/>
          </a:xfrm>
          <a:prstGeom prst="line">
            <a:avLst/>
          </a:prstGeom>
          <a:ln w="15875">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50" name="Straight Connector 49">
            <a:extLst>
              <a:ext uri="{FF2B5EF4-FFF2-40B4-BE49-F238E27FC236}">
                <a16:creationId xmlns:a16="http://schemas.microsoft.com/office/drawing/2014/main" id="{7427CD8E-9E08-F7E4-89AA-74C295C42A43}"/>
              </a:ext>
            </a:extLst>
          </p:cNvPr>
          <p:cNvCxnSpPr/>
          <p:nvPr/>
        </p:nvCxnSpPr>
        <p:spPr>
          <a:xfrm>
            <a:off x="4202640" y="5030211"/>
            <a:ext cx="3602369" cy="0"/>
          </a:xfrm>
          <a:prstGeom prst="line">
            <a:avLst/>
          </a:prstGeom>
          <a:ln w="15875">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48" name="Oval 47">
            <a:extLst>
              <a:ext uri="{FF2B5EF4-FFF2-40B4-BE49-F238E27FC236}">
                <a16:creationId xmlns:a16="http://schemas.microsoft.com/office/drawing/2014/main" id="{AFA611EB-0BE0-18C7-C939-3DE93F4ECEDA}"/>
              </a:ext>
            </a:extLst>
          </p:cNvPr>
          <p:cNvSpPr/>
          <p:nvPr/>
        </p:nvSpPr>
        <p:spPr>
          <a:xfrm>
            <a:off x="4452426" y="2987140"/>
            <a:ext cx="3119120" cy="3119120"/>
          </a:xfrm>
          <a:prstGeom prst="ellipse">
            <a:avLst/>
          </a:prstGeom>
          <a:solidFill>
            <a:schemeClr val="bg1"/>
          </a:solidFill>
          <a:ln w="22225">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sz="1800" b="1" dirty="0">
              <a:solidFill>
                <a:schemeClr val="bg1"/>
              </a:solidFill>
            </a:endParaRPr>
          </a:p>
        </p:txBody>
      </p:sp>
      <p:sp>
        <p:nvSpPr>
          <p:cNvPr id="3" name="Title 1">
            <a:extLst>
              <a:ext uri="{FF2B5EF4-FFF2-40B4-BE49-F238E27FC236}">
                <a16:creationId xmlns:a16="http://schemas.microsoft.com/office/drawing/2014/main" id="{93985D59-6574-384F-3F29-9543EE22DC87}"/>
              </a:ext>
            </a:extLst>
          </p:cNvPr>
          <p:cNvSpPr txBox="1">
            <a:spLocks/>
          </p:cNvSpPr>
          <p:nvPr/>
        </p:nvSpPr>
        <p:spPr>
          <a:xfrm>
            <a:off x="279400" y="291371"/>
            <a:ext cx="9542694" cy="452432"/>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endParaRPr lang="en-US" dirty="0"/>
          </a:p>
        </p:txBody>
      </p:sp>
      <p:sp>
        <p:nvSpPr>
          <p:cNvPr id="5" name="Text Placeholder 4">
            <a:extLst>
              <a:ext uri="{FF2B5EF4-FFF2-40B4-BE49-F238E27FC236}">
                <a16:creationId xmlns:a16="http://schemas.microsoft.com/office/drawing/2014/main" id="{3F4CF35A-39F1-9148-C0F7-AB4E3EA939A2}"/>
              </a:ext>
            </a:extLst>
          </p:cNvPr>
          <p:cNvSpPr>
            <a:spLocks noGrp="1"/>
          </p:cNvSpPr>
          <p:nvPr>
            <p:ph type="body" sz="quarter" idx="15"/>
          </p:nvPr>
        </p:nvSpPr>
        <p:spPr/>
        <p:txBody>
          <a:bodyPr/>
          <a:lstStyle/>
          <a:p>
            <a:pPr>
              <a:tabLst>
                <a:tab pos="966788" algn="l"/>
              </a:tabLst>
            </a:pPr>
            <a:r>
              <a:rPr lang="en-US" dirty="0"/>
              <a:t>Our Quality Management Process</a:t>
            </a:r>
          </a:p>
        </p:txBody>
      </p:sp>
      <p:grpSp>
        <p:nvGrpSpPr>
          <p:cNvPr id="74" name="Group 73">
            <a:extLst>
              <a:ext uri="{FF2B5EF4-FFF2-40B4-BE49-F238E27FC236}">
                <a16:creationId xmlns:a16="http://schemas.microsoft.com/office/drawing/2014/main" id="{719C60C0-112E-3FCF-953B-87FA57C154F5}"/>
              </a:ext>
            </a:extLst>
          </p:cNvPr>
          <p:cNvGrpSpPr/>
          <p:nvPr/>
        </p:nvGrpSpPr>
        <p:grpSpPr>
          <a:xfrm>
            <a:off x="8184088" y="2157485"/>
            <a:ext cx="2585736" cy="511215"/>
            <a:chOff x="9390194" y="2209328"/>
            <a:chExt cx="2517705" cy="536478"/>
          </a:xfrm>
        </p:grpSpPr>
        <p:sp>
          <p:nvSpPr>
            <p:cNvPr id="75" name="TextBox 74">
              <a:extLst>
                <a:ext uri="{FF2B5EF4-FFF2-40B4-BE49-F238E27FC236}">
                  <a16:creationId xmlns:a16="http://schemas.microsoft.com/office/drawing/2014/main" id="{56774977-42BA-0855-D90D-AB2C18B46ED8}"/>
                </a:ext>
              </a:extLst>
            </p:cNvPr>
            <p:cNvSpPr txBox="1"/>
            <p:nvPr/>
          </p:nvSpPr>
          <p:spPr>
            <a:xfrm>
              <a:off x="9390194" y="2422819"/>
              <a:ext cx="2517705" cy="322987"/>
            </a:xfrm>
            <a:prstGeom prst="rect">
              <a:avLst/>
            </a:prstGeom>
            <a:noFill/>
          </p:spPr>
          <p:txBody>
            <a:bodyPr wrap="square" lIns="0" tIns="0" rIns="0" bIns="0" rtlCol="0">
              <a:spAutoFit/>
            </a:bodyPr>
            <a:lstStyle/>
            <a:p>
              <a:pPr defTabSz="1218987"/>
              <a:r>
                <a:rPr lang="en-US" sz="1000" kern="0" dirty="0">
                  <a:latin typeface="Manrope" pitchFamily="2" charset="0"/>
                  <a:cs typeface="Calibri Light"/>
                </a:rPr>
                <a:t>Awareness regarding quality and assurance is facilitated through training programs</a:t>
              </a:r>
            </a:p>
          </p:txBody>
        </p:sp>
        <p:sp>
          <p:nvSpPr>
            <p:cNvPr id="76" name="TextBox 75">
              <a:extLst>
                <a:ext uri="{FF2B5EF4-FFF2-40B4-BE49-F238E27FC236}">
                  <a16:creationId xmlns:a16="http://schemas.microsoft.com/office/drawing/2014/main" id="{69B1FC86-6DC4-B1F2-F98A-E21DF92602A6}"/>
                </a:ext>
              </a:extLst>
            </p:cNvPr>
            <p:cNvSpPr txBox="1"/>
            <p:nvPr/>
          </p:nvSpPr>
          <p:spPr>
            <a:xfrm>
              <a:off x="9390195" y="2209328"/>
              <a:ext cx="1976846" cy="193792"/>
            </a:xfrm>
            <a:prstGeom prst="rect">
              <a:avLst/>
            </a:prstGeom>
            <a:noFill/>
          </p:spPr>
          <p:txBody>
            <a:bodyPr wrap="square" lIns="0" tIns="0" rIns="0" bIns="0" rtlCol="0" anchor="b">
              <a:spAutoFit/>
            </a:bodyPr>
            <a:lstStyle/>
            <a:p>
              <a:pPr defTabSz="1218987"/>
              <a:r>
                <a:rPr lang="en-US" sz="1200" b="1" kern="0" dirty="0">
                  <a:latin typeface="Manrope" pitchFamily="2" charset="0"/>
                  <a:cs typeface="Calibri Light" charset="0"/>
                </a:rPr>
                <a:t>Process Awareness</a:t>
              </a:r>
            </a:p>
          </p:txBody>
        </p:sp>
      </p:grpSp>
      <p:grpSp>
        <p:nvGrpSpPr>
          <p:cNvPr id="78" name="Group 77">
            <a:extLst>
              <a:ext uri="{FF2B5EF4-FFF2-40B4-BE49-F238E27FC236}">
                <a16:creationId xmlns:a16="http://schemas.microsoft.com/office/drawing/2014/main" id="{6C92126B-B75E-2B79-257C-7E8F9BF2117B}"/>
              </a:ext>
            </a:extLst>
          </p:cNvPr>
          <p:cNvGrpSpPr/>
          <p:nvPr/>
        </p:nvGrpSpPr>
        <p:grpSpPr>
          <a:xfrm>
            <a:off x="9046368" y="4585747"/>
            <a:ext cx="2585736" cy="688115"/>
            <a:chOff x="9390194" y="2117087"/>
            <a:chExt cx="2207439" cy="715077"/>
          </a:xfrm>
        </p:grpSpPr>
        <p:sp>
          <p:nvSpPr>
            <p:cNvPr id="79" name="TextBox 78">
              <a:extLst>
                <a:ext uri="{FF2B5EF4-FFF2-40B4-BE49-F238E27FC236}">
                  <a16:creationId xmlns:a16="http://schemas.microsoft.com/office/drawing/2014/main" id="{3B9F299F-370D-7E8E-A238-8C085968C20C}"/>
                </a:ext>
              </a:extLst>
            </p:cNvPr>
            <p:cNvSpPr txBox="1"/>
            <p:nvPr/>
          </p:nvSpPr>
          <p:spPr>
            <a:xfrm>
              <a:off x="9390194" y="2352409"/>
              <a:ext cx="2207439" cy="479755"/>
            </a:xfrm>
            <a:prstGeom prst="rect">
              <a:avLst/>
            </a:prstGeom>
            <a:noFill/>
          </p:spPr>
          <p:txBody>
            <a:bodyPr wrap="square" lIns="0" tIns="0" rIns="0" bIns="0" rtlCol="0">
              <a:spAutoFit/>
            </a:bodyPr>
            <a:lstStyle/>
            <a:p>
              <a:pPr defTabSz="1218987"/>
              <a:r>
                <a:rPr lang="en-US" sz="1000" kern="0" dirty="0">
                  <a:latin typeface="Manrope" pitchFamily="2" charset="0"/>
                  <a:cs typeface="Calibri Light"/>
                </a:rPr>
                <a:t>This framework describes confidentiality, integrity and availability of information and services and is carried out through tests, assessments, scans, and audits</a:t>
              </a:r>
            </a:p>
          </p:txBody>
        </p:sp>
        <p:sp>
          <p:nvSpPr>
            <p:cNvPr id="80" name="TextBox 79">
              <a:extLst>
                <a:ext uri="{FF2B5EF4-FFF2-40B4-BE49-F238E27FC236}">
                  <a16:creationId xmlns:a16="http://schemas.microsoft.com/office/drawing/2014/main" id="{04CC1563-9F7E-2BF5-8E04-578D1A4B994E}"/>
                </a:ext>
              </a:extLst>
            </p:cNvPr>
            <p:cNvSpPr txBox="1"/>
            <p:nvPr/>
          </p:nvSpPr>
          <p:spPr>
            <a:xfrm>
              <a:off x="9390194" y="2117087"/>
              <a:ext cx="2114487" cy="191902"/>
            </a:xfrm>
            <a:prstGeom prst="rect">
              <a:avLst/>
            </a:prstGeom>
            <a:noFill/>
          </p:spPr>
          <p:txBody>
            <a:bodyPr wrap="square" lIns="0" tIns="0" rIns="0" bIns="0" rtlCol="0" anchor="b">
              <a:spAutoFit/>
            </a:bodyPr>
            <a:lstStyle/>
            <a:p>
              <a:pPr defTabSz="1218987"/>
              <a:r>
                <a:rPr lang="en-US" sz="1200" b="1" kern="0" dirty="0">
                  <a:latin typeface="Manrope" pitchFamily="2" charset="0"/>
                  <a:cs typeface="Calibri Light" charset="0"/>
                </a:rPr>
                <a:t>Security Assurance Framework</a:t>
              </a:r>
            </a:p>
          </p:txBody>
        </p:sp>
      </p:grpSp>
      <p:grpSp>
        <p:nvGrpSpPr>
          <p:cNvPr id="81" name="Group 80">
            <a:extLst>
              <a:ext uri="{FF2B5EF4-FFF2-40B4-BE49-F238E27FC236}">
                <a16:creationId xmlns:a16="http://schemas.microsoft.com/office/drawing/2014/main" id="{FDE9CCC9-0E40-A20F-CEA6-6F624DD1448D}"/>
              </a:ext>
            </a:extLst>
          </p:cNvPr>
          <p:cNvGrpSpPr/>
          <p:nvPr/>
        </p:nvGrpSpPr>
        <p:grpSpPr>
          <a:xfrm>
            <a:off x="642656" y="2130254"/>
            <a:ext cx="3162585" cy="516622"/>
            <a:chOff x="8822971" y="1957130"/>
            <a:chExt cx="2681712" cy="984363"/>
          </a:xfrm>
        </p:grpSpPr>
        <p:sp>
          <p:nvSpPr>
            <p:cNvPr id="82" name="TextBox 81">
              <a:extLst>
                <a:ext uri="{FF2B5EF4-FFF2-40B4-BE49-F238E27FC236}">
                  <a16:creationId xmlns:a16="http://schemas.microsoft.com/office/drawing/2014/main" id="{FADABF79-B6D2-1F5F-9BB2-AE664C0EC27C}"/>
                </a:ext>
              </a:extLst>
            </p:cNvPr>
            <p:cNvSpPr txBox="1"/>
            <p:nvPr/>
          </p:nvSpPr>
          <p:spPr>
            <a:xfrm>
              <a:off x="8999303" y="2355060"/>
              <a:ext cx="2505380" cy="586433"/>
            </a:xfrm>
            <a:prstGeom prst="rect">
              <a:avLst/>
            </a:prstGeom>
            <a:noFill/>
          </p:spPr>
          <p:txBody>
            <a:bodyPr wrap="square" lIns="0" tIns="0" rIns="0" bIns="0" rtlCol="0" anchor="t">
              <a:spAutoFit/>
            </a:bodyPr>
            <a:lstStyle/>
            <a:p>
              <a:pPr algn="r" defTabSz="1218987"/>
              <a:r>
                <a:rPr lang="en-US" sz="1000" kern="0" dirty="0">
                  <a:latin typeface="Manrope" pitchFamily="2" charset="0"/>
                  <a:ea typeface="Calibri Light" charset="0"/>
                  <a:cs typeface="Calibri Light"/>
                </a:rPr>
                <a:t>Hexaware has an autonomous group dedicated to all quality and security management activities</a:t>
              </a:r>
              <a:endParaRPr lang="en-US" sz="1000" dirty="0">
                <a:latin typeface="Manrope" pitchFamily="2" charset="0"/>
                <a:ea typeface="Calibri Light" charset="0"/>
                <a:cs typeface="Calibri Light"/>
              </a:endParaRPr>
            </a:p>
          </p:txBody>
        </p:sp>
        <p:sp>
          <p:nvSpPr>
            <p:cNvPr id="83" name="TextBox 82">
              <a:extLst>
                <a:ext uri="{FF2B5EF4-FFF2-40B4-BE49-F238E27FC236}">
                  <a16:creationId xmlns:a16="http://schemas.microsoft.com/office/drawing/2014/main" id="{3913738A-5C95-4300-5CCA-CDE817F52986}"/>
                </a:ext>
              </a:extLst>
            </p:cNvPr>
            <p:cNvSpPr txBox="1"/>
            <p:nvPr/>
          </p:nvSpPr>
          <p:spPr>
            <a:xfrm>
              <a:off x="8822971" y="1957130"/>
              <a:ext cx="2681709" cy="351860"/>
            </a:xfrm>
            <a:prstGeom prst="rect">
              <a:avLst/>
            </a:prstGeom>
            <a:noFill/>
          </p:spPr>
          <p:txBody>
            <a:bodyPr wrap="square" lIns="0" tIns="0" rIns="0" bIns="0" rtlCol="0" anchor="b">
              <a:spAutoFit/>
            </a:bodyPr>
            <a:lstStyle/>
            <a:p>
              <a:pPr algn="r" defTabSz="1218987"/>
              <a:r>
                <a:rPr lang="en-US" sz="1200" b="1" kern="0" dirty="0">
                  <a:latin typeface="Manrope" pitchFamily="2" charset="0"/>
                  <a:ea typeface="Calibri Light" charset="0"/>
                  <a:cs typeface="Calibri Light" charset="0"/>
                </a:rPr>
                <a:t>Autonomous Quality Management Group</a:t>
              </a:r>
              <a:endParaRPr lang="en-US" sz="1200" b="1" dirty="0">
                <a:latin typeface="Manrope" pitchFamily="2" charset="0"/>
                <a:ea typeface="Calibri Light" charset="0"/>
                <a:cs typeface="Calibri Light" charset="0"/>
              </a:endParaRPr>
            </a:p>
          </p:txBody>
        </p:sp>
      </p:grpSp>
      <p:grpSp>
        <p:nvGrpSpPr>
          <p:cNvPr id="84" name="Group 83">
            <a:extLst>
              <a:ext uri="{FF2B5EF4-FFF2-40B4-BE49-F238E27FC236}">
                <a16:creationId xmlns:a16="http://schemas.microsoft.com/office/drawing/2014/main" id="{33755F57-625D-8CC8-5708-57392362F8B7}"/>
              </a:ext>
            </a:extLst>
          </p:cNvPr>
          <p:cNvGrpSpPr/>
          <p:nvPr/>
        </p:nvGrpSpPr>
        <p:grpSpPr>
          <a:xfrm>
            <a:off x="-134585" y="4675538"/>
            <a:ext cx="3078565" cy="999855"/>
            <a:chOff x="9717938" y="2033805"/>
            <a:chExt cx="1786744" cy="1489955"/>
          </a:xfrm>
        </p:grpSpPr>
        <p:sp>
          <p:nvSpPr>
            <p:cNvPr id="85" name="TextBox 84">
              <a:extLst>
                <a:ext uri="{FF2B5EF4-FFF2-40B4-BE49-F238E27FC236}">
                  <a16:creationId xmlns:a16="http://schemas.microsoft.com/office/drawing/2014/main" id="{2EB2CD98-3A13-08D4-196D-52C0C7339802}"/>
                </a:ext>
              </a:extLst>
            </p:cNvPr>
            <p:cNvSpPr txBox="1"/>
            <p:nvPr/>
          </p:nvSpPr>
          <p:spPr>
            <a:xfrm>
              <a:off x="10169035" y="2377161"/>
              <a:ext cx="1335647" cy="1146599"/>
            </a:xfrm>
            <a:prstGeom prst="rect">
              <a:avLst/>
            </a:prstGeom>
            <a:noFill/>
          </p:spPr>
          <p:txBody>
            <a:bodyPr wrap="square" lIns="0" tIns="0" rIns="0" bIns="0" rtlCol="0">
              <a:spAutoFit/>
            </a:bodyPr>
            <a:lstStyle/>
            <a:p>
              <a:pPr algn="r" defTabSz="1218987"/>
              <a:r>
                <a:rPr lang="en-US" sz="1000" kern="0" dirty="0">
                  <a:latin typeface="Manrope" pitchFamily="2" charset="0"/>
                  <a:cs typeface="Calibri Light"/>
                </a:rPr>
                <a:t>Hexaware has a well-defined quality management system that addresses all management and technical processes through all the life cycle phases of project execution</a:t>
              </a:r>
            </a:p>
          </p:txBody>
        </p:sp>
        <p:sp>
          <p:nvSpPr>
            <p:cNvPr id="86" name="TextBox 85">
              <a:extLst>
                <a:ext uri="{FF2B5EF4-FFF2-40B4-BE49-F238E27FC236}">
                  <a16:creationId xmlns:a16="http://schemas.microsoft.com/office/drawing/2014/main" id="{CFB61726-DE4B-5EE6-ABF3-A2E86975157C}"/>
                </a:ext>
              </a:extLst>
            </p:cNvPr>
            <p:cNvSpPr txBox="1"/>
            <p:nvPr/>
          </p:nvSpPr>
          <p:spPr>
            <a:xfrm>
              <a:off x="9717938" y="2033805"/>
              <a:ext cx="1786743" cy="275184"/>
            </a:xfrm>
            <a:prstGeom prst="rect">
              <a:avLst/>
            </a:prstGeom>
            <a:noFill/>
          </p:spPr>
          <p:txBody>
            <a:bodyPr wrap="square" lIns="0" tIns="0" rIns="0" bIns="0" rtlCol="0" anchor="b">
              <a:spAutoFit/>
            </a:bodyPr>
            <a:lstStyle/>
            <a:p>
              <a:pPr algn="r" defTabSz="1218987"/>
              <a:r>
                <a:rPr lang="en-US" sz="1200" b="1" kern="0" dirty="0">
                  <a:latin typeface="Manrope" pitchFamily="2" charset="0"/>
                  <a:cs typeface="Calibri Light" charset="0"/>
                </a:rPr>
                <a:t>Quality Management System</a:t>
              </a:r>
            </a:p>
          </p:txBody>
        </p:sp>
      </p:grpSp>
      <p:grpSp>
        <p:nvGrpSpPr>
          <p:cNvPr id="87" name="Group 86">
            <a:extLst>
              <a:ext uri="{FF2B5EF4-FFF2-40B4-BE49-F238E27FC236}">
                <a16:creationId xmlns:a16="http://schemas.microsoft.com/office/drawing/2014/main" id="{BD57FCA2-2C3C-A2B0-FE86-13906D95DB70}"/>
              </a:ext>
            </a:extLst>
          </p:cNvPr>
          <p:cNvGrpSpPr/>
          <p:nvPr/>
        </p:nvGrpSpPr>
        <p:grpSpPr>
          <a:xfrm>
            <a:off x="467139" y="3128300"/>
            <a:ext cx="2476841" cy="836342"/>
            <a:chOff x="9439299" y="2135500"/>
            <a:chExt cx="2076457" cy="877674"/>
          </a:xfrm>
        </p:grpSpPr>
        <p:sp>
          <p:nvSpPr>
            <p:cNvPr id="88" name="TextBox 87">
              <a:extLst>
                <a:ext uri="{FF2B5EF4-FFF2-40B4-BE49-F238E27FC236}">
                  <a16:creationId xmlns:a16="http://schemas.microsoft.com/office/drawing/2014/main" id="{CDF4EBAA-715F-43BD-189D-F4AFBE7EA9B2}"/>
                </a:ext>
              </a:extLst>
            </p:cNvPr>
            <p:cNvSpPr txBox="1"/>
            <p:nvPr/>
          </p:nvSpPr>
          <p:spPr>
            <a:xfrm>
              <a:off x="9439299" y="2367200"/>
              <a:ext cx="2063573" cy="645974"/>
            </a:xfrm>
            <a:prstGeom prst="rect">
              <a:avLst/>
            </a:prstGeom>
            <a:noFill/>
          </p:spPr>
          <p:txBody>
            <a:bodyPr wrap="square" lIns="0" tIns="0" rIns="0" bIns="0" rtlCol="0" anchor="ctr">
              <a:spAutoFit/>
            </a:bodyPr>
            <a:lstStyle/>
            <a:p>
              <a:pPr algn="r" defTabSz="1218987"/>
              <a:r>
                <a:rPr lang="en-US" sz="1000" kern="0" dirty="0">
                  <a:latin typeface="Manrope" pitchFamily="2" charset="0"/>
                  <a:cs typeface="Calibri Light"/>
                </a:rPr>
                <a:t>Hexaware has adopted and achieved several international standards such as ISO 9001, 14001, 27001, 20000-1, SOC assessments, SEI CMM Level 5 </a:t>
              </a:r>
            </a:p>
          </p:txBody>
        </p:sp>
        <p:sp>
          <p:nvSpPr>
            <p:cNvPr id="89" name="TextBox 88">
              <a:extLst>
                <a:ext uri="{FF2B5EF4-FFF2-40B4-BE49-F238E27FC236}">
                  <a16:creationId xmlns:a16="http://schemas.microsoft.com/office/drawing/2014/main" id="{4B2E22B4-F5C4-505C-9326-5A1E32D7E82B}"/>
                </a:ext>
              </a:extLst>
            </p:cNvPr>
            <p:cNvSpPr txBox="1"/>
            <p:nvPr/>
          </p:nvSpPr>
          <p:spPr>
            <a:xfrm>
              <a:off x="9458656" y="2135500"/>
              <a:ext cx="2057100" cy="193792"/>
            </a:xfrm>
            <a:prstGeom prst="rect">
              <a:avLst/>
            </a:prstGeom>
            <a:noFill/>
          </p:spPr>
          <p:txBody>
            <a:bodyPr wrap="square" lIns="0" tIns="0" rIns="0" bIns="0" rtlCol="0" anchor="ctr">
              <a:spAutoFit/>
            </a:bodyPr>
            <a:lstStyle/>
            <a:p>
              <a:pPr algn="r" defTabSz="1218987"/>
              <a:r>
                <a:rPr lang="en-US" sz="1200" b="1" kern="0" dirty="0">
                  <a:latin typeface="Manrope" pitchFamily="2" charset="0"/>
                  <a:cs typeface="Calibri Light" charset="0"/>
                </a:rPr>
                <a:t>International Standards</a:t>
              </a:r>
            </a:p>
          </p:txBody>
        </p:sp>
      </p:grpSp>
      <p:grpSp>
        <p:nvGrpSpPr>
          <p:cNvPr id="90" name="Group 89">
            <a:extLst>
              <a:ext uri="{FF2B5EF4-FFF2-40B4-BE49-F238E27FC236}">
                <a16:creationId xmlns:a16="http://schemas.microsoft.com/office/drawing/2014/main" id="{70630693-74F1-25E2-5E8B-89966B03F64C}"/>
              </a:ext>
            </a:extLst>
          </p:cNvPr>
          <p:cNvGrpSpPr/>
          <p:nvPr/>
        </p:nvGrpSpPr>
        <p:grpSpPr>
          <a:xfrm>
            <a:off x="9046368" y="3246720"/>
            <a:ext cx="2585737" cy="681312"/>
            <a:chOff x="9390194" y="2194917"/>
            <a:chExt cx="2114488" cy="557951"/>
          </a:xfrm>
        </p:grpSpPr>
        <p:sp>
          <p:nvSpPr>
            <p:cNvPr id="91" name="TextBox 90">
              <a:extLst>
                <a:ext uri="{FF2B5EF4-FFF2-40B4-BE49-F238E27FC236}">
                  <a16:creationId xmlns:a16="http://schemas.microsoft.com/office/drawing/2014/main" id="{72A84D8A-C13C-77CC-CFBC-83A457F8E18B}"/>
                </a:ext>
              </a:extLst>
            </p:cNvPr>
            <p:cNvSpPr txBox="1"/>
            <p:nvPr/>
          </p:nvSpPr>
          <p:spPr>
            <a:xfrm>
              <a:off x="9390195" y="2374795"/>
              <a:ext cx="2114487" cy="378073"/>
            </a:xfrm>
            <a:prstGeom prst="rect">
              <a:avLst/>
            </a:prstGeom>
            <a:noFill/>
          </p:spPr>
          <p:txBody>
            <a:bodyPr wrap="square" lIns="0" tIns="0" rIns="0" bIns="0" rtlCol="0" anchor="ctr">
              <a:spAutoFit/>
            </a:bodyPr>
            <a:lstStyle/>
            <a:p>
              <a:pPr defTabSz="1218987"/>
              <a:r>
                <a:rPr lang="en-US" sz="1000" kern="0" dirty="0">
                  <a:latin typeface="Manrope" pitchFamily="2" charset="0"/>
                  <a:cs typeface="Calibri Light"/>
                </a:rPr>
                <a:t>All Hexaware processes and policies are compliant with GDPR requirements in terms of all risks and privacy factors </a:t>
              </a:r>
            </a:p>
          </p:txBody>
        </p:sp>
        <p:sp>
          <p:nvSpPr>
            <p:cNvPr id="92" name="TextBox 91">
              <a:extLst>
                <a:ext uri="{FF2B5EF4-FFF2-40B4-BE49-F238E27FC236}">
                  <a16:creationId xmlns:a16="http://schemas.microsoft.com/office/drawing/2014/main" id="{2D4311E3-CB1E-96C4-18CC-B3F217EAA13A}"/>
                </a:ext>
              </a:extLst>
            </p:cNvPr>
            <p:cNvSpPr txBox="1"/>
            <p:nvPr/>
          </p:nvSpPr>
          <p:spPr>
            <a:xfrm>
              <a:off x="9390194" y="2194917"/>
              <a:ext cx="2114487" cy="151229"/>
            </a:xfrm>
            <a:prstGeom prst="rect">
              <a:avLst/>
            </a:prstGeom>
            <a:noFill/>
          </p:spPr>
          <p:txBody>
            <a:bodyPr wrap="square" lIns="0" tIns="0" rIns="0" bIns="0" rtlCol="0" anchor="ctr">
              <a:spAutoFit/>
            </a:bodyPr>
            <a:lstStyle/>
            <a:p>
              <a:pPr defTabSz="1218987"/>
              <a:r>
                <a:rPr lang="en-US" sz="1200" b="1" kern="0" dirty="0">
                  <a:latin typeface="Manrope" pitchFamily="2" charset="0"/>
                  <a:cs typeface="Calibri Light" charset="0"/>
                </a:rPr>
                <a:t>Data Privacy</a:t>
              </a:r>
            </a:p>
          </p:txBody>
        </p:sp>
      </p:grpSp>
      <p:grpSp>
        <p:nvGrpSpPr>
          <p:cNvPr id="143" name="Group 142">
            <a:extLst>
              <a:ext uri="{FF2B5EF4-FFF2-40B4-BE49-F238E27FC236}">
                <a16:creationId xmlns:a16="http://schemas.microsoft.com/office/drawing/2014/main" id="{BEC4B897-EF3A-716D-680A-CEC9C4CBE319}"/>
              </a:ext>
            </a:extLst>
          </p:cNvPr>
          <p:cNvGrpSpPr/>
          <p:nvPr/>
        </p:nvGrpSpPr>
        <p:grpSpPr>
          <a:xfrm>
            <a:off x="4159240" y="983013"/>
            <a:ext cx="3689168" cy="529627"/>
            <a:chOff x="8804238" y="2115198"/>
            <a:chExt cx="3290887" cy="555802"/>
          </a:xfrm>
        </p:grpSpPr>
        <p:sp>
          <p:nvSpPr>
            <p:cNvPr id="144" name="TextBox 143">
              <a:extLst>
                <a:ext uri="{FF2B5EF4-FFF2-40B4-BE49-F238E27FC236}">
                  <a16:creationId xmlns:a16="http://schemas.microsoft.com/office/drawing/2014/main" id="{16011A71-4E31-0D03-68CA-3F556CE4EFEE}"/>
                </a:ext>
              </a:extLst>
            </p:cNvPr>
            <p:cNvSpPr txBox="1"/>
            <p:nvPr/>
          </p:nvSpPr>
          <p:spPr>
            <a:xfrm>
              <a:off x="8804238" y="2348013"/>
              <a:ext cx="3290887" cy="322987"/>
            </a:xfrm>
            <a:prstGeom prst="rect">
              <a:avLst/>
            </a:prstGeom>
            <a:noFill/>
          </p:spPr>
          <p:txBody>
            <a:bodyPr wrap="square" lIns="0" tIns="0" rIns="0" bIns="0" rtlCol="0">
              <a:spAutoFit/>
            </a:bodyPr>
            <a:lstStyle/>
            <a:p>
              <a:pPr algn="ctr" defTabSz="1218987"/>
              <a:r>
                <a:rPr lang="en-US" sz="1000" kern="0" dirty="0">
                  <a:latin typeface="Manrope" pitchFamily="2" charset="0"/>
                  <a:cs typeface="Calibri Light"/>
                </a:rPr>
                <a:t>This framework describes process quality and product quality which is followed through health checks, reviews, and audits</a:t>
              </a:r>
            </a:p>
          </p:txBody>
        </p:sp>
        <p:sp>
          <p:nvSpPr>
            <p:cNvPr id="145" name="TextBox 144">
              <a:extLst>
                <a:ext uri="{FF2B5EF4-FFF2-40B4-BE49-F238E27FC236}">
                  <a16:creationId xmlns:a16="http://schemas.microsoft.com/office/drawing/2014/main" id="{31B4DB6E-2338-86A3-B784-2A2B0BDB6BB8}"/>
                </a:ext>
              </a:extLst>
            </p:cNvPr>
            <p:cNvSpPr txBox="1"/>
            <p:nvPr/>
          </p:nvSpPr>
          <p:spPr>
            <a:xfrm>
              <a:off x="9390194" y="2115198"/>
              <a:ext cx="2114487" cy="193792"/>
            </a:xfrm>
            <a:prstGeom prst="rect">
              <a:avLst/>
            </a:prstGeom>
            <a:noFill/>
          </p:spPr>
          <p:txBody>
            <a:bodyPr wrap="square" lIns="0" tIns="0" rIns="0" bIns="0" rtlCol="0" anchor="b">
              <a:spAutoFit/>
            </a:bodyPr>
            <a:lstStyle/>
            <a:p>
              <a:pPr algn="ctr" defTabSz="1218987"/>
              <a:r>
                <a:rPr lang="en-US" sz="1200" b="1" kern="0" dirty="0">
                  <a:latin typeface="Manrope" pitchFamily="2" charset="0"/>
                  <a:cs typeface="Calibri Light" charset="0"/>
                </a:rPr>
                <a:t>Quality Assurance Framework</a:t>
              </a:r>
            </a:p>
          </p:txBody>
        </p:sp>
      </p:grpSp>
      <p:grpSp>
        <p:nvGrpSpPr>
          <p:cNvPr id="32" name="Group 31">
            <a:extLst>
              <a:ext uri="{FF2B5EF4-FFF2-40B4-BE49-F238E27FC236}">
                <a16:creationId xmlns:a16="http://schemas.microsoft.com/office/drawing/2014/main" id="{B7A6E50B-E35A-5AAC-E2E4-EC28EA294E89}"/>
              </a:ext>
            </a:extLst>
          </p:cNvPr>
          <p:cNvGrpSpPr/>
          <p:nvPr/>
        </p:nvGrpSpPr>
        <p:grpSpPr>
          <a:xfrm>
            <a:off x="3193178" y="1699235"/>
            <a:ext cx="5637617" cy="3745707"/>
            <a:chOff x="3292201" y="1699265"/>
            <a:chExt cx="5637617" cy="3745707"/>
          </a:xfrm>
        </p:grpSpPr>
        <p:sp>
          <p:nvSpPr>
            <p:cNvPr id="23" name="Freeform 22">
              <a:extLst>
                <a:ext uri="{FF2B5EF4-FFF2-40B4-BE49-F238E27FC236}">
                  <a16:creationId xmlns:a16="http://schemas.microsoft.com/office/drawing/2014/main" id="{CE942ADE-B045-0B0A-8AC8-055BF8E778C6}"/>
                </a:ext>
              </a:extLst>
            </p:cNvPr>
            <p:cNvSpPr/>
            <p:nvPr/>
          </p:nvSpPr>
          <p:spPr>
            <a:xfrm>
              <a:off x="3292201" y="4585776"/>
              <a:ext cx="857406" cy="857668"/>
            </a:xfrm>
            <a:custGeom>
              <a:avLst/>
              <a:gdLst>
                <a:gd name="connsiteX0" fmla="*/ 658863 w 857406"/>
                <a:gd name="connsiteY0" fmla="*/ 67454 h 857668"/>
                <a:gd name="connsiteX1" fmla="*/ 429203 w 857406"/>
                <a:gd name="connsiteY1" fmla="*/ 0 h 857668"/>
                <a:gd name="connsiteX2" fmla="*/ 335926 w 857406"/>
                <a:gd name="connsiteY2" fmla="*/ 10283 h 857668"/>
                <a:gd name="connsiteX3" fmla="*/ 264435 w 857406"/>
                <a:gd name="connsiteY3" fmla="*/ 32813 h 857668"/>
                <a:gd name="connsiteX4" fmla="*/ 10263 w 857406"/>
                <a:gd name="connsiteY4" fmla="*/ 521682 h 857668"/>
                <a:gd name="connsiteX5" fmla="*/ 428657 w 857406"/>
                <a:gd name="connsiteY5" fmla="*/ 857669 h 857668"/>
                <a:gd name="connsiteX6" fmla="*/ 521470 w 857406"/>
                <a:gd name="connsiteY6" fmla="*/ 847468 h 857668"/>
                <a:gd name="connsiteX7" fmla="*/ 592961 w 857406"/>
                <a:gd name="connsiteY7" fmla="*/ 824938 h 857668"/>
                <a:gd name="connsiteX8" fmla="*/ 847133 w 857406"/>
                <a:gd name="connsiteY8" fmla="*/ 336068 h 857668"/>
                <a:gd name="connsiteX9" fmla="*/ 658863 w 857406"/>
                <a:gd name="connsiteY9" fmla="*/ 67454 h 857668"/>
                <a:gd name="connsiteX10" fmla="*/ 584918 w 857406"/>
                <a:gd name="connsiteY10" fmla="*/ 805572 h 857668"/>
                <a:gd name="connsiteX11" fmla="*/ 516917 w 857406"/>
                <a:gd name="connsiteY11" fmla="*/ 826983 h 857668"/>
                <a:gd name="connsiteX12" fmla="*/ 428630 w 857406"/>
                <a:gd name="connsiteY12" fmla="*/ 836694 h 857668"/>
                <a:gd name="connsiteX13" fmla="*/ 30740 w 857406"/>
                <a:gd name="connsiteY13" fmla="*/ 517154 h 857668"/>
                <a:gd name="connsiteX14" fmla="*/ 272479 w 857406"/>
                <a:gd name="connsiteY14" fmla="*/ 52234 h 857668"/>
                <a:gd name="connsiteX15" fmla="*/ 340480 w 857406"/>
                <a:gd name="connsiteY15" fmla="*/ 30822 h 857668"/>
                <a:gd name="connsiteX16" fmla="*/ 429230 w 857406"/>
                <a:gd name="connsiteY16" fmla="*/ 21030 h 857668"/>
                <a:gd name="connsiteX17" fmla="*/ 647602 w 857406"/>
                <a:gd name="connsiteY17" fmla="*/ 85183 h 857668"/>
                <a:gd name="connsiteX18" fmla="*/ 826656 w 857406"/>
                <a:gd name="connsiteY18" fmla="*/ 340651 h 857668"/>
                <a:gd name="connsiteX19" fmla="*/ 584918 w 857406"/>
                <a:gd name="connsiteY19" fmla="*/ 805572 h 8576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857406" h="857668">
                  <a:moveTo>
                    <a:pt x="658863" y="67454"/>
                  </a:moveTo>
                  <a:cubicBezTo>
                    <a:pt x="589607" y="23321"/>
                    <a:pt x="510209" y="0"/>
                    <a:pt x="429203" y="0"/>
                  </a:cubicBezTo>
                  <a:cubicBezTo>
                    <a:pt x="398065" y="0"/>
                    <a:pt x="366682" y="3464"/>
                    <a:pt x="335926" y="10283"/>
                  </a:cubicBezTo>
                  <a:cubicBezTo>
                    <a:pt x="311469" y="15711"/>
                    <a:pt x="287420" y="23294"/>
                    <a:pt x="264435" y="32813"/>
                  </a:cubicBezTo>
                  <a:cubicBezTo>
                    <a:pt x="72075" y="112514"/>
                    <a:pt x="-34834" y="318121"/>
                    <a:pt x="10263" y="521682"/>
                  </a:cubicBezTo>
                  <a:cubicBezTo>
                    <a:pt x="53425" y="716379"/>
                    <a:pt x="229399" y="857669"/>
                    <a:pt x="428657" y="857669"/>
                  </a:cubicBezTo>
                  <a:cubicBezTo>
                    <a:pt x="459713" y="857669"/>
                    <a:pt x="490932" y="854232"/>
                    <a:pt x="521470" y="847468"/>
                  </a:cubicBezTo>
                  <a:cubicBezTo>
                    <a:pt x="545846" y="842067"/>
                    <a:pt x="569894" y="834484"/>
                    <a:pt x="592961" y="824938"/>
                  </a:cubicBezTo>
                  <a:cubicBezTo>
                    <a:pt x="785349" y="745237"/>
                    <a:pt x="892258" y="539630"/>
                    <a:pt x="847133" y="336068"/>
                  </a:cubicBezTo>
                  <a:cubicBezTo>
                    <a:pt x="822376" y="224455"/>
                    <a:pt x="755520" y="129043"/>
                    <a:pt x="658863" y="67454"/>
                  </a:cubicBezTo>
                  <a:close/>
                  <a:moveTo>
                    <a:pt x="584918" y="805572"/>
                  </a:moveTo>
                  <a:cubicBezTo>
                    <a:pt x="563023" y="814627"/>
                    <a:pt x="540147" y="821828"/>
                    <a:pt x="516917" y="826983"/>
                  </a:cubicBezTo>
                  <a:cubicBezTo>
                    <a:pt x="487851" y="833421"/>
                    <a:pt x="458159" y="836694"/>
                    <a:pt x="428630" y="836694"/>
                  </a:cubicBezTo>
                  <a:cubicBezTo>
                    <a:pt x="239133" y="836694"/>
                    <a:pt x="71775" y="702304"/>
                    <a:pt x="30740" y="517154"/>
                  </a:cubicBezTo>
                  <a:cubicBezTo>
                    <a:pt x="-12149" y="323576"/>
                    <a:pt x="89525" y="128034"/>
                    <a:pt x="272479" y="52234"/>
                  </a:cubicBezTo>
                  <a:cubicBezTo>
                    <a:pt x="294346" y="43178"/>
                    <a:pt x="317222" y="35977"/>
                    <a:pt x="340480" y="30822"/>
                  </a:cubicBezTo>
                  <a:cubicBezTo>
                    <a:pt x="369736" y="24330"/>
                    <a:pt x="399592" y="21030"/>
                    <a:pt x="429230" y="21030"/>
                  </a:cubicBezTo>
                  <a:cubicBezTo>
                    <a:pt x="506228" y="21030"/>
                    <a:pt x="581728" y="43233"/>
                    <a:pt x="647602" y="85183"/>
                  </a:cubicBezTo>
                  <a:cubicBezTo>
                    <a:pt x="739542" y="143772"/>
                    <a:pt x="803126" y="234492"/>
                    <a:pt x="826656" y="340651"/>
                  </a:cubicBezTo>
                  <a:cubicBezTo>
                    <a:pt x="869545" y="534229"/>
                    <a:pt x="767899" y="729771"/>
                    <a:pt x="584918" y="805572"/>
                  </a:cubicBezTo>
                  <a:close/>
                </a:path>
              </a:pathLst>
            </a:custGeom>
            <a:solidFill>
              <a:schemeClr val="bg1">
                <a:lumMod val="85000"/>
              </a:schemeClr>
            </a:solidFill>
            <a:ln w="0" cap="flat">
              <a:noFill/>
              <a:prstDash val="solid"/>
              <a:miter/>
            </a:ln>
          </p:spPr>
          <p:txBody>
            <a:bodyPr rtlCol="0" anchor="ctr"/>
            <a:lstStyle/>
            <a:p>
              <a:endParaRPr lang="en-US"/>
            </a:p>
          </p:txBody>
        </p:sp>
        <p:sp>
          <p:nvSpPr>
            <p:cNvPr id="24" name="Freeform 23">
              <a:extLst>
                <a:ext uri="{FF2B5EF4-FFF2-40B4-BE49-F238E27FC236}">
                  <a16:creationId xmlns:a16="http://schemas.microsoft.com/office/drawing/2014/main" id="{F0342420-402D-4659-F562-FD2B3905DF48}"/>
                </a:ext>
              </a:extLst>
            </p:cNvPr>
            <p:cNvSpPr/>
            <p:nvPr/>
          </p:nvSpPr>
          <p:spPr>
            <a:xfrm>
              <a:off x="3426722" y="3235833"/>
              <a:ext cx="857118" cy="857641"/>
            </a:xfrm>
            <a:custGeom>
              <a:avLst/>
              <a:gdLst>
                <a:gd name="connsiteX0" fmla="*/ 614880 w 857118"/>
                <a:gd name="connsiteY0" fmla="*/ 42660 h 857641"/>
                <a:gd name="connsiteX1" fmla="*/ 526375 w 857118"/>
                <a:gd name="connsiteY1" fmla="*/ 11429 h 857641"/>
                <a:gd name="connsiteX2" fmla="*/ 452185 w 857118"/>
                <a:gd name="connsiteY2" fmla="*/ 682 h 857641"/>
                <a:gd name="connsiteX3" fmla="*/ 427836 w 857118"/>
                <a:gd name="connsiteY3" fmla="*/ 0 h 857641"/>
                <a:gd name="connsiteX4" fmla="*/ 11160 w 857118"/>
                <a:gd name="connsiteY4" fmla="*/ 330804 h 857641"/>
                <a:gd name="connsiteX5" fmla="*/ 242374 w 857118"/>
                <a:gd name="connsiteY5" fmla="*/ 815146 h 857641"/>
                <a:gd name="connsiteX6" fmla="*/ 330443 w 857118"/>
                <a:gd name="connsiteY6" fmla="*/ 846213 h 857641"/>
                <a:gd name="connsiteX7" fmla="*/ 404606 w 857118"/>
                <a:gd name="connsiteY7" fmla="*/ 856960 h 857641"/>
                <a:gd name="connsiteX8" fmla="*/ 428954 w 857118"/>
                <a:gd name="connsiteY8" fmla="*/ 857642 h 857641"/>
                <a:gd name="connsiteX9" fmla="*/ 845658 w 857118"/>
                <a:gd name="connsiteY9" fmla="*/ 526810 h 857641"/>
                <a:gd name="connsiteX10" fmla="*/ 792544 w 857118"/>
                <a:gd name="connsiteY10" fmla="*/ 203070 h 857641"/>
                <a:gd name="connsiteX11" fmla="*/ 614880 w 857118"/>
                <a:gd name="connsiteY11" fmla="*/ 42633 h 857641"/>
                <a:gd name="connsiteX12" fmla="*/ 825208 w 857118"/>
                <a:gd name="connsiteY12" fmla="*/ 522037 h 857641"/>
                <a:gd name="connsiteX13" fmla="*/ 405778 w 857118"/>
                <a:gd name="connsiteY13" fmla="*/ 836012 h 857641"/>
                <a:gd name="connsiteX14" fmla="*/ 335242 w 857118"/>
                <a:gd name="connsiteY14" fmla="*/ 825783 h 857641"/>
                <a:gd name="connsiteX15" fmla="*/ 251481 w 857118"/>
                <a:gd name="connsiteY15" fmla="*/ 796216 h 857641"/>
                <a:gd name="connsiteX16" fmla="*/ 31582 w 857118"/>
                <a:gd name="connsiteY16" fmla="*/ 335605 h 857641"/>
                <a:gd name="connsiteX17" fmla="*/ 451012 w 857118"/>
                <a:gd name="connsiteY17" fmla="*/ 21630 h 857641"/>
                <a:gd name="connsiteX18" fmla="*/ 521576 w 857118"/>
                <a:gd name="connsiteY18" fmla="*/ 31859 h 857641"/>
                <a:gd name="connsiteX19" fmla="*/ 605773 w 857118"/>
                <a:gd name="connsiteY19" fmla="*/ 61562 h 857641"/>
                <a:gd name="connsiteX20" fmla="*/ 774685 w 857118"/>
                <a:gd name="connsiteY20" fmla="*/ 214145 h 857641"/>
                <a:gd name="connsiteX21" fmla="*/ 825208 w 857118"/>
                <a:gd name="connsiteY21" fmla="*/ 522037 h 85764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857118" h="857641">
                  <a:moveTo>
                    <a:pt x="614880" y="42660"/>
                  </a:moveTo>
                  <a:cubicBezTo>
                    <a:pt x="586823" y="29158"/>
                    <a:pt x="557049" y="18630"/>
                    <a:pt x="526375" y="11429"/>
                  </a:cubicBezTo>
                  <a:cubicBezTo>
                    <a:pt x="501999" y="5701"/>
                    <a:pt x="477024" y="2073"/>
                    <a:pt x="452185" y="682"/>
                  </a:cubicBezTo>
                  <a:cubicBezTo>
                    <a:pt x="444114" y="218"/>
                    <a:pt x="435907" y="0"/>
                    <a:pt x="427836" y="0"/>
                  </a:cubicBezTo>
                  <a:cubicBezTo>
                    <a:pt x="228251" y="0"/>
                    <a:pt x="56912" y="136026"/>
                    <a:pt x="11160" y="330804"/>
                  </a:cubicBezTo>
                  <a:cubicBezTo>
                    <a:pt x="-34401" y="524955"/>
                    <a:pt x="62856" y="728653"/>
                    <a:pt x="242374" y="815146"/>
                  </a:cubicBezTo>
                  <a:cubicBezTo>
                    <a:pt x="270349" y="828620"/>
                    <a:pt x="299987" y="839067"/>
                    <a:pt x="330443" y="846213"/>
                  </a:cubicBezTo>
                  <a:cubicBezTo>
                    <a:pt x="354764" y="851941"/>
                    <a:pt x="379712" y="855542"/>
                    <a:pt x="404606" y="856960"/>
                  </a:cubicBezTo>
                  <a:cubicBezTo>
                    <a:pt x="412677" y="857424"/>
                    <a:pt x="420884" y="857642"/>
                    <a:pt x="428954" y="857642"/>
                  </a:cubicBezTo>
                  <a:cubicBezTo>
                    <a:pt x="628567" y="857642"/>
                    <a:pt x="799906" y="721589"/>
                    <a:pt x="845658" y="526810"/>
                  </a:cubicBezTo>
                  <a:cubicBezTo>
                    <a:pt x="871778" y="415497"/>
                    <a:pt x="852910" y="300528"/>
                    <a:pt x="792544" y="203070"/>
                  </a:cubicBezTo>
                  <a:cubicBezTo>
                    <a:pt x="749300" y="133271"/>
                    <a:pt x="687870" y="77791"/>
                    <a:pt x="614880" y="42633"/>
                  </a:cubicBezTo>
                  <a:close/>
                  <a:moveTo>
                    <a:pt x="825208" y="522037"/>
                  </a:moveTo>
                  <a:cubicBezTo>
                    <a:pt x="779893" y="715070"/>
                    <a:pt x="603483" y="847113"/>
                    <a:pt x="405778" y="836012"/>
                  </a:cubicBezTo>
                  <a:cubicBezTo>
                    <a:pt x="382139" y="834675"/>
                    <a:pt x="358390" y="831239"/>
                    <a:pt x="335242" y="825783"/>
                  </a:cubicBezTo>
                  <a:cubicBezTo>
                    <a:pt x="306258" y="818964"/>
                    <a:pt x="278065" y="809036"/>
                    <a:pt x="251481" y="796216"/>
                  </a:cubicBezTo>
                  <a:cubicBezTo>
                    <a:pt x="80743" y="713951"/>
                    <a:pt x="-11743" y="520264"/>
                    <a:pt x="31582" y="335605"/>
                  </a:cubicBezTo>
                  <a:cubicBezTo>
                    <a:pt x="76925" y="142572"/>
                    <a:pt x="253308" y="10529"/>
                    <a:pt x="451012" y="21630"/>
                  </a:cubicBezTo>
                  <a:cubicBezTo>
                    <a:pt x="474624" y="22966"/>
                    <a:pt x="498373" y="26403"/>
                    <a:pt x="521576" y="31859"/>
                  </a:cubicBezTo>
                  <a:cubicBezTo>
                    <a:pt x="550751" y="38705"/>
                    <a:pt x="579080" y="48715"/>
                    <a:pt x="605773" y="61562"/>
                  </a:cubicBezTo>
                  <a:cubicBezTo>
                    <a:pt x="675137" y="94975"/>
                    <a:pt x="733568" y="147727"/>
                    <a:pt x="774685" y="214145"/>
                  </a:cubicBezTo>
                  <a:cubicBezTo>
                    <a:pt x="832107" y="306829"/>
                    <a:pt x="850048" y="416178"/>
                    <a:pt x="825208" y="522037"/>
                  </a:cubicBezTo>
                  <a:close/>
                </a:path>
              </a:pathLst>
            </a:custGeom>
            <a:solidFill>
              <a:schemeClr val="bg1">
                <a:lumMod val="85000"/>
              </a:schemeClr>
            </a:solidFill>
            <a:ln w="0" cap="flat">
              <a:noFill/>
              <a:prstDash val="solid"/>
              <a:miter/>
            </a:ln>
          </p:spPr>
          <p:txBody>
            <a:bodyPr rtlCol="0" anchor="ctr"/>
            <a:lstStyle/>
            <a:p>
              <a:endParaRPr lang="en-US"/>
            </a:p>
          </p:txBody>
        </p:sp>
        <p:sp>
          <p:nvSpPr>
            <p:cNvPr id="25" name="Freeform 24">
              <a:extLst>
                <a:ext uri="{FF2B5EF4-FFF2-40B4-BE49-F238E27FC236}">
                  <a16:creationId xmlns:a16="http://schemas.microsoft.com/office/drawing/2014/main" id="{EA330B08-F182-EFBE-4D49-DFD6DC05CA06}"/>
                </a:ext>
              </a:extLst>
            </p:cNvPr>
            <p:cNvSpPr/>
            <p:nvPr/>
          </p:nvSpPr>
          <p:spPr>
            <a:xfrm>
              <a:off x="4301663" y="2124175"/>
              <a:ext cx="856265" cy="857996"/>
            </a:xfrm>
            <a:custGeom>
              <a:avLst/>
              <a:gdLst>
                <a:gd name="connsiteX0" fmla="*/ 763329 w 856265"/>
                <a:gd name="connsiteY0" fmla="*/ 162020 h 857996"/>
                <a:gd name="connsiteX1" fmla="*/ 697128 w 856265"/>
                <a:gd name="connsiteY1" fmla="*/ 95466 h 857996"/>
                <a:gd name="connsiteX2" fmla="*/ 634962 w 856265"/>
                <a:gd name="connsiteY2" fmla="*/ 53597 h 857996"/>
                <a:gd name="connsiteX3" fmla="*/ 427851 w 856265"/>
                <a:gd name="connsiteY3" fmla="*/ 0 h 857996"/>
                <a:gd name="connsiteX4" fmla="*/ 94417 w 856265"/>
                <a:gd name="connsiteY4" fmla="*/ 159592 h 857996"/>
                <a:gd name="connsiteX5" fmla="*/ 92699 w 856265"/>
                <a:gd name="connsiteY5" fmla="*/ 696304 h 857996"/>
                <a:gd name="connsiteX6" fmla="*/ 158546 w 856265"/>
                <a:gd name="connsiteY6" fmla="*/ 762530 h 857996"/>
                <a:gd name="connsiteX7" fmla="*/ 220712 w 856265"/>
                <a:gd name="connsiteY7" fmla="*/ 804399 h 857996"/>
                <a:gd name="connsiteX8" fmla="*/ 427823 w 856265"/>
                <a:gd name="connsiteY8" fmla="*/ 857996 h 857996"/>
                <a:gd name="connsiteX9" fmla="*/ 761257 w 856265"/>
                <a:gd name="connsiteY9" fmla="*/ 698377 h 857996"/>
                <a:gd name="connsiteX10" fmla="*/ 853797 w 856265"/>
                <a:gd name="connsiteY10" fmla="*/ 383638 h 857996"/>
                <a:gd name="connsiteX11" fmla="*/ 763329 w 856265"/>
                <a:gd name="connsiteY11" fmla="*/ 161965 h 857996"/>
                <a:gd name="connsiteX12" fmla="*/ 744925 w 856265"/>
                <a:gd name="connsiteY12" fmla="*/ 685202 h 857996"/>
                <a:gd name="connsiteX13" fmla="*/ 230855 w 856265"/>
                <a:gd name="connsiteY13" fmla="*/ 786015 h 857996"/>
                <a:gd name="connsiteX14" fmla="*/ 171716 w 856265"/>
                <a:gd name="connsiteY14" fmla="*/ 746192 h 857996"/>
                <a:gd name="connsiteX15" fmla="*/ 109086 w 856265"/>
                <a:gd name="connsiteY15" fmla="*/ 683211 h 857996"/>
                <a:gd name="connsiteX16" fmla="*/ 110722 w 856265"/>
                <a:gd name="connsiteY16" fmla="*/ 172767 h 857996"/>
                <a:gd name="connsiteX17" fmla="*/ 624792 w 856265"/>
                <a:gd name="connsiteY17" fmla="*/ 71954 h 857996"/>
                <a:gd name="connsiteX18" fmla="*/ 683931 w 856265"/>
                <a:gd name="connsiteY18" fmla="*/ 111777 h 857996"/>
                <a:gd name="connsiteX19" fmla="*/ 746915 w 856265"/>
                <a:gd name="connsiteY19" fmla="*/ 175085 h 857996"/>
                <a:gd name="connsiteX20" fmla="*/ 832911 w 856265"/>
                <a:gd name="connsiteY20" fmla="*/ 385875 h 857996"/>
                <a:gd name="connsiteX21" fmla="*/ 744898 w 856265"/>
                <a:gd name="connsiteY21" fmla="*/ 685202 h 8579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856265" h="857996">
                  <a:moveTo>
                    <a:pt x="763329" y="162020"/>
                  </a:moveTo>
                  <a:cubicBezTo>
                    <a:pt x="743889" y="137662"/>
                    <a:pt x="721640" y="115269"/>
                    <a:pt x="697128" y="95466"/>
                  </a:cubicBezTo>
                  <a:cubicBezTo>
                    <a:pt x="677660" y="79728"/>
                    <a:pt x="656720" y="65626"/>
                    <a:pt x="634962" y="53597"/>
                  </a:cubicBezTo>
                  <a:cubicBezTo>
                    <a:pt x="571541" y="18520"/>
                    <a:pt x="499914" y="0"/>
                    <a:pt x="427851" y="0"/>
                  </a:cubicBezTo>
                  <a:cubicBezTo>
                    <a:pt x="297874" y="0"/>
                    <a:pt x="176324" y="58180"/>
                    <a:pt x="94417" y="159592"/>
                  </a:cubicBezTo>
                  <a:cubicBezTo>
                    <a:pt x="-30815" y="314739"/>
                    <a:pt x="-31551" y="540475"/>
                    <a:pt x="92699" y="696304"/>
                  </a:cubicBezTo>
                  <a:cubicBezTo>
                    <a:pt x="112058" y="720607"/>
                    <a:pt x="134225" y="742864"/>
                    <a:pt x="158546" y="762530"/>
                  </a:cubicBezTo>
                  <a:cubicBezTo>
                    <a:pt x="177987" y="778241"/>
                    <a:pt x="198900" y="792316"/>
                    <a:pt x="220712" y="804399"/>
                  </a:cubicBezTo>
                  <a:cubicBezTo>
                    <a:pt x="284132" y="839476"/>
                    <a:pt x="355760" y="857996"/>
                    <a:pt x="427823" y="857996"/>
                  </a:cubicBezTo>
                  <a:cubicBezTo>
                    <a:pt x="557800" y="857996"/>
                    <a:pt x="679350" y="799816"/>
                    <a:pt x="761257" y="698377"/>
                  </a:cubicBezTo>
                  <a:cubicBezTo>
                    <a:pt x="833048" y="609429"/>
                    <a:pt x="865931" y="497652"/>
                    <a:pt x="853797" y="383638"/>
                  </a:cubicBezTo>
                  <a:cubicBezTo>
                    <a:pt x="845099" y="301973"/>
                    <a:pt x="813825" y="225328"/>
                    <a:pt x="763329" y="161965"/>
                  </a:cubicBezTo>
                  <a:close/>
                  <a:moveTo>
                    <a:pt x="744925" y="685202"/>
                  </a:moveTo>
                  <a:cubicBezTo>
                    <a:pt x="620375" y="839449"/>
                    <a:pt x="404184" y="881863"/>
                    <a:pt x="230855" y="786015"/>
                  </a:cubicBezTo>
                  <a:cubicBezTo>
                    <a:pt x="210133" y="774532"/>
                    <a:pt x="190229" y="761139"/>
                    <a:pt x="171716" y="746192"/>
                  </a:cubicBezTo>
                  <a:cubicBezTo>
                    <a:pt x="148540" y="727480"/>
                    <a:pt x="127490" y="706287"/>
                    <a:pt x="109086" y="683211"/>
                  </a:cubicBezTo>
                  <a:cubicBezTo>
                    <a:pt x="-9057" y="534993"/>
                    <a:pt x="-8375" y="320330"/>
                    <a:pt x="110722" y="172767"/>
                  </a:cubicBezTo>
                  <a:cubicBezTo>
                    <a:pt x="235299" y="18520"/>
                    <a:pt x="451490" y="-23867"/>
                    <a:pt x="624792" y="71954"/>
                  </a:cubicBezTo>
                  <a:cubicBezTo>
                    <a:pt x="645486" y="83410"/>
                    <a:pt x="665390" y="96803"/>
                    <a:pt x="683931" y="111777"/>
                  </a:cubicBezTo>
                  <a:cubicBezTo>
                    <a:pt x="707243" y="130598"/>
                    <a:pt x="728429" y="151928"/>
                    <a:pt x="746915" y="175085"/>
                  </a:cubicBezTo>
                  <a:cubicBezTo>
                    <a:pt x="794903" y="235283"/>
                    <a:pt x="824650" y="308192"/>
                    <a:pt x="832911" y="385875"/>
                  </a:cubicBezTo>
                  <a:cubicBezTo>
                    <a:pt x="844445" y="494297"/>
                    <a:pt x="813198" y="600619"/>
                    <a:pt x="744898" y="685202"/>
                  </a:cubicBezTo>
                  <a:close/>
                </a:path>
              </a:pathLst>
            </a:custGeom>
            <a:solidFill>
              <a:schemeClr val="bg1">
                <a:lumMod val="85000"/>
              </a:schemeClr>
            </a:solidFill>
            <a:ln w="0" cap="flat">
              <a:noFill/>
              <a:prstDash val="solid"/>
              <a:miter/>
            </a:ln>
          </p:spPr>
          <p:txBody>
            <a:bodyPr rtlCol="0" anchor="ctr"/>
            <a:lstStyle/>
            <a:p>
              <a:endParaRPr lang="en-US"/>
            </a:p>
          </p:txBody>
        </p:sp>
        <p:sp>
          <p:nvSpPr>
            <p:cNvPr id="26" name="Freeform 25">
              <a:extLst>
                <a:ext uri="{FF2B5EF4-FFF2-40B4-BE49-F238E27FC236}">
                  <a16:creationId xmlns:a16="http://schemas.microsoft.com/office/drawing/2014/main" id="{F684C3CB-0210-6B24-D2BF-CAF0A1AE6425}"/>
                </a:ext>
              </a:extLst>
            </p:cNvPr>
            <p:cNvSpPr/>
            <p:nvPr/>
          </p:nvSpPr>
          <p:spPr>
            <a:xfrm>
              <a:off x="5667453" y="1699265"/>
              <a:ext cx="857093" cy="857859"/>
            </a:xfrm>
            <a:custGeom>
              <a:avLst/>
              <a:gdLst>
                <a:gd name="connsiteX0" fmla="*/ 815755 w 857093"/>
                <a:gd name="connsiteY0" fmla="*/ 245321 h 857859"/>
                <a:gd name="connsiteX1" fmla="*/ 777910 w 857093"/>
                <a:gd name="connsiteY1" fmla="*/ 180622 h 857859"/>
                <a:gd name="connsiteX2" fmla="*/ 428717 w 857093"/>
                <a:gd name="connsiteY2" fmla="*/ 0 h 857859"/>
                <a:gd name="connsiteX3" fmla="*/ 244891 w 857093"/>
                <a:gd name="connsiteY3" fmla="*/ 41487 h 857859"/>
                <a:gd name="connsiteX4" fmla="*/ 10568 w 857093"/>
                <a:gd name="connsiteY4" fmla="*/ 524301 h 857859"/>
                <a:gd name="connsiteX5" fmla="*/ 41160 w 857093"/>
                <a:gd name="connsiteY5" fmla="*/ 612539 h 857859"/>
                <a:gd name="connsiteX6" fmla="*/ 79005 w 857093"/>
                <a:gd name="connsiteY6" fmla="*/ 677238 h 857859"/>
                <a:gd name="connsiteX7" fmla="*/ 428171 w 857093"/>
                <a:gd name="connsiteY7" fmla="*/ 857860 h 857859"/>
                <a:gd name="connsiteX8" fmla="*/ 611998 w 857093"/>
                <a:gd name="connsiteY8" fmla="*/ 816346 h 857859"/>
                <a:gd name="connsiteX9" fmla="*/ 831869 w 857093"/>
                <a:gd name="connsiteY9" fmla="*/ 572934 h 857859"/>
                <a:gd name="connsiteX10" fmla="*/ 846511 w 857093"/>
                <a:gd name="connsiteY10" fmla="*/ 333941 h 857859"/>
                <a:gd name="connsiteX11" fmla="*/ 815728 w 857093"/>
                <a:gd name="connsiteY11" fmla="*/ 245266 h 857859"/>
                <a:gd name="connsiteX12" fmla="*/ 812156 w 857093"/>
                <a:gd name="connsiteY12" fmla="*/ 565924 h 857859"/>
                <a:gd name="connsiteX13" fmla="*/ 603054 w 857093"/>
                <a:gd name="connsiteY13" fmla="*/ 797416 h 857859"/>
                <a:gd name="connsiteX14" fmla="*/ 96156 w 857093"/>
                <a:gd name="connsiteY14" fmla="*/ 665127 h 857859"/>
                <a:gd name="connsiteX15" fmla="*/ 60165 w 857093"/>
                <a:gd name="connsiteY15" fmla="*/ 603565 h 857859"/>
                <a:gd name="connsiteX16" fmla="*/ 31045 w 857093"/>
                <a:gd name="connsiteY16" fmla="*/ 519637 h 857859"/>
                <a:gd name="connsiteX17" fmla="*/ 253916 w 857093"/>
                <a:gd name="connsiteY17" fmla="*/ 60444 h 857859"/>
                <a:gd name="connsiteX18" fmla="*/ 760814 w 857093"/>
                <a:gd name="connsiteY18" fmla="*/ 192733 h 857859"/>
                <a:gd name="connsiteX19" fmla="*/ 796833 w 857093"/>
                <a:gd name="connsiteY19" fmla="*/ 254295 h 857859"/>
                <a:gd name="connsiteX20" fmla="*/ 826116 w 857093"/>
                <a:gd name="connsiteY20" fmla="*/ 338660 h 857859"/>
                <a:gd name="connsiteX21" fmla="*/ 812183 w 857093"/>
                <a:gd name="connsiteY21" fmla="*/ 565924 h 8578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857093" h="857859">
                  <a:moveTo>
                    <a:pt x="815755" y="245321"/>
                  </a:moveTo>
                  <a:cubicBezTo>
                    <a:pt x="805039" y="222682"/>
                    <a:pt x="792306" y="200916"/>
                    <a:pt x="777910" y="180622"/>
                  </a:cubicBezTo>
                  <a:cubicBezTo>
                    <a:pt x="697694" y="67508"/>
                    <a:pt x="567145" y="0"/>
                    <a:pt x="428717" y="0"/>
                  </a:cubicBezTo>
                  <a:cubicBezTo>
                    <a:pt x="364860" y="0"/>
                    <a:pt x="303021" y="13965"/>
                    <a:pt x="244891" y="41487"/>
                  </a:cubicBezTo>
                  <a:cubicBezTo>
                    <a:pt x="64773" y="126916"/>
                    <a:pt x="-33793" y="329959"/>
                    <a:pt x="10568" y="524301"/>
                  </a:cubicBezTo>
                  <a:cubicBezTo>
                    <a:pt x="17466" y="554605"/>
                    <a:pt x="27773" y="584281"/>
                    <a:pt x="41160" y="612539"/>
                  </a:cubicBezTo>
                  <a:cubicBezTo>
                    <a:pt x="51876" y="635124"/>
                    <a:pt x="64582" y="656890"/>
                    <a:pt x="79005" y="677238"/>
                  </a:cubicBezTo>
                  <a:cubicBezTo>
                    <a:pt x="159221" y="790324"/>
                    <a:pt x="289743" y="857860"/>
                    <a:pt x="428171" y="857860"/>
                  </a:cubicBezTo>
                  <a:cubicBezTo>
                    <a:pt x="492055" y="857860"/>
                    <a:pt x="553894" y="843895"/>
                    <a:pt x="611998" y="816346"/>
                  </a:cubicBezTo>
                  <a:cubicBezTo>
                    <a:pt x="715280" y="767358"/>
                    <a:pt x="793343" y="680920"/>
                    <a:pt x="831869" y="572934"/>
                  </a:cubicBezTo>
                  <a:cubicBezTo>
                    <a:pt x="859462" y="495579"/>
                    <a:pt x="864534" y="412933"/>
                    <a:pt x="846511" y="333941"/>
                  </a:cubicBezTo>
                  <a:cubicBezTo>
                    <a:pt x="839585" y="303555"/>
                    <a:pt x="829224" y="273715"/>
                    <a:pt x="815728" y="245266"/>
                  </a:cubicBezTo>
                  <a:close/>
                  <a:moveTo>
                    <a:pt x="812156" y="565924"/>
                  </a:moveTo>
                  <a:cubicBezTo>
                    <a:pt x="775511" y="668619"/>
                    <a:pt x="701266" y="750829"/>
                    <a:pt x="603054" y="797416"/>
                  </a:cubicBezTo>
                  <a:cubicBezTo>
                    <a:pt x="423945" y="882327"/>
                    <a:pt x="210754" y="826683"/>
                    <a:pt x="96156" y="665127"/>
                  </a:cubicBezTo>
                  <a:cubicBezTo>
                    <a:pt x="82468" y="645788"/>
                    <a:pt x="70335" y="625086"/>
                    <a:pt x="60165" y="603565"/>
                  </a:cubicBezTo>
                  <a:cubicBezTo>
                    <a:pt x="47404" y="576671"/>
                    <a:pt x="37616" y="548413"/>
                    <a:pt x="31045" y="519637"/>
                  </a:cubicBezTo>
                  <a:cubicBezTo>
                    <a:pt x="-11135" y="334814"/>
                    <a:pt x="82605" y="141699"/>
                    <a:pt x="253916" y="60444"/>
                  </a:cubicBezTo>
                  <a:cubicBezTo>
                    <a:pt x="433052" y="-24467"/>
                    <a:pt x="646216" y="31177"/>
                    <a:pt x="760814" y="192733"/>
                  </a:cubicBezTo>
                  <a:cubicBezTo>
                    <a:pt x="774502" y="212017"/>
                    <a:pt x="786635" y="232747"/>
                    <a:pt x="796833" y="254295"/>
                  </a:cubicBezTo>
                  <a:cubicBezTo>
                    <a:pt x="809675" y="281380"/>
                    <a:pt x="819518" y="309774"/>
                    <a:pt x="826116" y="338660"/>
                  </a:cubicBezTo>
                  <a:cubicBezTo>
                    <a:pt x="843266" y="413751"/>
                    <a:pt x="838440" y="492333"/>
                    <a:pt x="812183" y="565924"/>
                  </a:cubicBezTo>
                  <a:close/>
                </a:path>
              </a:pathLst>
            </a:custGeom>
            <a:solidFill>
              <a:schemeClr val="bg1">
                <a:lumMod val="85000"/>
              </a:schemeClr>
            </a:solidFill>
            <a:ln w="0" cap="flat">
              <a:noFill/>
              <a:prstDash val="solid"/>
              <a:miter/>
            </a:ln>
          </p:spPr>
          <p:txBody>
            <a:bodyPr rtlCol="0" anchor="ctr"/>
            <a:lstStyle/>
            <a:p>
              <a:endParaRPr lang="en-US"/>
            </a:p>
          </p:txBody>
        </p:sp>
        <p:sp>
          <p:nvSpPr>
            <p:cNvPr id="27" name="Freeform 26">
              <a:extLst>
                <a:ext uri="{FF2B5EF4-FFF2-40B4-BE49-F238E27FC236}">
                  <a16:creationId xmlns:a16="http://schemas.microsoft.com/office/drawing/2014/main" id="{E84326D7-B195-83FC-B829-6BC3BDB8D625}"/>
                </a:ext>
              </a:extLst>
            </p:cNvPr>
            <p:cNvSpPr/>
            <p:nvPr/>
          </p:nvSpPr>
          <p:spPr>
            <a:xfrm>
              <a:off x="7034071" y="2124175"/>
              <a:ext cx="857119" cy="857505"/>
            </a:xfrm>
            <a:custGeom>
              <a:avLst/>
              <a:gdLst>
                <a:gd name="connsiteX0" fmla="*/ 846367 w 857119"/>
                <a:gd name="connsiteY0" fmla="*/ 524683 h 857505"/>
                <a:gd name="connsiteX1" fmla="*/ 857110 w 857119"/>
                <a:gd name="connsiteY1" fmla="*/ 431426 h 857505"/>
                <a:gd name="connsiteX2" fmla="*/ 851084 w 857119"/>
                <a:gd name="connsiteY2" fmla="*/ 356689 h 857505"/>
                <a:gd name="connsiteX3" fmla="*/ 431218 w 857119"/>
                <a:gd name="connsiteY3" fmla="*/ 0 h 857505"/>
                <a:gd name="connsiteX4" fmla="*/ 428628 w 857119"/>
                <a:gd name="connsiteY4" fmla="*/ 0 h 857505"/>
                <a:gd name="connsiteX5" fmla="*/ 10697 w 857119"/>
                <a:gd name="connsiteY5" fmla="*/ 333286 h 857505"/>
                <a:gd name="connsiteX6" fmla="*/ 9 w 857119"/>
                <a:gd name="connsiteY6" fmla="*/ 426080 h 857505"/>
                <a:gd name="connsiteX7" fmla="*/ 6035 w 857119"/>
                <a:gd name="connsiteY7" fmla="*/ 500816 h 857505"/>
                <a:gd name="connsiteX8" fmla="*/ 425901 w 857119"/>
                <a:gd name="connsiteY8" fmla="*/ 857505 h 857505"/>
                <a:gd name="connsiteX9" fmla="*/ 428573 w 857119"/>
                <a:gd name="connsiteY9" fmla="*/ 857505 h 857505"/>
                <a:gd name="connsiteX10" fmla="*/ 729588 w 857119"/>
                <a:gd name="connsiteY10" fmla="*/ 733645 h 857505"/>
                <a:gd name="connsiteX11" fmla="*/ 846394 w 857119"/>
                <a:gd name="connsiteY11" fmla="*/ 524683 h 857505"/>
                <a:gd name="connsiteX12" fmla="*/ 426010 w 857119"/>
                <a:gd name="connsiteY12" fmla="*/ 836530 h 857505"/>
                <a:gd name="connsiteX13" fmla="*/ 26702 w 857119"/>
                <a:gd name="connsiteY13" fmla="*/ 497325 h 857505"/>
                <a:gd name="connsiteX14" fmla="*/ 20949 w 857119"/>
                <a:gd name="connsiteY14" fmla="*/ 426243 h 857505"/>
                <a:gd name="connsiteX15" fmla="*/ 31119 w 857119"/>
                <a:gd name="connsiteY15" fmla="*/ 337978 h 857505"/>
                <a:gd name="connsiteX16" fmla="*/ 431082 w 857119"/>
                <a:gd name="connsiteY16" fmla="*/ 21003 h 857505"/>
                <a:gd name="connsiteX17" fmla="*/ 830389 w 857119"/>
                <a:gd name="connsiteY17" fmla="*/ 360208 h 857505"/>
                <a:gd name="connsiteX18" fmla="*/ 836142 w 857119"/>
                <a:gd name="connsiteY18" fmla="*/ 431289 h 857505"/>
                <a:gd name="connsiteX19" fmla="*/ 825918 w 857119"/>
                <a:gd name="connsiteY19" fmla="*/ 520018 h 857505"/>
                <a:gd name="connsiteX20" fmla="*/ 714809 w 857119"/>
                <a:gd name="connsiteY20" fmla="*/ 718725 h 857505"/>
                <a:gd name="connsiteX21" fmla="*/ 426010 w 857119"/>
                <a:gd name="connsiteY21" fmla="*/ 836530 h 85750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857119" h="857505">
                  <a:moveTo>
                    <a:pt x="846367" y="524683"/>
                  </a:moveTo>
                  <a:cubicBezTo>
                    <a:pt x="853293" y="494297"/>
                    <a:pt x="856919" y="462930"/>
                    <a:pt x="857110" y="431426"/>
                  </a:cubicBezTo>
                  <a:cubicBezTo>
                    <a:pt x="857273" y="406414"/>
                    <a:pt x="855256" y="381265"/>
                    <a:pt x="851084" y="356689"/>
                  </a:cubicBezTo>
                  <a:cubicBezTo>
                    <a:pt x="816211" y="151328"/>
                    <a:pt x="639638" y="1337"/>
                    <a:pt x="431218" y="0"/>
                  </a:cubicBezTo>
                  <a:lnTo>
                    <a:pt x="428628" y="0"/>
                  </a:lnTo>
                  <a:cubicBezTo>
                    <a:pt x="230514" y="0"/>
                    <a:pt x="54731" y="140172"/>
                    <a:pt x="10697" y="333286"/>
                  </a:cubicBezTo>
                  <a:cubicBezTo>
                    <a:pt x="3799" y="363590"/>
                    <a:pt x="200" y="394821"/>
                    <a:pt x="9" y="426080"/>
                  </a:cubicBezTo>
                  <a:cubicBezTo>
                    <a:pt x="-155" y="451092"/>
                    <a:pt x="1890" y="476213"/>
                    <a:pt x="6035" y="500816"/>
                  </a:cubicBezTo>
                  <a:cubicBezTo>
                    <a:pt x="40908" y="706178"/>
                    <a:pt x="217509" y="856196"/>
                    <a:pt x="425901" y="857505"/>
                  </a:cubicBezTo>
                  <a:lnTo>
                    <a:pt x="428573" y="857505"/>
                  </a:lnTo>
                  <a:cubicBezTo>
                    <a:pt x="541835" y="857505"/>
                    <a:pt x="648744" y="813509"/>
                    <a:pt x="729588" y="733645"/>
                  </a:cubicBezTo>
                  <a:cubicBezTo>
                    <a:pt x="787991" y="675929"/>
                    <a:pt x="828399" y="603674"/>
                    <a:pt x="846394" y="524683"/>
                  </a:cubicBezTo>
                  <a:close/>
                  <a:moveTo>
                    <a:pt x="426010" y="836530"/>
                  </a:moveTo>
                  <a:cubicBezTo>
                    <a:pt x="227815" y="835275"/>
                    <a:pt x="59857" y="692621"/>
                    <a:pt x="26702" y="497325"/>
                  </a:cubicBezTo>
                  <a:cubicBezTo>
                    <a:pt x="22749" y="473976"/>
                    <a:pt x="20813" y="450028"/>
                    <a:pt x="20949" y="426243"/>
                  </a:cubicBezTo>
                  <a:cubicBezTo>
                    <a:pt x="21140" y="396458"/>
                    <a:pt x="24576" y="366781"/>
                    <a:pt x="31119" y="337978"/>
                  </a:cubicBezTo>
                  <a:cubicBezTo>
                    <a:pt x="73272" y="153155"/>
                    <a:pt x="241475" y="19857"/>
                    <a:pt x="431082" y="21003"/>
                  </a:cubicBezTo>
                  <a:cubicBezTo>
                    <a:pt x="629304" y="22257"/>
                    <a:pt x="797234" y="164911"/>
                    <a:pt x="830389" y="360208"/>
                  </a:cubicBezTo>
                  <a:cubicBezTo>
                    <a:pt x="834343" y="383529"/>
                    <a:pt x="836306" y="407450"/>
                    <a:pt x="836142" y="431289"/>
                  </a:cubicBezTo>
                  <a:cubicBezTo>
                    <a:pt x="835952" y="461266"/>
                    <a:pt x="832516" y="491106"/>
                    <a:pt x="825918" y="520018"/>
                  </a:cubicBezTo>
                  <a:cubicBezTo>
                    <a:pt x="808795" y="595109"/>
                    <a:pt x="770377" y="663818"/>
                    <a:pt x="714809" y="718725"/>
                  </a:cubicBezTo>
                  <a:cubicBezTo>
                    <a:pt x="637266" y="795343"/>
                    <a:pt x="534692" y="837185"/>
                    <a:pt x="426010" y="836530"/>
                  </a:cubicBezTo>
                  <a:close/>
                </a:path>
              </a:pathLst>
            </a:custGeom>
            <a:solidFill>
              <a:schemeClr val="bg1">
                <a:lumMod val="85000"/>
              </a:schemeClr>
            </a:solidFill>
            <a:ln w="0" cap="flat">
              <a:noFill/>
              <a:prstDash val="solid"/>
              <a:miter/>
            </a:ln>
          </p:spPr>
          <p:txBody>
            <a:bodyPr rtlCol="0" anchor="ctr"/>
            <a:lstStyle/>
            <a:p>
              <a:endParaRPr lang="en-US"/>
            </a:p>
          </p:txBody>
        </p:sp>
        <p:sp>
          <p:nvSpPr>
            <p:cNvPr id="28" name="Freeform 27">
              <a:extLst>
                <a:ext uri="{FF2B5EF4-FFF2-40B4-BE49-F238E27FC236}">
                  <a16:creationId xmlns:a16="http://schemas.microsoft.com/office/drawing/2014/main" id="{373B94A5-8850-E026-BB63-CCFB21054FE1}"/>
                </a:ext>
              </a:extLst>
            </p:cNvPr>
            <p:cNvSpPr/>
            <p:nvPr/>
          </p:nvSpPr>
          <p:spPr>
            <a:xfrm>
              <a:off x="7886209" y="3236406"/>
              <a:ext cx="857597" cy="857068"/>
            </a:xfrm>
            <a:custGeom>
              <a:avLst/>
              <a:gdLst>
                <a:gd name="connsiteX0" fmla="*/ 567786 w 857597"/>
                <a:gd name="connsiteY0" fmla="*/ 833557 h 857068"/>
                <a:gd name="connsiteX1" fmla="*/ 763664 w 857597"/>
                <a:gd name="connsiteY1" fmla="*/ 696004 h 857068"/>
                <a:gd name="connsiteX2" fmla="*/ 813779 w 857597"/>
                <a:gd name="connsiteY2" fmla="*/ 616630 h 857068"/>
                <a:gd name="connsiteX3" fmla="*/ 840744 w 857597"/>
                <a:gd name="connsiteY3" fmla="*/ 546667 h 857068"/>
                <a:gd name="connsiteX4" fmla="*/ 617138 w 857597"/>
                <a:gd name="connsiteY4" fmla="*/ 43069 h 857068"/>
                <a:gd name="connsiteX5" fmla="*/ 430230 w 857597"/>
                <a:gd name="connsiteY5" fmla="*/ 0 h 857068"/>
                <a:gd name="connsiteX6" fmla="*/ 93688 w 857597"/>
                <a:gd name="connsiteY6" fmla="*/ 160847 h 857068"/>
                <a:gd name="connsiteX7" fmla="*/ 43819 w 857597"/>
                <a:gd name="connsiteY7" fmla="*/ 239811 h 857068"/>
                <a:gd name="connsiteX8" fmla="*/ 16853 w 857597"/>
                <a:gd name="connsiteY8" fmla="*/ 309774 h 857068"/>
                <a:gd name="connsiteX9" fmla="*/ 240433 w 857597"/>
                <a:gd name="connsiteY9" fmla="*/ 813373 h 857068"/>
                <a:gd name="connsiteX10" fmla="*/ 428022 w 857597"/>
                <a:gd name="connsiteY10" fmla="*/ 857069 h 857068"/>
                <a:gd name="connsiteX11" fmla="*/ 567759 w 857597"/>
                <a:gd name="connsiteY11" fmla="*/ 833612 h 857068"/>
                <a:gd name="connsiteX12" fmla="*/ 249676 w 857597"/>
                <a:gd name="connsiteY12" fmla="*/ 794498 h 857068"/>
                <a:gd name="connsiteX13" fmla="*/ 37030 w 857597"/>
                <a:gd name="connsiteY13" fmla="*/ 315557 h 857068"/>
                <a:gd name="connsiteX14" fmla="*/ 62687 w 857597"/>
                <a:gd name="connsiteY14" fmla="*/ 249031 h 857068"/>
                <a:gd name="connsiteX15" fmla="*/ 110130 w 857597"/>
                <a:gd name="connsiteY15" fmla="*/ 173940 h 857068"/>
                <a:gd name="connsiteX16" fmla="*/ 607949 w 857597"/>
                <a:gd name="connsiteY16" fmla="*/ 61944 h 857068"/>
                <a:gd name="connsiteX17" fmla="*/ 820595 w 857597"/>
                <a:gd name="connsiteY17" fmla="*/ 540885 h 857068"/>
                <a:gd name="connsiteX18" fmla="*/ 794938 w 857597"/>
                <a:gd name="connsiteY18" fmla="*/ 607438 h 857068"/>
                <a:gd name="connsiteX19" fmla="*/ 747250 w 857597"/>
                <a:gd name="connsiteY19" fmla="*/ 682939 h 857068"/>
                <a:gd name="connsiteX20" fmla="*/ 560943 w 857597"/>
                <a:gd name="connsiteY20" fmla="*/ 813727 h 857068"/>
                <a:gd name="connsiteX21" fmla="*/ 249649 w 857597"/>
                <a:gd name="connsiteY21" fmla="*/ 794498 h 8570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857597" h="857068">
                  <a:moveTo>
                    <a:pt x="567786" y="833557"/>
                  </a:moveTo>
                  <a:cubicBezTo>
                    <a:pt x="645439" y="806908"/>
                    <a:pt x="713195" y="759339"/>
                    <a:pt x="763664" y="696004"/>
                  </a:cubicBezTo>
                  <a:cubicBezTo>
                    <a:pt x="783077" y="671646"/>
                    <a:pt x="799955" y="644943"/>
                    <a:pt x="813779" y="616630"/>
                  </a:cubicBezTo>
                  <a:cubicBezTo>
                    <a:pt x="824767" y="594155"/>
                    <a:pt x="833846" y="570616"/>
                    <a:pt x="840744" y="546667"/>
                  </a:cubicBezTo>
                  <a:cubicBezTo>
                    <a:pt x="898384" y="346515"/>
                    <a:pt x="804345" y="134717"/>
                    <a:pt x="617138" y="43069"/>
                  </a:cubicBezTo>
                  <a:cubicBezTo>
                    <a:pt x="559552" y="14893"/>
                    <a:pt x="494905" y="0"/>
                    <a:pt x="430230" y="0"/>
                  </a:cubicBezTo>
                  <a:cubicBezTo>
                    <a:pt x="299763" y="0"/>
                    <a:pt x="173959" y="60144"/>
                    <a:pt x="93688" y="160847"/>
                  </a:cubicBezTo>
                  <a:cubicBezTo>
                    <a:pt x="74303" y="185150"/>
                    <a:pt x="57534" y="211717"/>
                    <a:pt x="43819" y="239811"/>
                  </a:cubicBezTo>
                  <a:cubicBezTo>
                    <a:pt x="32831" y="262287"/>
                    <a:pt x="23752" y="285799"/>
                    <a:pt x="16853" y="309774"/>
                  </a:cubicBezTo>
                  <a:cubicBezTo>
                    <a:pt x="-40787" y="509954"/>
                    <a:pt x="53253" y="721752"/>
                    <a:pt x="240433" y="813373"/>
                  </a:cubicBezTo>
                  <a:cubicBezTo>
                    <a:pt x="299681" y="842367"/>
                    <a:pt x="362802" y="857069"/>
                    <a:pt x="428022" y="857069"/>
                  </a:cubicBezTo>
                  <a:cubicBezTo>
                    <a:pt x="475355" y="857069"/>
                    <a:pt x="522334" y="849159"/>
                    <a:pt x="567759" y="833612"/>
                  </a:cubicBezTo>
                  <a:close/>
                  <a:moveTo>
                    <a:pt x="249676" y="794498"/>
                  </a:moveTo>
                  <a:cubicBezTo>
                    <a:pt x="71631" y="707351"/>
                    <a:pt x="-17801" y="505917"/>
                    <a:pt x="37030" y="315557"/>
                  </a:cubicBezTo>
                  <a:cubicBezTo>
                    <a:pt x="43601" y="292781"/>
                    <a:pt x="52217" y="270415"/>
                    <a:pt x="62687" y="249031"/>
                  </a:cubicBezTo>
                  <a:cubicBezTo>
                    <a:pt x="75748" y="222273"/>
                    <a:pt x="91725" y="197015"/>
                    <a:pt x="110130" y="173940"/>
                  </a:cubicBezTo>
                  <a:cubicBezTo>
                    <a:pt x="228272" y="25694"/>
                    <a:pt x="437647" y="-21384"/>
                    <a:pt x="607949" y="61944"/>
                  </a:cubicBezTo>
                  <a:cubicBezTo>
                    <a:pt x="785995" y="149118"/>
                    <a:pt x="875427" y="350525"/>
                    <a:pt x="820595" y="540885"/>
                  </a:cubicBezTo>
                  <a:cubicBezTo>
                    <a:pt x="814051" y="563633"/>
                    <a:pt x="805408" y="586027"/>
                    <a:pt x="794938" y="607438"/>
                  </a:cubicBezTo>
                  <a:cubicBezTo>
                    <a:pt x="781769" y="634360"/>
                    <a:pt x="765736" y="659754"/>
                    <a:pt x="747250" y="682939"/>
                  </a:cubicBezTo>
                  <a:cubicBezTo>
                    <a:pt x="699262" y="743164"/>
                    <a:pt x="634833" y="788388"/>
                    <a:pt x="560943" y="813727"/>
                  </a:cubicBezTo>
                  <a:cubicBezTo>
                    <a:pt x="457851" y="849104"/>
                    <a:pt x="347288" y="842285"/>
                    <a:pt x="249649" y="794498"/>
                  </a:cubicBezTo>
                  <a:close/>
                </a:path>
              </a:pathLst>
            </a:custGeom>
            <a:solidFill>
              <a:schemeClr val="bg1">
                <a:lumMod val="85000"/>
              </a:schemeClr>
            </a:solidFill>
            <a:ln w="0" cap="flat">
              <a:noFill/>
              <a:prstDash val="solid"/>
              <a:miter/>
            </a:ln>
          </p:spPr>
          <p:txBody>
            <a:bodyPr rtlCol="0" anchor="ctr"/>
            <a:lstStyle/>
            <a:p>
              <a:endParaRPr lang="en-US"/>
            </a:p>
          </p:txBody>
        </p:sp>
        <p:sp>
          <p:nvSpPr>
            <p:cNvPr id="29" name="Freeform 28">
              <a:extLst>
                <a:ext uri="{FF2B5EF4-FFF2-40B4-BE49-F238E27FC236}">
                  <a16:creationId xmlns:a16="http://schemas.microsoft.com/office/drawing/2014/main" id="{BF774947-8428-F487-4855-CF39ED597386}"/>
                </a:ext>
              </a:extLst>
            </p:cNvPr>
            <p:cNvSpPr/>
            <p:nvPr/>
          </p:nvSpPr>
          <p:spPr>
            <a:xfrm>
              <a:off x="8072154" y="4588149"/>
              <a:ext cx="857664" cy="856823"/>
            </a:xfrm>
            <a:custGeom>
              <a:avLst/>
              <a:gdLst>
                <a:gd name="connsiteX0" fmla="*/ 765602 w 857664"/>
                <a:gd name="connsiteY0" fmla="*/ 163002 h 856823"/>
                <a:gd name="connsiteX1" fmla="*/ 427261 w 857664"/>
                <a:gd name="connsiteY1" fmla="*/ 0 h 856823"/>
                <a:gd name="connsiteX2" fmla="*/ 242890 w 857664"/>
                <a:gd name="connsiteY2" fmla="*/ 41923 h 856823"/>
                <a:gd name="connsiteX3" fmla="*/ 163710 w 857664"/>
                <a:gd name="connsiteY3" fmla="*/ 91402 h 856823"/>
                <a:gd name="connsiteX4" fmla="*/ 109069 w 857664"/>
                <a:gd name="connsiteY4" fmla="*/ 142708 h 856823"/>
                <a:gd name="connsiteX5" fmla="*/ 92109 w 857664"/>
                <a:gd name="connsiteY5" fmla="*/ 693494 h 856823"/>
                <a:gd name="connsiteX6" fmla="*/ 378237 w 857664"/>
                <a:gd name="connsiteY6" fmla="*/ 853769 h 856823"/>
                <a:gd name="connsiteX7" fmla="*/ 429715 w 857664"/>
                <a:gd name="connsiteY7" fmla="*/ 856823 h 856823"/>
                <a:gd name="connsiteX8" fmla="*/ 614386 w 857664"/>
                <a:gd name="connsiteY8" fmla="*/ 814846 h 856823"/>
                <a:gd name="connsiteX9" fmla="*/ 693948 w 857664"/>
                <a:gd name="connsiteY9" fmla="*/ 765094 h 856823"/>
                <a:gd name="connsiteX10" fmla="*/ 748616 w 857664"/>
                <a:gd name="connsiteY10" fmla="*/ 713760 h 856823"/>
                <a:gd name="connsiteX11" fmla="*/ 765575 w 857664"/>
                <a:gd name="connsiteY11" fmla="*/ 162975 h 856823"/>
                <a:gd name="connsiteX12" fmla="*/ 732993 w 857664"/>
                <a:gd name="connsiteY12" fmla="*/ 699822 h 856823"/>
                <a:gd name="connsiteX13" fmla="*/ 681024 w 857664"/>
                <a:gd name="connsiteY13" fmla="*/ 748646 h 856823"/>
                <a:gd name="connsiteX14" fmla="*/ 605307 w 857664"/>
                <a:gd name="connsiteY14" fmla="*/ 795971 h 856823"/>
                <a:gd name="connsiteX15" fmla="*/ 380746 w 857664"/>
                <a:gd name="connsiteY15" fmla="*/ 832957 h 856823"/>
                <a:gd name="connsiteX16" fmla="*/ 108605 w 857664"/>
                <a:gd name="connsiteY16" fmla="*/ 680538 h 856823"/>
                <a:gd name="connsiteX17" fmla="*/ 124720 w 857664"/>
                <a:gd name="connsiteY17" fmla="*/ 156728 h 856823"/>
                <a:gd name="connsiteX18" fmla="*/ 176688 w 857664"/>
                <a:gd name="connsiteY18" fmla="*/ 107931 h 856823"/>
                <a:gd name="connsiteX19" fmla="*/ 251996 w 857664"/>
                <a:gd name="connsiteY19" fmla="*/ 60880 h 856823"/>
                <a:gd name="connsiteX20" fmla="*/ 749079 w 857664"/>
                <a:gd name="connsiteY20" fmla="*/ 176067 h 856823"/>
                <a:gd name="connsiteX21" fmla="*/ 732965 w 857664"/>
                <a:gd name="connsiteY21" fmla="*/ 699877 h 8568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857664" h="856823">
                  <a:moveTo>
                    <a:pt x="765602" y="163002"/>
                  </a:moveTo>
                  <a:cubicBezTo>
                    <a:pt x="685250" y="60935"/>
                    <a:pt x="558764" y="0"/>
                    <a:pt x="427261" y="0"/>
                  </a:cubicBezTo>
                  <a:cubicBezTo>
                    <a:pt x="362641" y="0"/>
                    <a:pt x="300611" y="14102"/>
                    <a:pt x="242890" y="41923"/>
                  </a:cubicBezTo>
                  <a:cubicBezTo>
                    <a:pt x="214888" y="55425"/>
                    <a:pt x="188249" y="72063"/>
                    <a:pt x="163710" y="91402"/>
                  </a:cubicBezTo>
                  <a:cubicBezTo>
                    <a:pt x="144078" y="106840"/>
                    <a:pt x="125701" y="124106"/>
                    <a:pt x="109069" y="142708"/>
                  </a:cubicBezTo>
                  <a:cubicBezTo>
                    <a:pt x="-29687" y="298046"/>
                    <a:pt x="-36830" y="529674"/>
                    <a:pt x="92109" y="693494"/>
                  </a:cubicBezTo>
                  <a:cubicBezTo>
                    <a:pt x="162810" y="783314"/>
                    <a:pt x="264430" y="840240"/>
                    <a:pt x="378237" y="853769"/>
                  </a:cubicBezTo>
                  <a:cubicBezTo>
                    <a:pt x="395306" y="855814"/>
                    <a:pt x="412619" y="856823"/>
                    <a:pt x="429715" y="856823"/>
                  </a:cubicBezTo>
                  <a:cubicBezTo>
                    <a:pt x="493517" y="856823"/>
                    <a:pt x="557401" y="842313"/>
                    <a:pt x="614386" y="814846"/>
                  </a:cubicBezTo>
                  <a:cubicBezTo>
                    <a:pt x="642443" y="801317"/>
                    <a:pt x="669218" y="784596"/>
                    <a:pt x="693948" y="765094"/>
                  </a:cubicBezTo>
                  <a:cubicBezTo>
                    <a:pt x="713607" y="749629"/>
                    <a:pt x="731984" y="732363"/>
                    <a:pt x="748616" y="713760"/>
                  </a:cubicBezTo>
                  <a:cubicBezTo>
                    <a:pt x="887344" y="558450"/>
                    <a:pt x="894488" y="326822"/>
                    <a:pt x="765575" y="162975"/>
                  </a:cubicBezTo>
                  <a:close/>
                  <a:moveTo>
                    <a:pt x="732993" y="699822"/>
                  </a:moveTo>
                  <a:cubicBezTo>
                    <a:pt x="717233" y="717470"/>
                    <a:pt x="699728" y="733890"/>
                    <a:pt x="681024" y="748646"/>
                  </a:cubicBezTo>
                  <a:cubicBezTo>
                    <a:pt x="657466" y="767194"/>
                    <a:pt x="632000" y="783123"/>
                    <a:pt x="605307" y="795971"/>
                  </a:cubicBezTo>
                  <a:cubicBezTo>
                    <a:pt x="535942" y="829384"/>
                    <a:pt x="458289" y="842176"/>
                    <a:pt x="380746" y="832957"/>
                  </a:cubicBezTo>
                  <a:cubicBezTo>
                    <a:pt x="272500" y="820083"/>
                    <a:pt x="175870" y="765940"/>
                    <a:pt x="108605" y="680538"/>
                  </a:cubicBezTo>
                  <a:cubicBezTo>
                    <a:pt x="-14009" y="524737"/>
                    <a:pt x="-7220" y="304456"/>
                    <a:pt x="124720" y="156728"/>
                  </a:cubicBezTo>
                  <a:cubicBezTo>
                    <a:pt x="140506" y="139081"/>
                    <a:pt x="158011" y="122633"/>
                    <a:pt x="176688" y="107931"/>
                  </a:cubicBezTo>
                  <a:cubicBezTo>
                    <a:pt x="200082" y="89493"/>
                    <a:pt x="225412" y="73673"/>
                    <a:pt x="251996" y="60880"/>
                  </a:cubicBezTo>
                  <a:cubicBezTo>
                    <a:pt x="422735" y="-21385"/>
                    <a:pt x="631782" y="27058"/>
                    <a:pt x="749079" y="176067"/>
                  </a:cubicBezTo>
                  <a:cubicBezTo>
                    <a:pt x="871694" y="331868"/>
                    <a:pt x="864905" y="552177"/>
                    <a:pt x="732965" y="699877"/>
                  </a:cubicBezTo>
                  <a:close/>
                </a:path>
              </a:pathLst>
            </a:custGeom>
            <a:solidFill>
              <a:schemeClr val="bg1">
                <a:lumMod val="85000"/>
              </a:schemeClr>
            </a:solidFill>
            <a:ln w="0" cap="flat">
              <a:noFill/>
              <a:prstDash val="solid"/>
              <a:miter/>
            </a:ln>
          </p:spPr>
          <p:txBody>
            <a:bodyPr rtlCol="0" anchor="ctr"/>
            <a:lstStyle/>
            <a:p>
              <a:endParaRPr lang="en-US"/>
            </a:p>
          </p:txBody>
        </p:sp>
      </p:grpSp>
      <p:sp>
        <p:nvSpPr>
          <p:cNvPr id="31" name="Oval 30">
            <a:extLst>
              <a:ext uri="{FF2B5EF4-FFF2-40B4-BE49-F238E27FC236}">
                <a16:creationId xmlns:a16="http://schemas.microsoft.com/office/drawing/2014/main" id="{2639B8A3-962C-1656-ADD5-F68B377BABB7}"/>
              </a:ext>
            </a:extLst>
          </p:cNvPr>
          <p:cNvSpPr/>
          <p:nvPr/>
        </p:nvSpPr>
        <p:spPr>
          <a:xfrm>
            <a:off x="4723094" y="3257808"/>
            <a:ext cx="2577785" cy="2577785"/>
          </a:xfrm>
          <a:prstGeom prst="ellipse">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800" b="1" dirty="0">
                <a:solidFill>
                  <a:schemeClr val="bg1"/>
                </a:solidFill>
              </a:rPr>
              <a:t>Quality Management</a:t>
            </a:r>
            <a:endParaRPr lang="en-IN" sz="1800" b="1" dirty="0">
              <a:solidFill>
                <a:schemeClr val="bg1"/>
              </a:solidFill>
            </a:endParaRPr>
          </a:p>
        </p:txBody>
      </p:sp>
      <p:pic>
        <p:nvPicPr>
          <p:cNvPr id="35" name="Graphic 34">
            <a:extLst>
              <a:ext uri="{FF2B5EF4-FFF2-40B4-BE49-F238E27FC236}">
                <a16:creationId xmlns:a16="http://schemas.microsoft.com/office/drawing/2014/main" id="{FC5D0E74-A83A-7CB0-C2AD-A49A5689E2E2}"/>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5769932" y="1877791"/>
            <a:ext cx="538015" cy="492708"/>
          </a:xfrm>
          <a:prstGeom prst="rect">
            <a:avLst/>
          </a:prstGeom>
        </p:spPr>
      </p:pic>
      <p:pic>
        <p:nvPicPr>
          <p:cNvPr id="37" name="Graphic 36">
            <a:extLst>
              <a:ext uri="{FF2B5EF4-FFF2-40B4-BE49-F238E27FC236}">
                <a16:creationId xmlns:a16="http://schemas.microsoft.com/office/drawing/2014/main" id="{99B8DF16-2DB1-DF12-94E4-FA83EAC8984C}"/>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4386451" y="2274526"/>
            <a:ext cx="470055" cy="524801"/>
          </a:xfrm>
          <a:prstGeom prst="rect">
            <a:avLst/>
          </a:prstGeom>
        </p:spPr>
      </p:pic>
      <p:pic>
        <p:nvPicPr>
          <p:cNvPr id="39" name="Graphic 38">
            <a:extLst>
              <a:ext uri="{FF2B5EF4-FFF2-40B4-BE49-F238E27FC236}">
                <a16:creationId xmlns:a16="http://schemas.microsoft.com/office/drawing/2014/main" id="{6D835092-B90D-0839-6A31-D16AED3BD430}"/>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3524577" y="3409604"/>
            <a:ext cx="463363" cy="463363"/>
          </a:xfrm>
          <a:prstGeom prst="rect">
            <a:avLst/>
          </a:prstGeom>
        </p:spPr>
      </p:pic>
      <p:pic>
        <p:nvPicPr>
          <p:cNvPr id="41" name="Graphic 40">
            <a:extLst>
              <a:ext uri="{FF2B5EF4-FFF2-40B4-BE49-F238E27FC236}">
                <a16:creationId xmlns:a16="http://schemas.microsoft.com/office/drawing/2014/main" id="{CDA816DE-87BD-4941-8F4A-703A7308A2F8}"/>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3350985" y="4732732"/>
            <a:ext cx="541790" cy="541790"/>
          </a:xfrm>
          <a:prstGeom prst="rect">
            <a:avLst/>
          </a:prstGeom>
        </p:spPr>
      </p:pic>
      <p:pic>
        <p:nvPicPr>
          <p:cNvPr id="43" name="Graphic 42">
            <a:extLst>
              <a:ext uri="{FF2B5EF4-FFF2-40B4-BE49-F238E27FC236}">
                <a16:creationId xmlns:a16="http://schemas.microsoft.com/office/drawing/2014/main" id="{D4320881-3F1D-BF63-5794-FD8900E389B4}"/>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7103844" y="2257976"/>
            <a:ext cx="524801" cy="530465"/>
          </a:xfrm>
          <a:prstGeom prst="rect">
            <a:avLst/>
          </a:prstGeom>
        </p:spPr>
      </p:pic>
      <p:pic>
        <p:nvPicPr>
          <p:cNvPr id="45" name="Graphic 44">
            <a:extLst>
              <a:ext uri="{FF2B5EF4-FFF2-40B4-BE49-F238E27FC236}">
                <a16:creationId xmlns:a16="http://schemas.microsoft.com/office/drawing/2014/main" id="{7EEFC694-593C-33FE-308B-230B5C4DE5A3}"/>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7984926" y="3407469"/>
            <a:ext cx="492536" cy="492536"/>
          </a:xfrm>
          <a:prstGeom prst="rect">
            <a:avLst/>
          </a:prstGeom>
        </p:spPr>
      </p:pic>
      <p:pic>
        <p:nvPicPr>
          <p:cNvPr id="47" name="Graphic 46">
            <a:extLst>
              <a:ext uri="{FF2B5EF4-FFF2-40B4-BE49-F238E27FC236}">
                <a16:creationId xmlns:a16="http://schemas.microsoft.com/office/drawing/2014/main" id="{84BCBA58-A1D2-1D52-5ADA-EEC64E7A3E05}"/>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8115399" y="4710293"/>
            <a:ext cx="573128" cy="575205"/>
          </a:xfrm>
          <a:prstGeom prst="rect">
            <a:avLst/>
          </a:prstGeom>
        </p:spPr>
      </p:pic>
    </p:spTree>
    <p:extLst>
      <p:ext uri="{BB962C8B-B14F-4D97-AF65-F5344CB8AC3E}">
        <p14:creationId xmlns:p14="http://schemas.microsoft.com/office/powerpoint/2010/main" val="3724190246"/>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7E3F04A8-0FD3-1B3E-0647-DC26CC288867}"/>
              </a:ext>
            </a:extLst>
          </p:cNvPr>
          <p:cNvSpPr/>
          <p:nvPr/>
        </p:nvSpPr>
        <p:spPr>
          <a:xfrm>
            <a:off x="2882096" y="1564929"/>
            <a:ext cx="8686016" cy="4231738"/>
          </a:xfrm>
          <a:prstGeom prst="rect">
            <a:avLst/>
          </a:prstGeom>
          <a:noFill/>
          <a:ln>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Manrope" pitchFamily="2" charset="0"/>
            </a:endParaRPr>
          </a:p>
        </p:txBody>
      </p:sp>
      <p:sp>
        <p:nvSpPr>
          <p:cNvPr id="2" name="Text Placeholder 1">
            <a:extLst>
              <a:ext uri="{FF2B5EF4-FFF2-40B4-BE49-F238E27FC236}">
                <a16:creationId xmlns:a16="http://schemas.microsoft.com/office/drawing/2014/main" id="{504FEE55-5D5B-D9C2-A442-4471E7D826E0}"/>
              </a:ext>
            </a:extLst>
          </p:cNvPr>
          <p:cNvSpPr>
            <a:spLocks noGrp="1"/>
          </p:cNvSpPr>
          <p:nvPr>
            <p:ph type="body" sz="quarter" idx="15"/>
          </p:nvPr>
        </p:nvSpPr>
        <p:spPr/>
        <p:txBody>
          <a:bodyPr/>
          <a:lstStyle/>
          <a:p>
            <a:r>
              <a:rPr lang="en-US"/>
              <a:t>Process &amp; Architecture Governance</a:t>
            </a:r>
          </a:p>
        </p:txBody>
      </p:sp>
      <p:sp>
        <p:nvSpPr>
          <p:cNvPr id="4" name="Rectangle 3">
            <a:extLst>
              <a:ext uri="{FF2B5EF4-FFF2-40B4-BE49-F238E27FC236}">
                <a16:creationId xmlns:a16="http://schemas.microsoft.com/office/drawing/2014/main" id="{5056CDC1-CCA0-4261-98FD-8F0DCBEACB4C}"/>
              </a:ext>
            </a:extLst>
          </p:cNvPr>
          <p:cNvSpPr/>
          <p:nvPr/>
        </p:nvSpPr>
        <p:spPr>
          <a:xfrm>
            <a:off x="623888" y="1564928"/>
            <a:ext cx="2258208" cy="1410581"/>
          </a:xfrm>
          <a:prstGeom prst="rect">
            <a:avLst/>
          </a:prstGeom>
          <a:ln w="1270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600" b="1" dirty="0">
                <a:solidFill>
                  <a:schemeClr val="bg1"/>
                </a:solidFill>
                <a:latin typeface="Manrope" pitchFamily="2" charset="0"/>
                <a:ea typeface="+mj-ea"/>
                <a:cs typeface="Segoe UI" panose="020B0502040204020203" pitchFamily="34" charset="0"/>
              </a:rPr>
              <a:t>Implementation Governance</a:t>
            </a:r>
          </a:p>
        </p:txBody>
      </p:sp>
      <p:sp>
        <p:nvSpPr>
          <p:cNvPr id="5" name="TextBox 22">
            <a:extLst>
              <a:ext uri="{FF2B5EF4-FFF2-40B4-BE49-F238E27FC236}">
                <a16:creationId xmlns:a16="http://schemas.microsoft.com/office/drawing/2014/main" id="{F9DA5AF8-6F96-FCF5-2351-FE1A40F5F20B}"/>
              </a:ext>
            </a:extLst>
          </p:cNvPr>
          <p:cNvSpPr txBox="1">
            <a:spLocks/>
          </p:cNvSpPr>
          <p:nvPr/>
        </p:nvSpPr>
        <p:spPr>
          <a:xfrm>
            <a:off x="3059783" y="2039386"/>
            <a:ext cx="2188009" cy="461665"/>
          </a:xfrm>
          <a:prstGeom prst="rect">
            <a:avLst/>
          </a:prstGeom>
        </p:spPr>
        <p:txBody>
          <a:bodyPr wrap="square" lIns="0" tIns="0" rIns="0" bIns="0" rtlCol="0" anchor="ctr">
            <a:spAutoFit/>
          </a:bodyPr>
          <a:lstStyle/>
          <a:p>
            <a:pPr algn="ctr"/>
            <a:r>
              <a:rPr lang="en-US" sz="1500" dirty="0">
                <a:latin typeface="Manrope" pitchFamily="2" charset="0"/>
              </a:rPr>
              <a:t>Business, Program Manager</a:t>
            </a:r>
          </a:p>
        </p:txBody>
      </p:sp>
      <p:grpSp>
        <p:nvGrpSpPr>
          <p:cNvPr id="9" name="Group 8">
            <a:extLst>
              <a:ext uri="{FF2B5EF4-FFF2-40B4-BE49-F238E27FC236}">
                <a16:creationId xmlns:a16="http://schemas.microsoft.com/office/drawing/2014/main" id="{C60B63FC-7591-8534-89BF-AB400EC2B7F9}"/>
              </a:ext>
            </a:extLst>
          </p:cNvPr>
          <p:cNvGrpSpPr/>
          <p:nvPr/>
        </p:nvGrpSpPr>
        <p:grpSpPr>
          <a:xfrm>
            <a:off x="5518078" y="1980936"/>
            <a:ext cx="578564" cy="578564"/>
            <a:chOff x="5999716" y="1853785"/>
            <a:chExt cx="578564" cy="578564"/>
          </a:xfrm>
        </p:grpSpPr>
        <p:sp>
          <p:nvSpPr>
            <p:cNvPr id="7" name="Oval 6">
              <a:extLst>
                <a:ext uri="{FF2B5EF4-FFF2-40B4-BE49-F238E27FC236}">
                  <a16:creationId xmlns:a16="http://schemas.microsoft.com/office/drawing/2014/main" id="{337ACB28-F098-EA37-181C-085F26FF6102}"/>
                </a:ext>
              </a:extLst>
            </p:cNvPr>
            <p:cNvSpPr/>
            <p:nvPr/>
          </p:nvSpPr>
          <p:spPr>
            <a:xfrm>
              <a:off x="5999716" y="1853785"/>
              <a:ext cx="578564" cy="578564"/>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Manrope" pitchFamily="2" charset="0"/>
              </a:endParaRPr>
            </a:p>
          </p:txBody>
        </p:sp>
        <p:pic>
          <p:nvPicPr>
            <p:cNvPr id="8" name="Picture 7">
              <a:extLst>
                <a:ext uri="{FF2B5EF4-FFF2-40B4-BE49-F238E27FC236}">
                  <a16:creationId xmlns:a16="http://schemas.microsoft.com/office/drawing/2014/main" id="{5B1B4AF0-2435-157B-E598-C95771C929DE}"/>
                </a:ext>
              </a:extLst>
            </p:cNvPr>
            <p:cNvPicPr>
              <a:picLocks noChangeAspect="1"/>
            </p:cNvPicPr>
            <p:nvPr/>
          </p:nvPicPr>
          <p:blipFill>
            <a:blip r:embed="rId3">
              <a:extLst>
                <a:ext uri="{BEBA8EAE-BF5A-486C-A8C5-ECC9F3942E4B}">
                  <a14:imgProps xmlns:a14="http://schemas.microsoft.com/office/drawing/2010/main">
                    <a14:imgLayer r:embed="rId4">
                      <a14:imgEffect>
                        <a14:brightnessContrast bright="100000"/>
                      </a14:imgEffect>
                    </a14:imgLayer>
                  </a14:imgProps>
                </a:ext>
              </a:extLst>
            </a:blip>
            <a:stretch>
              <a:fillRect/>
            </a:stretch>
          </p:blipFill>
          <p:spPr>
            <a:xfrm>
              <a:off x="6131742" y="1985811"/>
              <a:ext cx="314512" cy="314512"/>
            </a:xfrm>
            <a:prstGeom prst="rect">
              <a:avLst/>
            </a:prstGeom>
          </p:spPr>
        </p:pic>
      </p:grpSp>
      <p:sp>
        <p:nvSpPr>
          <p:cNvPr id="10" name="TextBox 23">
            <a:extLst>
              <a:ext uri="{FF2B5EF4-FFF2-40B4-BE49-F238E27FC236}">
                <a16:creationId xmlns:a16="http://schemas.microsoft.com/office/drawing/2014/main" id="{EF669333-413A-2C05-B3D2-50F4A315DB1E}"/>
              </a:ext>
            </a:extLst>
          </p:cNvPr>
          <p:cNvSpPr txBox="1"/>
          <p:nvPr/>
        </p:nvSpPr>
        <p:spPr>
          <a:xfrm>
            <a:off x="6228668" y="2154803"/>
            <a:ext cx="2188009" cy="230832"/>
          </a:xfrm>
          <a:prstGeom prst="rect">
            <a:avLst/>
          </a:prstGeom>
        </p:spPr>
        <p:txBody>
          <a:bodyPr wrap="square" lIns="0" tIns="0" rIns="0" bIns="0" rtlCol="0" anchor="ctr">
            <a:spAutoFit/>
          </a:bodyPr>
          <a:lstStyle>
            <a:defPPr>
              <a:defRPr lang="en-US"/>
            </a:defPPr>
            <a:lvl1pPr>
              <a:defRPr b="1"/>
            </a:lvl1pPr>
          </a:lstStyle>
          <a:p>
            <a:pPr algn="ctr"/>
            <a:r>
              <a:rPr lang="en-US" sz="1500" b="0">
                <a:latin typeface="Manrope" pitchFamily="2" charset="0"/>
              </a:rPr>
              <a:t>Hexaware PMO</a:t>
            </a:r>
          </a:p>
        </p:txBody>
      </p:sp>
      <p:sp>
        <p:nvSpPr>
          <p:cNvPr id="13" name="TextBox 27">
            <a:extLst>
              <a:ext uri="{FF2B5EF4-FFF2-40B4-BE49-F238E27FC236}">
                <a16:creationId xmlns:a16="http://schemas.microsoft.com/office/drawing/2014/main" id="{7EFAB397-3C56-CC8B-813C-B3EA5E8CDC5C}"/>
              </a:ext>
            </a:extLst>
          </p:cNvPr>
          <p:cNvSpPr txBox="1">
            <a:spLocks/>
          </p:cNvSpPr>
          <p:nvPr/>
        </p:nvSpPr>
        <p:spPr>
          <a:xfrm>
            <a:off x="8548703" y="1701729"/>
            <a:ext cx="2942030" cy="1257267"/>
          </a:xfrm>
          <a:prstGeom prst="rect">
            <a:avLst/>
          </a:prstGeom>
        </p:spPr>
        <p:txBody>
          <a:bodyPr wrap="square" lIns="0" tIns="0" rIns="0" bIns="0" rtlCol="0" anchor="t">
            <a:spAutoFit/>
          </a:bodyPr>
          <a:lstStyle/>
          <a:p>
            <a:pPr marL="227013" lvl="1" indent="-169863">
              <a:lnSpc>
                <a:spcPct val="90000"/>
              </a:lnSpc>
              <a:spcAft>
                <a:spcPts val="600"/>
              </a:spcAft>
              <a:buClr>
                <a:schemeClr val="accent1"/>
              </a:buClr>
              <a:buFont typeface="Arial" panose="020B0604020202020204" pitchFamily="34" charset="0"/>
              <a:buChar char="•"/>
            </a:pPr>
            <a:r>
              <a:rPr lang="en-US" sz="900" dirty="0">
                <a:latin typeface="Manrope" pitchFamily="2" charset="0"/>
                <a:ea typeface="Lato" panose="020F0502020204030203" pitchFamily="34" charset="0"/>
                <a:cs typeface="Segoe UI" panose="020B0502040204020203" pitchFamily="34" charset="0"/>
              </a:rPr>
              <a:t>SDLC governance</a:t>
            </a:r>
          </a:p>
          <a:p>
            <a:pPr marL="227013" lvl="1" indent="-169863">
              <a:lnSpc>
                <a:spcPct val="90000"/>
              </a:lnSpc>
              <a:spcAft>
                <a:spcPts val="600"/>
              </a:spcAft>
              <a:buClr>
                <a:schemeClr val="accent1"/>
              </a:buClr>
              <a:buFont typeface="Arial" panose="020B0604020202020204" pitchFamily="34" charset="0"/>
              <a:buChar char="•"/>
            </a:pPr>
            <a:r>
              <a:rPr lang="en-US" sz="900" dirty="0">
                <a:latin typeface="Manrope" pitchFamily="2" charset="0"/>
                <a:ea typeface="Lato" panose="020F0502020204030203" pitchFamily="34" charset="0"/>
                <a:cs typeface="Segoe UI" panose="020B0502040204020203" pitchFamily="34" charset="0"/>
              </a:rPr>
              <a:t>Standard &amp; guidelines review</a:t>
            </a:r>
          </a:p>
          <a:p>
            <a:pPr marL="227013" lvl="1" indent="-169863">
              <a:lnSpc>
                <a:spcPct val="90000"/>
              </a:lnSpc>
              <a:spcAft>
                <a:spcPts val="600"/>
              </a:spcAft>
              <a:buClr>
                <a:schemeClr val="accent1"/>
              </a:buClr>
              <a:buFont typeface="Arial" panose="020B0604020202020204" pitchFamily="34" charset="0"/>
              <a:buChar char="•"/>
            </a:pPr>
            <a:r>
              <a:rPr lang="en-US" sz="900" dirty="0">
                <a:latin typeface="Manrope" pitchFamily="2" charset="0"/>
                <a:ea typeface="Lato" panose="020F0502020204030203" pitchFamily="34" charset="0"/>
                <a:cs typeface="Segoe UI" panose="020B0502040204020203" pitchFamily="34" charset="0"/>
              </a:rPr>
              <a:t>Review deviation from design</a:t>
            </a:r>
          </a:p>
          <a:p>
            <a:pPr marL="227013" marR="0" lvl="1" indent="-169863" fontAlgn="auto">
              <a:lnSpc>
                <a:spcPct val="90000"/>
              </a:lnSpc>
              <a:spcAft>
                <a:spcPts val="600"/>
              </a:spcAft>
              <a:buClr>
                <a:schemeClr val="accent1"/>
              </a:buClr>
              <a:buSzTx/>
              <a:buFont typeface="Arial" panose="020B0604020202020204" pitchFamily="34" charset="0"/>
              <a:buChar char="•"/>
              <a:tabLst/>
              <a:defRPr/>
            </a:pPr>
            <a:r>
              <a:rPr lang="en-US" sz="900" dirty="0">
                <a:latin typeface="Manrope" pitchFamily="2" charset="0"/>
                <a:ea typeface="Lato" panose="020F0502020204030203" pitchFamily="34" charset="0"/>
                <a:cs typeface="Segoe UI" panose="020B0502040204020203" pitchFamily="34" charset="0"/>
              </a:rPr>
              <a:t>Client value adds</a:t>
            </a:r>
          </a:p>
          <a:p>
            <a:pPr marL="227013" marR="0" lvl="1" indent="-169863" fontAlgn="auto">
              <a:lnSpc>
                <a:spcPct val="90000"/>
              </a:lnSpc>
              <a:spcAft>
                <a:spcPts val="600"/>
              </a:spcAft>
              <a:buClr>
                <a:schemeClr val="accent1"/>
              </a:buClr>
              <a:buSzTx/>
              <a:buFont typeface="Arial" panose="020B0604020202020204" pitchFamily="34" charset="0"/>
              <a:buChar char="•"/>
              <a:tabLst/>
              <a:defRPr/>
            </a:pPr>
            <a:r>
              <a:rPr lang="en-US" sz="900" dirty="0">
                <a:latin typeface="Manrope" pitchFamily="2" charset="0"/>
                <a:ea typeface="Lato" panose="020F0502020204030203" pitchFamily="34" charset="0"/>
                <a:cs typeface="Segoe UI" panose="020B0502040204020203" pitchFamily="34" charset="0"/>
              </a:rPr>
              <a:t>Strategic direction inputs</a:t>
            </a:r>
          </a:p>
          <a:p>
            <a:pPr marL="227013" lvl="1" indent="-169863">
              <a:lnSpc>
                <a:spcPct val="90000"/>
              </a:lnSpc>
              <a:spcAft>
                <a:spcPts val="600"/>
              </a:spcAft>
              <a:buClr>
                <a:schemeClr val="accent1"/>
              </a:buClr>
              <a:buFont typeface="Arial" panose="020B0604020202020204" pitchFamily="34" charset="0"/>
              <a:buChar char="•"/>
              <a:defRPr/>
            </a:pPr>
            <a:r>
              <a:rPr lang="en-US" sz="900" dirty="0">
                <a:latin typeface="Manrope" pitchFamily="2" charset="0"/>
                <a:ea typeface="Lato" panose="020F0502020204030203" pitchFamily="34" charset="0"/>
                <a:cs typeface="Segoe UI" panose="020B0502040204020203" pitchFamily="34" charset="0"/>
              </a:rPr>
              <a:t>Establish program success with executive attention</a:t>
            </a:r>
          </a:p>
        </p:txBody>
      </p:sp>
      <p:sp>
        <p:nvSpPr>
          <p:cNvPr id="14" name="AutoShape 14">
            <a:extLst>
              <a:ext uri="{FF2B5EF4-FFF2-40B4-BE49-F238E27FC236}">
                <a16:creationId xmlns:a16="http://schemas.microsoft.com/office/drawing/2014/main" id="{902A8BD0-270C-3630-6505-0B3FD6D73BB6}"/>
              </a:ext>
            </a:extLst>
          </p:cNvPr>
          <p:cNvSpPr>
            <a:spLocks/>
          </p:cNvSpPr>
          <p:nvPr/>
        </p:nvSpPr>
        <p:spPr>
          <a:xfrm flipV="1">
            <a:off x="2882096" y="2975507"/>
            <a:ext cx="8686016" cy="0"/>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txBody>
          <a:bodyPr/>
          <a:lstStyle/>
          <a:p>
            <a:endParaRPr lang="en-US">
              <a:latin typeface="Manrope" pitchFamily="2" charset="0"/>
            </a:endParaRPr>
          </a:p>
        </p:txBody>
      </p:sp>
      <p:sp>
        <p:nvSpPr>
          <p:cNvPr id="15" name="Rectangle 14">
            <a:extLst>
              <a:ext uri="{FF2B5EF4-FFF2-40B4-BE49-F238E27FC236}">
                <a16:creationId xmlns:a16="http://schemas.microsoft.com/office/drawing/2014/main" id="{95513478-E5C6-0515-0953-0D679A662D54}"/>
              </a:ext>
            </a:extLst>
          </p:cNvPr>
          <p:cNvSpPr/>
          <p:nvPr/>
        </p:nvSpPr>
        <p:spPr>
          <a:xfrm>
            <a:off x="623888" y="2975507"/>
            <a:ext cx="2258208" cy="1410581"/>
          </a:xfrm>
          <a:prstGeom prst="rect">
            <a:avLst/>
          </a:prstGeom>
          <a:ln w="1270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600" b="1" dirty="0">
                <a:solidFill>
                  <a:schemeClr val="bg1"/>
                </a:solidFill>
                <a:latin typeface="Manrope" pitchFamily="2" charset="0"/>
                <a:ea typeface="+mj-ea"/>
                <a:cs typeface="Segoe UI" panose="020B0502040204020203" pitchFamily="34" charset="0"/>
              </a:rPr>
              <a:t>Architecture Governance</a:t>
            </a:r>
          </a:p>
        </p:txBody>
      </p:sp>
      <p:sp>
        <p:nvSpPr>
          <p:cNvPr id="23" name="TextBox 22">
            <a:extLst>
              <a:ext uri="{FF2B5EF4-FFF2-40B4-BE49-F238E27FC236}">
                <a16:creationId xmlns:a16="http://schemas.microsoft.com/office/drawing/2014/main" id="{41476A05-163E-E951-8F85-BCD1438ADA0B}"/>
              </a:ext>
            </a:extLst>
          </p:cNvPr>
          <p:cNvSpPr txBox="1">
            <a:spLocks/>
          </p:cNvSpPr>
          <p:nvPr/>
        </p:nvSpPr>
        <p:spPr>
          <a:xfrm>
            <a:off x="3059783" y="3565381"/>
            <a:ext cx="2188009" cy="230832"/>
          </a:xfrm>
          <a:prstGeom prst="rect">
            <a:avLst/>
          </a:prstGeom>
        </p:spPr>
        <p:txBody>
          <a:bodyPr wrap="square" lIns="0" tIns="0" rIns="0" bIns="0" rtlCol="0" anchor="ctr">
            <a:spAutoFit/>
          </a:bodyPr>
          <a:lstStyle/>
          <a:p>
            <a:pPr algn="ctr"/>
            <a:r>
              <a:rPr lang="en-US" sz="1500" dirty="0">
                <a:latin typeface="Manrope" pitchFamily="2" charset="0"/>
              </a:rPr>
              <a:t>Enterprise Architect</a:t>
            </a:r>
          </a:p>
        </p:txBody>
      </p:sp>
      <p:grpSp>
        <p:nvGrpSpPr>
          <p:cNvPr id="25" name="Group 24">
            <a:extLst>
              <a:ext uri="{FF2B5EF4-FFF2-40B4-BE49-F238E27FC236}">
                <a16:creationId xmlns:a16="http://schemas.microsoft.com/office/drawing/2014/main" id="{194FB027-9FB9-F2B7-9E26-3B2B60A05378}"/>
              </a:ext>
            </a:extLst>
          </p:cNvPr>
          <p:cNvGrpSpPr/>
          <p:nvPr/>
        </p:nvGrpSpPr>
        <p:grpSpPr>
          <a:xfrm>
            <a:off x="5518078" y="3391515"/>
            <a:ext cx="578564" cy="578564"/>
            <a:chOff x="5999716" y="1853785"/>
            <a:chExt cx="578564" cy="578564"/>
          </a:xfrm>
        </p:grpSpPr>
        <p:sp>
          <p:nvSpPr>
            <p:cNvPr id="33" name="Oval 32">
              <a:extLst>
                <a:ext uri="{FF2B5EF4-FFF2-40B4-BE49-F238E27FC236}">
                  <a16:creationId xmlns:a16="http://schemas.microsoft.com/office/drawing/2014/main" id="{3FB9695A-026E-E2E9-3A90-A3F8DB4AE3FD}"/>
                </a:ext>
              </a:extLst>
            </p:cNvPr>
            <p:cNvSpPr/>
            <p:nvPr/>
          </p:nvSpPr>
          <p:spPr>
            <a:xfrm>
              <a:off x="5999716" y="1853785"/>
              <a:ext cx="578564" cy="578564"/>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Manrope" pitchFamily="2" charset="0"/>
              </a:endParaRPr>
            </a:p>
          </p:txBody>
        </p:sp>
        <p:pic>
          <p:nvPicPr>
            <p:cNvPr id="36" name="Picture 35">
              <a:extLst>
                <a:ext uri="{FF2B5EF4-FFF2-40B4-BE49-F238E27FC236}">
                  <a16:creationId xmlns:a16="http://schemas.microsoft.com/office/drawing/2014/main" id="{063B68AD-349A-F2BE-93D2-7A44E5777259}"/>
                </a:ext>
              </a:extLst>
            </p:cNvPr>
            <p:cNvPicPr>
              <a:picLocks noChangeAspect="1"/>
            </p:cNvPicPr>
            <p:nvPr/>
          </p:nvPicPr>
          <p:blipFill>
            <a:blip r:embed="rId3">
              <a:extLst>
                <a:ext uri="{BEBA8EAE-BF5A-486C-A8C5-ECC9F3942E4B}">
                  <a14:imgProps xmlns:a14="http://schemas.microsoft.com/office/drawing/2010/main">
                    <a14:imgLayer r:embed="rId4">
                      <a14:imgEffect>
                        <a14:brightnessContrast bright="100000"/>
                      </a14:imgEffect>
                    </a14:imgLayer>
                  </a14:imgProps>
                </a:ext>
              </a:extLst>
            </a:blip>
            <a:stretch>
              <a:fillRect/>
            </a:stretch>
          </p:blipFill>
          <p:spPr>
            <a:xfrm>
              <a:off x="6131742" y="1985811"/>
              <a:ext cx="314512" cy="314512"/>
            </a:xfrm>
            <a:prstGeom prst="rect">
              <a:avLst/>
            </a:prstGeom>
          </p:spPr>
        </p:pic>
      </p:grpSp>
      <p:sp>
        <p:nvSpPr>
          <p:cNvPr id="47" name="TextBox 23">
            <a:extLst>
              <a:ext uri="{FF2B5EF4-FFF2-40B4-BE49-F238E27FC236}">
                <a16:creationId xmlns:a16="http://schemas.microsoft.com/office/drawing/2014/main" id="{3F30553E-19C4-8733-22A3-D210B59ED3D8}"/>
              </a:ext>
            </a:extLst>
          </p:cNvPr>
          <p:cNvSpPr txBox="1"/>
          <p:nvPr/>
        </p:nvSpPr>
        <p:spPr>
          <a:xfrm>
            <a:off x="6228668" y="3449966"/>
            <a:ext cx="2188009" cy="461665"/>
          </a:xfrm>
          <a:prstGeom prst="rect">
            <a:avLst/>
          </a:prstGeom>
        </p:spPr>
        <p:txBody>
          <a:bodyPr wrap="square" lIns="0" tIns="0" rIns="0" bIns="0" rtlCol="0" anchor="ctr">
            <a:spAutoFit/>
          </a:bodyPr>
          <a:lstStyle>
            <a:defPPr>
              <a:defRPr lang="en-US"/>
            </a:defPPr>
            <a:lvl1pPr>
              <a:defRPr b="1"/>
            </a:lvl1pPr>
          </a:lstStyle>
          <a:p>
            <a:pPr algn="ctr"/>
            <a:r>
              <a:rPr lang="en-US" sz="1500" b="0">
                <a:latin typeface="Manrope" pitchFamily="2" charset="0"/>
              </a:rPr>
              <a:t>Hexaware</a:t>
            </a:r>
          </a:p>
          <a:p>
            <a:pPr algn="ctr"/>
            <a:r>
              <a:rPr lang="en-US" sz="1500" b="0">
                <a:latin typeface="Manrope" pitchFamily="2" charset="0"/>
              </a:rPr>
              <a:t>Architect</a:t>
            </a:r>
          </a:p>
        </p:txBody>
      </p:sp>
      <p:sp>
        <p:nvSpPr>
          <p:cNvPr id="48" name="TextBox 27">
            <a:extLst>
              <a:ext uri="{FF2B5EF4-FFF2-40B4-BE49-F238E27FC236}">
                <a16:creationId xmlns:a16="http://schemas.microsoft.com/office/drawing/2014/main" id="{40F9B8C3-EE1C-B653-696A-6CF8D71E2CA3}"/>
              </a:ext>
            </a:extLst>
          </p:cNvPr>
          <p:cNvSpPr txBox="1">
            <a:spLocks/>
          </p:cNvSpPr>
          <p:nvPr/>
        </p:nvSpPr>
        <p:spPr>
          <a:xfrm>
            <a:off x="8533483" y="3391231"/>
            <a:ext cx="2942030" cy="579133"/>
          </a:xfrm>
          <a:prstGeom prst="rect">
            <a:avLst/>
          </a:prstGeom>
        </p:spPr>
        <p:txBody>
          <a:bodyPr wrap="square" lIns="0" tIns="0" rIns="0" bIns="0" rtlCol="0" anchor="t">
            <a:spAutoFit/>
          </a:bodyPr>
          <a:lstStyle/>
          <a:p>
            <a:pPr marL="227013" lvl="1" indent="-169863">
              <a:lnSpc>
                <a:spcPct val="90000"/>
              </a:lnSpc>
              <a:spcBef>
                <a:spcPts val="600"/>
              </a:spcBef>
              <a:spcAft>
                <a:spcPts val="200"/>
              </a:spcAft>
              <a:buClr>
                <a:schemeClr val="accent1"/>
              </a:buClr>
              <a:buFont typeface="Arial" panose="020B0604020202020204" pitchFamily="34" charset="0"/>
              <a:buChar char="•"/>
            </a:pPr>
            <a:r>
              <a:rPr lang="en-US" sz="900" dirty="0">
                <a:latin typeface="Manrope" pitchFamily="2" charset="0"/>
                <a:ea typeface="Lato" panose="020F0502020204030203" pitchFamily="34" charset="0"/>
                <a:cs typeface="Segoe UI" panose="020B0502040204020203" pitchFamily="34" charset="0"/>
              </a:rPr>
              <a:t>Architecture review</a:t>
            </a:r>
          </a:p>
          <a:p>
            <a:pPr marL="227013" lvl="1" indent="-169863">
              <a:lnSpc>
                <a:spcPct val="90000"/>
              </a:lnSpc>
              <a:spcBef>
                <a:spcPts val="600"/>
              </a:spcBef>
              <a:spcAft>
                <a:spcPts val="200"/>
              </a:spcAft>
              <a:buClr>
                <a:schemeClr val="accent1"/>
              </a:buClr>
              <a:buFont typeface="Arial" panose="020B0604020202020204" pitchFamily="34" charset="0"/>
              <a:buChar char="•"/>
            </a:pPr>
            <a:r>
              <a:rPr lang="en-US" sz="900" dirty="0">
                <a:latin typeface="Manrope" pitchFamily="2" charset="0"/>
                <a:ea typeface="Lato" panose="020F0502020204030203" pitchFamily="34" charset="0"/>
                <a:cs typeface="Segoe UI" panose="020B0502040204020203" pitchFamily="34" charset="0"/>
              </a:rPr>
              <a:t>Data model review</a:t>
            </a:r>
          </a:p>
          <a:p>
            <a:pPr marL="227013" lvl="1" indent="-169863">
              <a:lnSpc>
                <a:spcPct val="90000"/>
              </a:lnSpc>
              <a:spcBef>
                <a:spcPts val="600"/>
              </a:spcBef>
              <a:spcAft>
                <a:spcPts val="200"/>
              </a:spcAft>
              <a:buClr>
                <a:schemeClr val="accent1"/>
              </a:buClr>
              <a:buFont typeface="Arial" panose="020B0604020202020204" pitchFamily="34" charset="0"/>
              <a:buChar char="•"/>
            </a:pPr>
            <a:r>
              <a:rPr lang="en-US" sz="900" dirty="0">
                <a:latin typeface="Manrope" pitchFamily="2" charset="0"/>
                <a:ea typeface="Lato" panose="020F0502020204030203" pitchFamily="34" charset="0"/>
                <a:cs typeface="Segoe UI" panose="020B0502040204020203" pitchFamily="34" charset="0"/>
              </a:rPr>
              <a:t>Technical design review</a:t>
            </a:r>
          </a:p>
        </p:txBody>
      </p:sp>
      <p:sp>
        <p:nvSpPr>
          <p:cNvPr id="49" name="AutoShape 14">
            <a:extLst>
              <a:ext uri="{FF2B5EF4-FFF2-40B4-BE49-F238E27FC236}">
                <a16:creationId xmlns:a16="http://schemas.microsoft.com/office/drawing/2014/main" id="{3656507A-14FB-37D5-F8EC-34484E703AAF}"/>
              </a:ext>
            </a:extLst>
          </p:cNvPr>
          <p:cNvSpPr>
            <a:spLocks/>
          </p:cNvSpPr>
          <p:nvPr/>
        </p:nvSpPr>
        <p:spPr>
          <a:xfrm flipV="1">
            <a:off x="623888" y="4386086"/>
            <a:ext cx="10944224" cy="6"/>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txBody>
          <a:bodyPr/>
          <a:lstStyle/>
          <a:p>
            <a:endParaRPr lang="en-US">
              <a:latin typeface="Manrope" pitchFamily="2" charset="0"/>
            </a:endParaRPr>
          </a:p>
        </p:txBody>
      </p:sp>
      <p:sp>
        <p:nvSpPr>
          <p:cNvPr id="51" name="AutoShape 14">
            <a:extLst>
              <a:ext uri="{FF2B5EF4-FFF2-40B4-BE49-F238E27FC236}">
                <a16:creationId xmlns:a16="http://schemas.microsoft.com/office/drawing/2014/main" id="{6469855F-4641-6F5E-C154-658BF1DFEAFB}"/>
              </a:ext>
            </a:extLst>
          </p:cNvPr>
          <p:cNvSpPr>
            <a:spLocks/>
          </p:cNvSpPr>
          <p:nvPr/>
        </p:nvSpPr>
        <p:spPr>
          <a:xfrm flipV="1">
            <a:off x="623888" y="4386076"/>
            <a:ext cx="10944224" cy="6"/>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txBody>
          <a:bodyPr/>
          <a:lstStyle/>
          <a:p>
            <a:endParaRPr lang="en-US">
              <a:latin typeface="Manrope" pitchFamily="2" charset="0"/>
            </a:endParaRPr>
          </a:p>
        </p:txBody>
      </p:sp>
      <p:sp>
        <p:nvSpPr>
          <p:cNvPr id="52" name="Rectangle 51">
            <a:extLst>
              <a:ext uri="{FF2B5EF4-FFF2-40B4-BE49-F238E27FC236}">
                <a16:creationId xmlns:a16="http://schemas.microsoft.com/office/drawing/2014/main" id="{94797D3F-0A87-6540-E33D-25B1B6A50CE3}"/>
              </a:ext>
            </a:extLst>
          </p:cNvPr>
          <p:cNvSpPr/>
          <p:nvPr/>
        </p:nvSpPr>
        <p:spPr>
          <a:xfrm>
            <a:off x="623888" y="4386076"/>
            <a:ext cx="2258208" cy="1410581"/>
          </a:xfrm>
          <a:prstGeom prst="rect">
            <a:avLst/>
          </a:prstGeom>
          <a:ln w="1270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600" b="1">
                <a:solidFill>
                  <a:schemeClr val="bg1"/>
                </a:solidFill>
                <a:latin typeface="Manrope" pitchFamily="2" charset="0"/>
                <a:ea typeface="+mj-ea"/>
                <a:cs typeface="Segoe UI" panose="020B0502040204020203" pitchFamily="34" charset="0"/>
              </a:rPr>
              <a:t>Process</a:t>
            </a:r>
          </a:p>
          <a:p>
            <a:pPr algn="ctr"/>
            <a:r>
              <a:rPr lang="en-US" sz="1600" b="1" dirty="0">
                <a:solidFill>
                  <a:schemeClr val="bg1"/>
                </a:solidFill>
                <a:latin typeface="Manrope" pitchFamily="2" charset="0"/>
                <a:ea typeface="+mj-ea"/>
                <a:cs typeface="Segoe UI" panose="020B0502040204020203" pitchFamily="34" charset="0"/>
              </a:rPr>
              <a:t> Governance</a:t>
            </a:r>
          </a:p>
        </p:txBody>
      </p:sp>
      <p:sp>
        <p:nvSpPr>
          <p:cNvPr id="53" name="TextBox 52">
            <a:extLst>
              <a:ext uri="{FF2B5EF4-FFF2-40B4-BE49-F238E27FC236}">
                <a16:creationId xmlns:a16="http://schemas.microsoft.com/office/drawing/2014/main" id="{6E2C9441-4664-49FC-DA9B-2DFD8990C6BC}"/>
              </a:ext>
            </a:extLst>
          </p:cNvPr>
          <p:cNvSpPr txBox="1">
            <a:spLocks/>
          </p:cNvSpPr>
          <p:nvPr/>
        </p:nvSpPr>
        <p:spPr>
          <a:xfrm>
            <a:off x="3059783" y="4745118"/>
            <a:ext cx="2188009" cy="692497"/>
          </a:xfrm>
          <a:prstGeom prst="rect">
            <a:avLst/>
          </a:prstGeom>
        </p:spPr>
        <p:txBody>
          <a:bodyPr wrap="square" lIns="0" tIns="0" rIns="0" bIns="0" rtlCol="0" anchor="ctr">
            <a:spAutoFit/>
          </a:bodyPr>
          <a:lstStyle/>
          <a:p>
            <a:pPr algn="ctr"/>
            <a:r>
              <a:rPr lang="en-US" sz="1500">
                <a:latin typeface="Manrope" pitchFamily="2" charset="0"/>
              </a:rPr>
              <a:t>Business Stake</a:t>
            </a:r>
          </a:p>
          <a:p>
            <a:pPr algn="ctr"/>
            <a:r>
              <a:rPr lang="en-US" sz="1500">
                <a:latin typeface="Manrope" pitchFamily="2" charset="0"/>
              </a:rPr>
              <a:t>Holders, Process</a:t>
            </a:r>
          </a:p>
          <a:p>
            <a:pPr algn="ctr"/>
            <a:r>
              <a:rPr lang="en-US" sz="1500">
                <a:latin typeface="Manrope" pitchFamily="2" charset="0"/>
              </a:rPr>
              <a:t>Leads</a:t>
            </a:r>
          </a:p>
        </p:txBody>
      </p:sp>
      <p:grpSp>
        <p:nvGrpSpPr>
          <p:cNvPr id="54" name="Group 53">
            <a:extLst>
              <a:ext uri="{FF2B5EF4-FFF2-40B4-BE49-F238E27FC236}">
                <a16:creationId xmlns:a16="http://schemas.microsoft.com/office/drawing/2014/main" id="{F07374CC-C11A-3C97-21F3-B27CB9580CA3}"/>
              </a:ext>
            </a:extLst>
          </p:cNvPr>
          <p:cNvGrpSpPr/>
          <p:nvPr/>
        </p:nvGrpSpPr>
        <p:grpSpPr>
          <a:xfrm>
            <a:off x="5518078" y="4802084"/>
            <a:ext cx="578564" cy="578564"/>
            <a:chOff x="5999716" y="1853785"/>
            <a:chExt cx="578564" cy="578564"/>
          </a:xfrm>
        </p:grpSpPr>
        <p:sp>
          <p:nvSpPr>
            <p:cNvPr id="55" name="Oval 54">
              <a:extLst>
                <a:ext uri="{FF2B5EF4-FFF2-40B4-BE49-F238E27FC236}">
                  <a16:creationId xmlns:a16="http://schemas.microsoft.com/office/drawing/2014/main" id="{1234E751-9B2B-38AB-5887-E8C226066073}"/>
                </a:ext>
              </a:extLst>
            </p:cNvPr>
            <p:cNvSpPr/>
            <p:nvPr/>
          </p:nvSpPr>
          <p:spPr>
            <a:xfrm>
              <a:off x="5999716" y="1853785"/>
              <a:ext cx="578564" cy="578564"/>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Manrope" pitchFamily="2" charset="0"/>
              </a:endParaRPr>
            </a:p>
          </p:txBody>
        </p:sp>
        <p:pic>
          <p:nvPicPr>
            <p:cNvPr id="56" name="Picture 55">
              <a:extLst>
                <a:ext uri="{FF2B5EF4-FFF2-40B4-BE49-F238E27FC236}">
                  <a16:creationId xmlns:a16="http://schemas.microsoft.com/office/drawing/2014/main" id="{5202308E-AA98-3233-2C32-B2AEEE5200AF}"/>
                </a:ext>
              </a:extLst>
            </p:cNvPr>
            <p:cNvPicPr>
              <a:picLocks noChangeAspect="1"/>
            </p:cNvPicPr>
            <p:nvPr/>
          </p:nvPicPr>
          <p:blipFill>
            <a:blip r:embed="rId3">
              <a:extLst>
                <a:ext uri="{BEBA8EAE-BF5A-486C-A8C5-ECC9F3942E4B}">
                  <a14:imgProps xmlns:a14="http://schemas.microsoft.com/office/drawing/2010/main">
                    <a14:imgLayer r:embed="rId4">
                      <a14:imgEffect>
                        <a14:brightnessContrast bright="100000"/>
                      </a14:imgEffect>
                    </a14:imgLayer>
                  </a14:imgProps>
                </a:ext>
              </a:extLst>
            </a:blip>
            <a:stretch>
              <a:fillRect/>
            </a:stretch>
          </p:blipFill>
          <p:spPr>
            <a:xfrm>
              <a:off x="6131742" y="1985811"/>
              <a:ext cx="314512" cy="314512"/>
            </a:xfrm>
            <a:prstGeom prst="rect">
              <a:avLst/>
            </a:prstGeom>
          </p:spPr>
        </p:pic>
      </p:grpSp>
      <p:sp>
        <p:nvSpPr>
          <p:cNvPr id="57" name="TextBox 23">
            <a:extLst>
              <a:ext uri="{FF2B5EF4-FFF2-40B4-BE49-F238E27FC236}">
                <a16:creationId xmlns:a16="http://schemas.microsoft.com/office/drawing/2014/main" id="{885DA583-06F6-DCA8-1635-7B9371AFAB62}"/>
              </a:ext>
            </a:extLst>
          </p:cNvPr>
          <p:cNvSpPr txBox="1"/>
          <p:nvPr/>
        </p:nvSpPr>
        <p:spPr>
          <a:xfrm>
            <a:off x="6228668" y="4745119"/>
            <a:ext cx="2188009" cy="692497"/>
          </a:xfrm>
          <a:prstGeom prst="rect">
            <a:avLst/>
          </a:prstGeom>
        </p:spPr>
        <p:txBody>
          <a:bodyPr wrap="square" lIns="0" tIns="0" rIns="0" bIns="0" rtlCol="0" anchor="ctr">
            <a:spAutoFit/>
          </a:bodyPr>
          <a:lstStyle>
            <a:defPPr>
              <a:defRPr lang="en-US"/>
            </a:defPPr>
            <a:lvl1pPr>
              <a:defRPr b="1"/>
            </a:lvl1pPr>
          </a:lstStyle>
          <a:p>
            <a:pPr algn="ctr"/>
            <a:r>
              <a:rPr lang="en-US" sz="1500" b="0">
                <a:latin typeface="Manrope" pitchFamily="2" charset="0"/>
              </a:rPr>
              <a:t>Hexaware</a:t>
            </a:r>
          </a:p>
          <a:p>
            <a:pPr algn="ctr"/>
            <a:r>
              <a:rPr lang="en-US" sz="1500" b="0">
                <a:latin typeface="Manrope" pitchFamily="2" charset="0"/>
              </a:rPr>
              <a:t>Architect,</a:t>
            </a:r>
          </a:p>
          <a:p>
            <a:pPr algn="ctr"/>
            <a:r>
              <a:rPr lang="en-US" sz="1500" b="0">
                <a:latin typeface="Manrope" pitchFamily="2" charset="0"/>
              </a:rPr>
              <a:t>Business Analyst</a:t>
            </a:r>
          </a:p>
        </p:txBody>
      </p:sp>
      <p:sp>
        <p:nvSpPr>
          <p:cNvPr id="58" name="TextBox 27">
            <a:extLst>
              <a:ext uri="{FF2B5EF4-FFF2-40B4-BE49-F238E27FC236}">
                <a16:creationId xmlns:a16="http://schemas.microsoft.com/office/drawing/2014/main" id="{00423A73-5AA3-9BCA-F038-2E47CE146716}"/>
              </a:ext>
            </a:extLst>
          </p:cNvPr>
          <p:cNvSpPr txBox="1">
            <a:spLocks/>
          </p:cNvSpPr>
          <p:nvPr/>
        </p:nvSpPr>
        <p:spPr>
          <a:xfrm>
            <a:off x="8533483" y="4801800"/>
            <a:ext cx="2942030" cy="579133"/>
          </a:xfrm>
          <a:prstGeom prst="rect">
            <a:avLst/>
          </a:prstGeom>
        </p:spPr>
        <p:txBody>
          <a:bodyPr wrap="square" lIns="0" tIns="0" rIns="0" bIns="0" rtlCol="0" anchor="t">
            <a:spAutoFit/>
          </a:bodyPr>
          <a:lstStyle/>
          <a:p>
            <a:pPr marL="227013" lvl="1" indent="-169863">
              <a:lnSpc>
                <a:spcPct val="90000"/>
              </a:lnSpc>
              <a:spcBef>
                <a:spcPts val="600"/>
              </a:spcBef>
              <a:spcAft>
                <a:spcPts val="200"/>
              </a:spcAft>
              <a:buClr>
                <a:schemeClr val="accent1"/>
              </a:buClr>
              <a:buFont typeface="Arial" panose="020B0604020202020204" pitchFamily="34" charset="0"/>
              <a:buChar char="•"/>
            </a:pPr>
            <a:r>
              <a:rPr lang="en-US" sz="900" dirty="0">
                <a:latin typeface="Manrope" pitchFamily="2" charset="0"/>
                <a:ea typeface="Lato" panose="020F0502020204030203" pitchFamily="34" charset="0"/>
                <a:cs typeface="Segoe UI" panose="020B0502040204020203" pitchFamily="34" charset="0"/>
              </a:rPr>
              <a:t>Process design review</a:t>
            </a:r>
          </a:p>
          <a:p>
            <a:pPr marL="227013" lvl="1" indent="-169863">
              <a:lnSpc>
                <a:spcPct val="90000"/>
              </a:lnSpc>
              <a:spcBef>
                <a:spcPts val="600"/>
              </a:spcBef>
              <a:spcAft>
                <a:spcPts val="200"/>
              </a:spcAft>
              <a:buClr>
                <a:schemeClr val="accent1"/>
              </a:buClr>
              <a:buFont typeface="Arial" panose="020B0604020202020204" pitchFamily="34" charset="0"/>
              <a:buChar char="•"/>
            </a:pPr>
            <a:r>
              <a:rPr lang="en-US" sz="900" dirty="0">
                <a:latin typeface="Manrope" pitchFamily="2" charset="0"/>
                <a:ea typeface="Lato" panose="020F0502020204030203" pitchFamily="34" charset="0"/>
                <a:cs typeface="Segoe UI" panose="020B0502040204020203" pitchFamily="34" charset="0"/>
              </a:rPr>
              <a:t>Global design, localization</a:t>
            </a:r>
          </a:p>
          <a:p>
            <a:pPr marL="227013" lvl="1" indent="-169863">
              <a:lnSpc>
                <a:spcPct val="90000"/>
              </a:lnSpc>
              <a:spcBef>
                <a:spcPts val="600"/>
              </a:spcBef>
              <a:spcAft>
                <a:spcPts val="200"/>
              </a:spcAft>
              <a:buClr>
                <a:schemeClr val="accent1"/>
              </a:buClr>
              <a:buFont typeface="Arial" panose="020B0604020202020204" pitchFamily="34" charset="0"/>
              <a:buChar char="•"/>
            </a:pPr>
            <a:r>
              <a:rPr lang="en-US" sz="900" dirty="0">
                <a:latin typeface="Manrope" pitchFamily="2" charset="0"/>
                <a:ea typeface="Lato" panose="020F0502020204030203" pitchFamily="34" charset="0"/>
                <a:cs typeface="Segoe UI" panose="020B0502040204020203" pitchFamily="34" charset="0"/>
              </a:rPr>
              <a:t>Standards and guidelines</a:t>
            </a:r>
          </a:p>
        </p:txBody>
      </p:sp>
      <p:cxnSp>
        <p:nvCxnSpPr>
          <p:cNvPr id="60" name="Straight Connector 59">
            <a:extLst>
              <a:ext uri="{FF2B5EF4-FFF2-40B4-BE49-F238E27FC236}">
                <a16:creationId xmlns:a16="http://schemas.microsoft.com/office/drawing/2014/main" id="{2F47A69E-3591-F41D-29AB-73D4C95E7E70}"/>
              </a:ext>
            </a:extLst>
          </p:cNvPr>
          <p:cNvCxnSpPr>
            <a:cxnSpLocks/>
          </p:cNvCxnSpPr>
          <p:nvPr/>
        </p:nvCxnSpPr>
        <p:spPr>
          <a:xfrm>
            <a:off x="8282036" y="1823943"/>
            <a:ext cx="0" cy="892552"/>
          </a:xfrm>
          <a:prstGeom prst="line">
            <a:avLst/>
          </a:prstGeom>
          <a:ln w="63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61" name="Straight Connector 60">
            <a:extLst>
              <a:ext uri="{FF2B5EF4-FFF2-40B4-BE49-F238E27FC236}">
                <a16:creationId xmlns:a16="http://schemas.microsoft.com/office/drawing/2014/main" id="{654EE673-1850-4000-63A2-DFC52590DA16}"/>
              </a:ext>
            </a:extLst>
          </p:cNvPr>
          <p:cNvCxnSpPr>
            <a:cxnSpLocks/>
          </p:cNvCxnSpPr>
          <p:nvPr/>
        </p:nvCxnSpPr>
        <p:spPr>
          <a:xfrm>
            <a:off x="8282036" y="3234521"/>
            <a:ext cx="0" cy="892552"/>
          </a:xfrm>
          <a:prstGeom prst="line">
            <a:avLst/>
          </a:prstGeom>
          <a:ln w="63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62" name="Straight Connector 61">
            <a:extLst>
              <a:ext uri="{FF2B5EF4-FFF2-40B4-BE49-F238E27FC236}">
                <a16:creationId xmlns:a16="http://schemas.microsoft.com/office/drawing/2014/main" id="{F66EA01D-A6E4-0D72-235C-1A78EB052893}"/>
              </a:ext>
            </a:extLst>
          </p:cNvPr>
          <p:cNvCxnSpPr>
            <a:cxnSpLocks/>
          </p:cNvCxnSpPr>
          <p:nvPr/>
        </p:nvCxnSpPr>
        <p:spPr>
          <a:xfrm>
            <a:off x="8282036" y="4645090"/>
            <a:ext cx="0" cy="892552"/>
          </a:xfrm>
          <a:prstGeom prst="line">
            <a:avLst/>
          </a:prstGeom>
          <a:ln w="63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63" name="TextBox 62">
            <a:extLst>
              <a:ext uri="{FF2B5EF4-FFF2-40B4-BE49-F238E27FC236}">
                <a16:creationId xmlns:a16="http://schemas.microsoft.com/office/drawing/2014/main" id="{1393C3A1-F277-EBAC-199A-C435DE6FA9E0}"/>
              </a:ext>
            </a:extLst>
          </p:cNvPr>
          <p:cNvSpPr txBox="1"/>
          <p:nvPr/>
        </p:nvSpPr>
        <p:spPr>
          <a:xfrm>
            <a:off x="3059783" y="1078424"/>
            <a:ext cx="2188009" cy="338554"/>
          </a:xfrm>
          <a:prstGeom prst="rect">
            <a:avLst/>
          </a:prstGeom>
          <a:noFill/>
        </p:spPr>
        <p:txBody>
          <a:bodyPr wrap="square" rtlCol="0">
            <a:spAutoFit/>
          </a:bodyPr>
          <a:lstStyle/>
          <a:p>
            <a:pPr algn="ctr"/>
            <a:r>
              <a:rPr lang="en-US" sz="1600" b="1">
                <a:latin typeface="Manrope" pitchFamily="2" charset="0"/>
              </a:rPr>
              <a:t>Our Customers</a:t>
            </a:r>
          </a:p>
        </p:txBody>
      </p:sp>
      <p:pic>
        <p:nvPicPr>
          <p:cNvPr id="64" name="Graphic 63">
            <a:extLst>
              <a:ext uri="{FF2B5EF4-FFF2-40B4-BE49-F238E27FC236}">
                <a16:creationId xmlns:a16="http://schemas.microsoft.com/office/drawing/2014/main" id="{26EEA18E-2D99-8B7D-EA7E-646315050F4E}"/>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6564620" y="1145948"/>
            <a:ext cx="1516104" cy="203506"/>
          </a:xfrm>
          <a:prstGeom prst="rect">
            <a:avLst/>
          </a:prstGeom>
        </p:spPr>
      </p:pic>
      <p:sp>
        <p:nvSpPr>
          <p:cNvPr id="3" name="AutoShape 14">
            <a:extLst>
              <a:ext uri="{FF2B5EF4-FFF2-40B4-BE49-F238E27FC236}">
                <a16:creationId xmlns:a16="http://schemas.microsoft.com/office/drawing/2014/main" id="{DC78205F-7E43-59A9-A4CA-40AAEC09551E}"/>
              </a:ext>
            </a:extLst>
          </p:cNvPr>
          <p:cNvSpPr>
            <a:spLocks/>
          </p:cNvSpPr>
          <p:nvPr/>
        </p:nvSpPr>
        <p:spPr>
          <a:xfrm flipV="1">
            <a:off x="623888" y="2975507"/>
            <a:ext cx="2258208"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txBody>
          <a:bodyPr/>
          <a:lstStyle/>
          <a:p>
            <a:endParaRPr lang="en-US">
              <a:latin typeface="Manrope" pitchFamily="2" charset="0"/>
            </a:endParaRPr>
          </a:p>
        </p:txBody>
      </p:sp>
      <p:sp>
        <p:nvSpPr>
          <p:cNvPr id="11" name="AutoShape 14">
            <a:extLst>
              <a:ext uri="{FF2B5EF4-FFF2-40B4-BE49-F238E27FC236}">
                <a16:creationId xmlns:a16="http://schemas.microsoft.com/office/drawing/2014/main" id="{BC464E05-D3B0-40DE-FFD5-CF8A72246AB7}"/>
              </a:ext>
            </a:extLst>
          </p:cNvPr>
          <p:cNvSpPr>
            <a:spLocks/>
          </p:cNvSpPr>
          <p:nvPr/>
        </p:nvSpPr>
        <p:spPr>
          <a:xfrm flipV="1">
            <a:off x="623888" y="4386076"/>
            <a:ext cx="2258208"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txBody>
          <a:bodyPr/>
          <a:lstStyle/>
          <a:p>
            <a:endParaRPr lang="en-US">
              <a:latin typeface="Manrope" pitchFamily="2" charset="0"/>
            </a:endParaRPr>
          </a:p>
        </p:txBody>
      </p:sp>
    </p:spTree>
    <p:extLst>
      <p:ext uri="{BB962C8B-B14F-4D97-AF65-F5344CB8AC3E}">
        <p14:creationId xmlns:p14="http://schemas.microsoft.com/office/powerpoint/2010/main" val="4240977807"/>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 Placeholder 4">
            <a:extLst>
              <a:ext uri="{FF2B5EF4-FFF2-40B4-BE49-F238E27FC236}">
                <a16:creationId xmlns:a16="http://schemas.microsoft.com/office/drawing/2014/main" id="{D4709B8F-EBAF-A8EC-D100-A7EA4BBD447E}"/>
              </a:ext>
            </a:extLst>
          </p:cNvPr>
          <p:cNvSpPr>
            <a:spLocks noGrp="1"/>
          </p:cNvSpPr>
          <p:nvPr>
            <p:ph type="body" sz="quarter" idx="15"/>
          </p:nvPr>
        </p:nvSpPr>
        <p:spPr/>
        <p:txBody>
          <a:bodyPr/>
          <a:lstStyle/>
          <a:p>
            <a:r>
              <a:rPr lang="en-US"/>
              <a:t>Program Governance</a:t>
            </a:r>
          </a:p>
        </p:txBody>
      </p:sp>
      <p:grpSp>
        <p:nvGrpSpPr>
          <p:cNvPr id="4" name="Group 3">
            <a:extLst>
              <a:ext uri="{FF2B5EF4-FFF2-40B4-BE49-F238E27FC236}">
                <a16:creationId xmlns:a16="http://schemas.microsoft.com/office/drawing/2014/main" id="{FD861890-A422-F994-DF7A-6E3252647FC4}"/>
              </a:ext>
            </a:extLst>
          </p:cNvPr>
          <p:cNvGrpSpPr/>
          <p:nvPr/>
        </p:nvGrpSpPr>
        <p:grpSpPr>
          <a:xfrm>
            <a:off x="1377388" y="847481"/>
            <a:ext cx="9437225" cy="5163039"/>
            <a:chOff x="1377388" y="775793"/>
            <a:chExt cx="9437225" cy="5163039"/>
          </a:xfrm>
        </p:grpSpPr>
        <p:pic>
          <p:nvPicPr>
            <p:cNvPr id="8" name="Picture 7">
              <a:extLst>
                <a:ext uri="{FF2B5EF4-FFF2-40B4-BE49-F238E27FC236}">
                  <a16:creationId xmlns:a16="http://schemas.microsoft.com/office/drawing/2014/main" id="{BC0BC5CF-EC43-030C-8671-C3251D9E93CD}"/>
                </a:ext>
              </a:extLst>
            </p:cNvPr>
            <p:cNvPicPr>
              <a:picLocks noChangeAspect="1"/>
            </p:cNvPicPr>
            <p:nvPr/>
          </p:nvPicPr>
          <p:blipFill>
            <a:blip r:embed="rId3"/>
            <a:stretch>
              <a:fillRect/>
            </a:stretch>
          </p:blipFill>
          <p:spPr>
            <a:xfrm>
              <a:off x="2978461" y="919167"/>
              <a:ext cx="5839519" cy="5019665"/>
            </a:xfrm>
            <a:prstGeom prst="rect">
              <a:avLst/>
            </a:prstGeom>
          </p:spPr>
        </p:pic>
        <p:sp>
          <p:nvSpPr>
            <p:cNvPr id="10" name="TextBox 9">
              <a:extLst>
                <a:ext uri="{FF2B5EF4-FFF2-40B4-BE49-F238E27FC236}">
                  <a16:creationId xmlns:a16="http://schemas.microsoft.com/office/drawing/2014/main" id="{43F7CF17-2575-33D0-AF04-168F9C039D64}"/>
                </a:ext>
              </a:extLst>
            </p:cNvPr>
            <p:cNvSpPr txBox="1"/>
            <p:nvPr/>
          </p:nvSpPr>
          <p:spPr>
            <a:xfrm>
              <a:off x="4689676" y="4683282"/>
              <a:ext cx="2307681" cy="1015663"/>
            </a:xfrm>
            <a:prstGeom prst="rect">
              <a:avLst/>
            </a:prstGeom>
            <a:noFill/>
          </p:spPr>
          <p:txBody>
            <a:bodyPr wrap="square">
              <a:spAutoFit/>
            </a:bodyPr>
            <a:lstStyle/>
            <a:p>
              <a:pPr lvl="0" algn="ctr"/>
              <a:r>
                <a:rPr lang="en-US" sz="1600" b="1" dirty="0">
                  <a:solidFill>
                    <a:schemeClr val="bg1"/>
                  </a:solidFill>
                  <a:latin typeface="Manrope" pitchFamily="2" charset="0"/>
                </a:rPr>
                <a:t>Delivery</a:t>
              </a:r>
              <a:br>
                <a:rPr lang="en-US" sz="1600" dirty="0">
                  <a:solidFill>
                    <a:schemeClr val="bg1"/>
                  </a:solidFill>
                  <a:latin typeface="Manrope" pitchFamily="2" charset="0"/>
                </a:rPr>
              </a:br>
              <a:endParaRPr lang="en-US" sz="1600" dirty="0">
                <a:solidFill>
                  <a:schemeClr val="bg1"/>
                </a:solidFill>
                <a:latin typeface="Manrope" pitchFamily="2" charset="0"/>
              </a:endParaRPr>
            </a:p>
            <a:p>
              <a:pPr lvl="0" algn="ctr"/>
              <a:r>
                <a:rPr lang="en-US" sz="1600" dirty="0">
                  <a:solidFill>
                    <a:schemeClr val="bg1"/>
                  </a:solidFill>
                  <a:latin typeface="Manrope" pitchFamily="2" charset="0"/>
                </a:rPr>
                <a:t>Delivery Team</a:t>
              </a:r>
            </a:p>
            <a:p>
              <a:pPr lvl="0" algn="ctr"/>
              <a:r>
                <a:rPr lang="en-US" sz="1200" dirty="0">
                  <a:solidFill>
                    <a:schemeClr val="bg1"/>
                  </a:solidFill>
                  <a:latin typeface="Manrope" pitchFamily="2" charset="0"/>
                </a:rPr>
                <a:t>Daily</a:t>
              </a:r>
              <a:endParaRPr lang="en-US" sz="1600" dirty="0">
                <a:solidFill>
                  <a:schemeClr val="bg1"/>
                </a:solidFill>
                <a:latin typeface="Manrope" pitchFamily="2" charset="0"/>
              </a:endParaRPr>
            </a:p>
          </p:txBody>
        </p:sp>
        <p:sp>
          <p:nvSpPr>
            <p:cNvPr id="12" name="TextBox 11">
              <a:extLst>
                <a:ext uri="{FF2B5EF4-FFF2-40B4-BE49-F238E27FC236}">
                  <a16:creationId xmlns:a16="http://schemas.microsoft.com/office/drawing/2014/main" id="{FA85A647-F8A3-10BB-2CE0-E808E7563C8E}"/>
                </a:ext>
              </a:extLst>
            </p:cNvPr>
            <p:cNvSpPr txBox="1"/>
            <p:nvPr/>
          </p:nvSpPr>
          <p:spPr>
            <a:xfrm>
              <a:off x="8841129" y="4439045"/>
              <a:ext cx="1973484" cy="1061829"/>
            </a:xfrm>
            <a:prstGeom prst="rect">
              <a:avLst/>
            </a:prstGeom>
            <a:noFill/>
          </p:spPr>
          <p:txBody>
            <a:bodyPr wrap="square">
              <a:spAutoFit/>
            </a:bodyPr>
            <a:lstStyle/>
            <a:p>
              <a:pPr marL="171450" indent="-171450" eaLnBrk="0" fontAlgn="base" hangingPunct="0">
                <a:spcBef>
                  <a:spcPct val="0"/>
                </a:spcBef>
                <a:spcAft>
                  <a:spcPts val="600"/>
                </a:spcAft>
                <a:buClr>
                  <a:schemeClr val="accent1"/>
                </a:buClr>
                <a:buFont typeface="Arial" panose="020B0604020202020204" pitchFamily="34" charset="0"/>
                <a:buChar char="•"/>
              </a:pPr>
              <a:r>
                <a:rPr lang="en-US" sz="1200" dirty="0">
                  <a:latin typeface="Manrope" pitchFamily="2" charset="0"/>
                  <a:ea typeface="Malgun Gothic" panose="020B0503020000020004" pitchFamily="34" charset="-127"/>
                  <a:cs typeface="Arial" pitchFamily="34" charset="0"/>
                </a:rPr>
                <a:t>Daily scrum</a:t>
              </a:r>
            </a:p>
            <a:p>
              <a:pPr marL="171450" indent="-171450" eaLnBrk="0" fontAlgn="base" hangingPunct="0">
                <a:spcBef>
                  <a:spcPct val="0"/>
                </a:spcBef>
                <a:spcAft>
                  <a:spcPts val="600"/>
                </a:spcAft>
                <a:buClr>
                  <a:schemeClr val="accent1"/>
                </a:buClr>
                <a:buFont typeface="Arial" panose="020B0604020202020204" pitchFamily="34" charset="0"/>
                <a:buChar char="•"/>
              </a:pPr>
              <a:r>
                <a:rPr lang="en-US" sz="1200" dirty="0">
                  <a:latin typeface="Manrope" pitchFamily="2" charset="0"/>
                  <a:ea typeface="Malgun Gothic" panose="020B0503020000020004" pitchFamily="34" charset="-127"/>
                  <a:cs typeface="Arial" pitchFamily="34" charset="0"/>
                </a:rPr>
                <a:t>Daily progress status</a:t>
              </a:r>
            </a:p>
            <a:p>
              <a:pPr marL="171450" indent="-171450" eaLnBrk="0" fontAlgn="base" hangingPunct="0">
                <a:spcBef>
                  <a:spcPct val="0"/>
                </a:spcBef>
                <a:spcAft>
                  <a:spcPts val="600"/>
                </a:spcAft>
                <a:buClr>
                  <a:schemeClr val="accent1"/>
                </a:buClr>
                <a:buFont typeface="Arial" panose="020B0604020202020204" pitchFamily="34" charset="0"/>
                <a:buChar char="•"/>
              </a:pPr>
              <a:r>
                <a:rPr lang="en-US" sz="1200" dirty="0">
                  <a:latin typeface="Manrope" pitchFamily="2" charset="0"/>
                  <a:ea typeface="Malgun Gothic" panose="020B0503020000020004" pitchFamily="34" charset="-127"/>
                  <a:cs typeface="Arial" pitchFamily="34" charset="0"/>
                </a:rPr>
                <a:t>Queries resolution</a:t>
              </a:r>
            </a:p>
            <a:p>
              <a:pPr marL="171450" indent="-171450" eaLnBrk="0" fontAlgn="base" hangingPunct="0">
                <a:spcBef>
                  <a:spcPct val="0"/>
                </a:spcBef>
                <a:spcAft>
                  <a:spcPts val="600"/>
                </a:spcAft>
                <a:buClr>
                  <a:schemeClr val="accent1"/>
                </a:buClr>
                <a:buFont typeface="Arial" panose="020B0604020202020204" pitchFamily="34" charset="0"/>
                <a:buChar char="•"/>
              </a:pPr>
              <a:r>
                <a:rPr lang="en-US" sz="1200" dirty="0">
                  <a:latin typeface="Manrope" pitchFamily="2" charset="0"/>
                  <a:ea typeface="Malgun Gothic" panose="020B0503020000020004" pitchFamily="34" charset="-127"/>
                  <a:cs typeface="Arial" pitchFamily="34" charset="0"/>
                </a:rPr>
                <a:t>Delivery management</a:t>
              </a:r>
            </a:p>
          </p:txBody>
        </p:sp>
        <p:sp>
          <p:nvSpPr>
            <p:cNvPr id="13" name="Rounded Rectangle 12">
              <a:extLst>
                <a:ext uri="{FF2B5EF4-FFF2-40B4-BE49-F238E27FC236}">
                  <a16:creationId xmlns:a16="http://schemas.microsoft.com/office/drawing/2014/main" id="{59BC1655-AE98-116A-53BD-DA63B8FFE8D8}"/>
                </a:ext>
              </a:extLst>
            </p:cNvPr>
            <p:cNvSpPr/>
            <p:nvPr/>
          </p:nvSpPr>
          <p:spPr>
            <a:xfrm>
              <a:off x="8817980" y="4405019"/>
              <a:ext cx="1973484" cy="1131031"/>
            </a:xfrm>
            <a:prstGeom prst="roundRect">
              <a:avLst>
                <a:gd name="adj" fmla="val 0"/>
              </a:avLst>
            </a:prstGeom>
            <a:noFill/>
            <a:ln w="15875">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TextBox 13">
              <a:extLst>
                <a:ext uri="{FF2B5EF4-FFF2-40B4-BE49-F238E27FC236}">
                  <a16:creationId xmlns:a16="http://schemas.microsoft.com/office/drawing/2014/main" id="{0828A2BF-AFAB-841B-22E1-D6E72A1B284E}"/>
                </a:ext>
              </a:extLst>
            </p:cNvPr>
            <p:cNvSpPr txBox="1"/>
            <p:nvPr/>
          </p:nvSpPr>
          <p:spPr>
            <a:xfrm>
              <a:off x="1400537" y="3005034"/>
              <a:ext cx="1973484" cy="1508105"/>
            </a:xfrm>
            <a:prstGeom prst="rect">
              <a:avLst/>
            </a:prstGeom>
            <a:noFill/>
          </p:spPr>
          <p:txBody>
            <a:bodyPr wrap="square">
              <a:spAutoFit/>
            </a:bodyPr>
            <a:lstStyle/>
            <a:p>
              <a:pPr marL="121807" indent="-121807" eaLnBrk="0" fontAlgn="base" hangingPunct="0">
                <a:spcBef>
                  <a:spcPct val="0"/>
                </a:spcBef>
                <a:spcAft>
                  <a:spcPts val="600"/>
                </a:spcAft>
                <a:buClr>
                  <a:schemeClr val="accent2"/>
                </a:buClr>
                <a:buFont typeface="Arial" panose="020B0604020202020204" pitchFamily="34" charset="0"/>
                <a:buChar char="•"/>
              </a:pPr>
              <a:r>
                <a:rPr lang="en-US" sz="1200" dirty="0">
                  <a:latin typeface="Manrope" pitchFamily="2" charset="0"/>
                  <a:ea typeface="Malgun Gothic" panose="020B0503020000020004" pitchFamily="34" charset="-127"/>
                  <a:cs typeface="Arial" pitchFamily="34" charset="0"/>
                </a:rPr>
                <a:t>Project reporting</a:t>
              </a:r>
            </a:p>
            <a:p>
              <a:pPr marL="121807" indent="-121807" eaLnBrk="0" fontAlgn="base" hangingPunct="0">
                <a:spcBef>
                  <a:spcPct val="0"/>
                </a:spcBef>
                <a:spcAft>
                  <a:spcPts val="600"/>
                </a:spcAft>
                <a:buClr>
                  <a:schemeClr val="accent2"/>
                </a:buClr>
                <a:buFont typeface="Arial" panose="020B0604020202020204" pitchFamily="34" charset="0"/>
                <a:buChar char="•"/>
              </a:pPr>
              <a:r>
                <a:rPr lang="en-US" sz="1200" dirty="0">
                  <a:latin typeface="Manrope" pitchFamily="2" charset="0"/>
                  <a:ea typeface="Malgun Gothic" panose="020B0503020000020004" pitchFamily="34" charset="-127"/>
                  <a:cs typeface="Arial" pitchFamily="34" charset="0"/>
                </a:rPr>
                <a:t>Issue/risk management</a:t>
              </a:r>
            </a:p>
            <a:p>
              <a:pPr marL="121807" indent="-121807" eaLnBrk="0" fontAlgn="base" hangingPunct="0">
                <a:spcBef>
                  <a:spcPct val="0"/>
                </a:spcBef>
                <a:spcAft>
                  <a:spcPts val="600"/>
                </a:spcAft>
                <a:buClr>
                  <a:schemeClr val="accent2"/>
                </a:buClr>
                <a:buFont typeface="Arial" panose="020B0604020202020204" pitchFamily="34" charset="0"/>
                <a:buChar char="•"/>
              </a:pPr>
              <a:r>
                <a:rPr lang="en-US" sz="1200" dirty="0">
                  <a:latin typeface="Manrope" pitchFamily="2" charset="0"/>
                  <a:ea typeface="Malgun Gothic" panose="020B0503020000020004" pitchFamily="34" charset="-127"/>
                  <a:cs typeface="Arial" pitchFamily="34" charset="0"/>
                </a:rPr>
                <a:t>Financial management</a:t>
              </a:r>
            </a:p>
            <a:p>
              <a:pPr marL="121807" indent="-121807" eaLnBrk="0" fontAlgn="base" hangingPunct="0">
                <a:spcBef>
                  <a:spcPct val="0"/>
                </a:spcBef>
                <a:spcAft>
                  <a:spcPts val="600"/>
                </a:spcAft>
                <a:buClr>
                  <a:schemeClr val="accent2"/>
                </a:buClr>
                <a:buFont typeface="Arial" panose="020B0604020202020204" pitchFamily="34" charset="0"/>
                <a:buChar char="•"/>
              </a:pPr>
              <a:r>
                <a:rPr lang="en-US" sz="1200" dirty="0">
                  <a:latin typeface="Manrope" pitchFamily="2" charset="0"/>
                  <a:ea typeface="Malgun Gothic" panose="020B0503020000020004" pitchFamily="34" charset="-127"/>
                  <a:cs typeface="Arial" pitchFamily="34" charset="0"/>
                </a:rPr>
                <a:t>Escalation management</a:t>
              </a:r>
            </a:p>
            <a:p>
              <a:pPr marL="121807" indent="-121807" eaLnBrk="0" fontAlgn="base" hangingPunct="0">
                <a:spcBef>
                  <a:spcPct val="0"/>
                </a:spcBef>
                <a:spcAft>
                  <a:spcPts val="600"/>
                </a:spcAft>
                <a:buClr>
                  <a:schemeClr val="accent2"/>
                </a:buClr>
                <a:buFont typeface="Arial" panose="020B0604020202020204" pitchFamily="34" charset="0"/>
                <a:buChar char="•"/>
              </a:pPr>
              <a:r>
                <a:rPr lang="en-US" sz="1200" dirty="0">
                  <a:latin typeface="Manrope" pitchFamily="2" charset="0"/>
                  <a:ea typeface="Malgun Gothic" panose="020B0503020000020004" pitchFamily="34" charset="-127"/>
                  <a:cs typeface="Arial" pitchFamily="34" charset="0"/>
                </a:rPr>
                <a:t>Change management</a:t>
              </a:r>
            </a:p>
          </p:txBody>
        </p:sp>
        <p:sp>
          <p:nvSpPr>
            <p:cNvPr id="15" name="Rounded Rectangle 14">
              <a:extLst>
                <a:ext uri="{FF2B5EF4-FFF2-40B4-BE49-F238E27FC236}">
                  <a16:creationId xmlns:a16="http://schemas.microsoft.com/office/drawing/2014/main" id="{ABE6B63E-8B97-232A-3A03-FDDA342C7945}"/>
                </a:ext>
              </a:extLst>
            </p:cNvPr>
            <p:cNvSpPr/>
            <p:nvPr/>
          </p:nvSpPr>
          <p:spPr>
            <a:xfrm>
              <a:off x="1377388" y="2891354"/>
              <a:ext cx="1973484" cy="1920132"/>
            </a:xfrm>
            <a:prstGeom prst="roundRect">
              <a:avLst>
                <a:gd name="adj" fmla="val 0"/>
              </a:avLst>
            </a:prstGeom>
            <a:noFill/>
            <a:ln w="15875">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TextBox 15">
              <a:extLst>
                <a:ext uri="{FF2B5EF4-FFF2-40B4-BE49-F238E27FC236}">
                  <a16:creationId xmlns:a16="http://schemas.microsoft.com/office/drawing/2014/main" id="{1797F33E-50C2-9372-E973-6916A5398C19}"/>
                </a:ext>
              </a:extLst>
            </p:cNvPr>
            <p:cNvSpPr txBox="1"/>
            <p:nvPr/>
          </p:nvSpPr>
          <p:spPr>
            <a:xfrm>
              <a:off x="7681591" y="918936"/>
              <a:ext cx="2476961" cy="1846659"/>
            </a:xfrm>
            <a:prstGeom prst="rect">
              <a:avLst/>
            </a:prstGeom>
            <a:noFill/>
          </p:spPr>
          <p:txBody>
            <a:bodyPr wrap="square" lIns="91440" tIns="45720" rIns="91440" bIns="45720" anchor="t">
              <a:spAutoFit/>
            </a:bodyPr>
            <a:lstStyle/>
            <a:p>
              <a:pPr marL="171450" indent="-171450" eaLnBrk="0" fontAlgn="base" hangingPunct="0">
                <a:spcBef>
                  <a:spcPct val="0"/>
                </a:spcBef>
                <a:spcAft>
                  <a:spcPts val="600"/>
                </a:spcAft>
                <a:buClr>
                  <a:schemeClr val="accent3"/>
                </a:buClr>
                <a:buFont typeface="Arial" panose="020B0604020202020204" pitchFamily="34" charset="0"/>
                <a:buChar char="•"/>
              </a:pPr>
              <a:r>
                <a:rPr lang="en-US" sz="1200" dirty="0">
                  <a:latin typeface="Manrope" pitchFamily="2" charset="0"/>
                  <a:ea typeface="Malgun Gothic" panose="020B0503020000020004" pitchFamily="34" charset="-127"/>
                  <a:cs typeface="Arial" pitchFamily="34" charset="0"/>
                </a:rPr>
                <a:t>Set engagement directives</a:t>
              </a:r>
            </a:p>
            <a:p>
              <a:pPr marL="171450" indent="-171450" eaLnBrk="0" fontAlgn="base" hangingPunct="0">
                <a:spcBef>
                  <a:spcPct val="0"/>
                </a:spcBef>
                <a:spcAft>
                  <a:spcPts val="600"/>
                </a:spcAft>
                <a:buClr>
                  <a:schemeClr val="accent3"/>
                </a:buClr>
                <a:buFont typeface="Arial" panose="020B0604020202020204" pitchFamily="34" charset="0"/>
                <a:buChar char="•"/>
              </a:pPr>
              <a:r>
                <a:rPr lang="en-US" sz="1200" dirty="0">
                  <a:latin typeface="Manrope"/>
                  <a:ea typeface="Malgun Gothic"/>
                  <a:cs typeface="Arial"/>
                </a:rPr>
                <a:t>Govern: steering committee </a:t>
              </a:r>
              <a:endParaRPr lang="en-US" sz="1200" dirty="0">
                <a:latin typeface="Manrope" pitchFamily="2" charset="0"/>
                <a:ea typeface="Malgun Gothic" panose="020B0503020000020004" pitchFamily="34" charset="-127"/>
                <a:cs typeface="Arial" pitchFamily="34" charset="0"/>
              </a:endParaRPr>
            </a:p>
            <a:p>
              <a:pPr marL="171450" indent="-171450" eaLnBrk="0" fontAlgn="base" hangingPunct="0">
                <a:spcBef>
                  <a:spcPct val="0"/>
                </a:spcBef>
                <a:spcAft>
                  <a:spcPts val="1200"/>
                </a:spcAft>
                <a:buClr>
                  <a:schemeClr val="accent3"/>
                </a:buClr>
                <a:buFont typeface="Arial" panose="020B0604020202020204" pitchFamily="34" charset="0"/>
                <a:buChar char="•"/>
              </a:pPr>
              <a:r>
                <a:rPr lang="en-US" sz="1200" dirty="0">
                  <a:latin typeface="Manrope" pitchFamily="2" charset="0"/>
                  <a:ea typeface="Malgun Gothic" panose="020B0503020000020004" pitchFamily="34" charset="-127"/>
                  <a:cs typeface="Arial" pitchFamily="34" charset="0"/>
                </a:rPr>
                <a:t>Establish program success with executive attention</a:t>
              </a:r>
            </a:p>
            <a:p>
              <a:pPr marL="0" marR="0" lvl="0" indent="0" algn="l" defTabSz="914400" rtl="0" eaLnBrk="1" fontAlgn="auto" latinLnBrk="0" hangingPunct="1">
                <a:lnSpc>
                  <a:spcPct val="100000"/>
                </a:lnSpc>
                <a:spcAft>
                  <a:spcPts val="600"/>
                </a:spcAft>
                <a:buClrTx/>
                <a:buSzTx/>
                <a:buFontTx/>
                <a:buNone/>
                <a:tabLst/>
                <a:defRPr/>
              </a:pPr>
              <a:r>
                <a:rPr kumimoji="0" lang="en-US" sz="1200" b="1" i="0" u="sng" strike="noStrike" kern="1200" cap="none" spc="0" normalizeH="0" baseline="0" noProof="0" dirty="0">
                  <a:ln>
                    <a:noFill/>
                  </a:ln>
                  <a:effectLst/>
                  <a:uLnTx/>
                  <a:uFillTx/>
                  <a:latin typeface="Manrope" pitchFamily="2" charset="0"/>
                  <a:cs typeface="Calibri" panose="020F0502020204030204" pitchFamily="34" charset="0"/>
                </a:rPr>
                <a:t>Advisory Council</a:t>
              </a:r>
            </a:p>
            <a:p>
              <a:pPr marL="171450" marR="0" lvl="0" indent="-171450" algn="l" defTabSz="914400" rtl="0" eaLnBrk="1" fontAlgn="auto" latinLnBrk="0" hangingPunct="1">
                <a:lnSpc>
                  <a:spcPct val="100000"/>
                </a:lnSpc>
                <a:spcAft>
                  <a:spcPts val="600"/>
                </a:spcAft>
                <a:buClr>
                  <a:schemeClr val="accent3"/>
                </a:buClr>
                <a:buSzTx/>
                <a:buFont typeface="Arial" panose="020B0604020202020204" pitchFamily="34" charset="0"/>
                <a:buChar char="•"/>
                <a:tabLst/>
                <a:defRPr/>
              </a:pPr>
              <a:r>
                <a:rPr kumimoji="0" lang="en-US" sz="1200" b="0" i="0" u="none" strike="noStrike" kern="1200" cap="none" spc="0" normalizeH="0" baseline="0" noProof="0" dirty="0">
                  <a:ln>
                    <a:noFill/>
                  </a:ln>
                  <a:effectLst/>
                  <a:uLnTx/>
                  <a:uFillTx/>
                  <a:latin typeface="Manrope" pitchFamily="2" charset="0"/>
                  <a:cs typeface="Calibri" panose="020F0502020204030204" pitchFamily="34" charset="0"/>
                </a:rPr>
                <a:t>Client value adds</a:t>
              </a:r>
            </a:p>
            <a:p>
              <a:pPr marL="171450" marR="0" lvl="0" indent="-171450" algn="l" defTabSz="914400" rtl="0" eaLnBrk="1" fontAlgn="auto" latinLnBrk="0" hangingPunct="1">
                <a:lnSpc>
                  <a:spcPct val="100000"/>
                </a:lnSpc>
                <a:spcAft>
                  <a:spcPts val="600"/>
                </a:spcAft>
                <a:buClr>
                  <a:schemeClr val="accent3"/>
                </a:buClr>
                <a:buSzTx/>
                <a:buFont typeface="Arial" panose="020B0604020202020204" pitchFamily="34" charset="0"/>
                <a:buChar char="•"/>
                <a:tabLst/>
                <a:defRPr/>
              </a:pPr>
              <a:r>
                <a:rPr kumimoji="0" lang="en-US" sz="1200" b="0" i="0" u="none" strike="noStrike" kern="1200" cap="none" spc="0" normalizeH="0" baseline="0" noProof="0" dirty="0">
                  <a:ln>
                    <a:noFill/>
                  </a:ln>
                  <a:effectLst/>
                  <a:uLnTx/>
                  <a:uFillTx/>
                  <a:latin typeface="Manrope" pitchFamily="2" charset="0"/>
                  <a:cs typeface="Calibri" panose="020F0502020204030204" pitchFamily="34" charset="0"/>
                </a:rPr>
                <a:t>Strategic direction inputs</a:t>
              </a:r>
            </a:p>
          </p:txBody>
        </p:sp>
        <p:sp>
          <p:nvSpPr>
            <p:cNvPr id="17" name="Rounded Rectangle 16">
              <a:extLst>
                <a:ext uri="{FF2B5EF4-FFF2-40B4-BE49-F238E27FC236}">
                  <a16:creationId xmlns:a16="http://schemas.microsoft.com/office/drawing/2014/main" id="{90C5C7E9-AF6D-EDF7-83CB-FF4BF3DF40F3}"/>
                </a:ext>
              </a:extLst>
            </p:cNvPr>
            <p:cNvSpPr/>
            <p:nvPr/>
          </p:nvSpPr>
          <p:spPr>
            <a:xfrm>
              <a:off x="7664368" y="775793"/>
              <a:ext cx="2494183" cy="2100289"/>
            </a:xfrm>
            <a:prstGeom prst="roundRect">
              <a:avLst>
                <a:gd name="adj" fmla="val 0"/>
              </a:avLst>
            </a:prstGeom>
            <a:noFill/>
            <a:ln w="15875">
              <a:solidFill>
                <a:schemeClr val="accent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extBox 1">
              <a:extLst>
                <a:ext uri="{FF2B5EF4-FFF2-40B4-BE49-F238E27FC236}">
                  <a16:creationId xmlns:a16="http://schemas.microsoft.com/office/drawing/2014/main" id="{734B3E36-17CC-ADB5-9182-B536A24C7C9A}"/>
                </a:ext>
              </a:extLst>
            </p:cNvPr>
            <p:cNvSpPr txBox="1"/>
            <p:nvPr/>
          </p:nvSpPr>
          <p:spPr>
            <a:xfrm>
              <a:off x="4324960" y="1702084"/>
              <a:ext cx="3037113" cy="1215717"/>
            </a:xfrm>
            <a:prstGeom prst="rect">
              <a:avLst/>
            </a:prstGeom>
            <a:noFill/>
          </p:spPr>
          <p:txBody>
            <a:bodyPr wrap="square">
              <a:spAutoFit/>
            </a:bodyPr>
            <a:lstStyle/>
            <a:p>
              <a:pPr lvl="0" algn="ctr"/>
              <a:endParaRPr lang="en-US" sz="1400" dirty="0">
                <a:solidFill>
                  <a:schemeClr val="bg1"/>
                </a:solidFill>
                <a:latin typeface="Manrope" pitchFamily="2" charset="0"/>
              </a:endParaRPr>
            </a:p>
            <a:p>
              <a:pPr lvl="0" algn="ctr"/>
              <a:r>
                <a:rPr lang="en-US" sz="1400" b="1" dirty="0">
                  <a:solidFill>
                    <a:schemeClr val="bg1"/>
                  </a:solidFill>
                  <a:latin typeface="Manrope" pitchFamily="2" charset="0"/>
                </a:rPr>
                <a:t>Strategic</a:t>
              </a:r>
            </a:p>
            <a:p>
              <a:pPr lvl="0" algn="ctr"/>
              <a:r>
                <a:rPr lang="en-US" sz="600" b="1" dirty="0">
                  <a:solidFill>
                    <a:schemeClr val="accent3"/>
                  </a:solidFill>
                  <a:latin typeface="Manrope" pitchFamily="2" charset="0"/>
                </a:rPr>
                <a:t>.</a:t>
              </a:r>
              <a:endParaRPr lang="en-US" sz="1200" b="1" dirty="0">
                <a:solidFill>
                  <a:schemeClr val="accent3"/>
                </a:solidFill>
                <a:latin typeface="Manrope" pitchFamily="2" charset="0"/>
              </a:endParaRPr>
            </a:p>
            <a:p>
              <a:pPr lvl="0" algn="ctr"/>
              <a:r>
                <a:rPr lang="en-US" sz="1400" dirty="0">
                  <a:solidFill>
                    <a:schemeClr val="bg1"/>
                  </a:solidFill>
                  <a:latin typeface="Manrope" pitchFamily="2" charset="0"/>
                </a:rPr>
                <a:t>Executive</a:t>
              </a:r>
            </a:p>
            <a:p>
              <a:pPr lvl="0" algn="ctr"/>
              <a:r>
                <a:rPr lang="en-US" sz="1400" dirty="0">
                  <a:solidFill>
                    <a:schemeClr val="bg1"/>
                  </a:solidFill>
                  <a:latin typeface="Manrope" pitchFamily="2" charset="0"/>
                </a:rPr>
                <a:t>Sponsors</a:t>
              </a:r>
            </a:p>
            <a:p>
              <a:pPr lvl="0" algn="ctr"/>
              <a:r>
                <a:rPr lang="en-US" sz="1100" dirty="0">
                  <a:solidFill>
                    <a:schemeClr val="bg1"/>
                  </a:solidFill>
                  <a:latin typeface="Manrope" pitchFamily="2" charset="0"/>
                </a:rPr>
                <a:t>Monthly</a:t>
              </a:r>
            </a:p>
          </p:txBody>
        </p:sp>
        <p:sp>
          <p:nvSpPr>
            <p:cNvPr id="3" name="TextBox 2">
              <a:extLst>
                <a:ext uri="{FF2B5EF4-FFF2-40B4-BE49-F238E27FC236}">
                  <a16:creationId xmlns:a16="http://schemas.microsoft.com/office/drawing/2014/main" id="{CF81BDC5-90CC-8A5A-B3D0-4BBC4BA6ED28}"/>
                </a:ext>
              </a:extLst>
            </p:cNvPr>
            <p:cNvSpPr txBox="1"/>
            <p:nvPr/>
          </p:nvSpPr>
          <p:spPr>
            <a:xfrm>
              <a:off x="4324960" y="3193616"/>
              <a:ext cx="3037113" cy="1015663"/>
            </a:xfrm>
            <a:prstGeom prst="rect">
              <a:avLst/>
            </a:prstGeom>
            <a:noFill/>
          </p:spPr>
          <p:txBody>
            <a:bodyPr wrap="square">
              <a:spAutoFit/>
            </a:bodyPr>
            <a:lstStyle/>
            <a:p>
              <a:pPr lvl="0" algn="ctr"/>
              <a:r>
                <a:rPr lang="en-US" sz="1600" b="1" dirty="0">
                  <a:solidFill>
                    <a:schemeClr val="bg1"/>
                  </a:solidFill>
                  <a:latin typeface="Manrope" pitchFamily="2" charset="0"/>
                </a:rPr>
                <a:t>Operational</a:t>
              </a:r>
              <a:br>
                <a:rPr lang="en-US" sz="1600" dirty="0">
                  <a:solidFill>
                    <a:schemeClr val="bg1"/>
                  </a:solidFill>
                  <a:latin typeface="Manrope" pitchFamily="2" charset="0"/>
                </a:rPr>
              </a:br>
              <a:endParaRPr lang="en-US" sz="1600" dirty="0">
                <a:solidFill>
                  <a:schemeClr val="bg1"/>
                </a:solidFill>
                <a:latin typeface="Manrope" pitchFamily="2" charset="0"/>
              </a:endParaRPr>
            </a:p>
            <a:p>
              <a:pPr lvl="0" algn="ctr"/>
              <a:r>
                <a:rPr lang="en-US" sz="1600" dirty="0">
                  <a:solidFill>
                    <a:schemeClr val="bg1"/>
                  </a:solidFill>
                  <a:latin typeface="Manrope" pitchFamily="2" charset="0"/>
                </a:rPr>
                <a:t>Program/Project Managers</a:t>
              </a:r>
            </a:p>
            <a:p>
              <a:pPr lvl="0" algn="ctr"/>
              <a:r>
                <a:rPr lang="en-US" sz="1200" dirty="0">
                  <a:solidFill>
                    <a:schemeClr val="bg1"/>
                  </a:solidFill>
                  <a:latin typeface="Manrope" pitchFamily="2" charset="0"/>
                </a:rPr>
                <a:t>Weekly</a:t>
              </a:r>
              <a:endParaRPr lang="en-US" sz="1600" dirty="0">
                <a:solidFill>
                  <a:schemeClr val="bg1"/>
                </a:solidFill>
                <a:latin typeface="Manrope" pitchFamily="2" charset="0"/>
              </a:endParaRPr>
            </a:p>
          </p:txBody>
        </p:sp>
      </p:grpSp>
    </p:spTree>
    <p:extLst>
      <p:ext uri="{BB962C8B-B14F-4D97-AF65-F5344CB8AC3E}">
        <p14:creationId xmlns:p14="http://schemas.microsoft.com/office/powerpoint/2010/main" val="1000621609"/>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Placeholder 5" descr="A person and person looking at a tablet&#10;&#10;Description automatically generated">
            <a:extLst>
              <a:ext uri="{FF2B5EF4-FFF2-40B4-BE49-F238E27FC236}">
                <a16:creationId xmlns:a16="http://schemas.microsoft.com/office/drawing/2014/main" id="{2A51AC46-AD8D-11BF-E9E4-12BB8C45C75C}"/>
              </a:ext>
            </a:extLst>
          </p:cNvPr>
          <p:cNvPicPr>
            <a:picLocks noGrp="1" noChangeAspect="1"/>
          </p:cNvPicPr>
          <p:nvPr>
            <p:ph type="pic" sz="quarter" idx="16"/>
          </p:nvPr>
        </p:nvPicPr>
        <p:blipFill>
          <a:blip r:embed="rId2" cstate="screen">
            <a:extLst>
              <a:ext uri="{28A0092B-C50C-407E-A947-70E740481C1C}">
                <a14:useLocalDpi xmlns:a14="http://schemas.microsoft.com/office/drawing/2010/main"/>
              </a:ext>
            </a:extLst>
          </a:blip>
          <a:srcRect/>
          <a:stretch>
            <a:fillRect/>
          </a:stretch>
        </p:blipFill>
        <p:spPr/>
      </p:pic>
      <p:pic>
        <p:nvPicPr>
          <p:cNvPr id="7" name="Picture 6">
            <a:extLst>
              <a:ext uri="{FF2B5EF4-FFF2-40B4-BE49-F238E27FC236}">
                <a16:creationId xmlns:a16="http://schemas.microsoft.com/office/drawing/2014/main" id="{DFBE09C6-9716-1452-1FE4-AF93BD326723}"/>
              </a:ext>
            </a:extLst>
          </p:cNvPr>
          <p:cNvPicPr>
            <a:picLocks noChangeAspect="1"/>
          </p:cNvPicPr>
          <p:nvPr/>
        </p:nvPicPr>
        <p:blipFill>
          <a:blip r:embed="rId3">
            <a:alphaModFix amt="85000"/>
            <a:extLst>
              <a:ext uri="{28A0092B-C50C-407E-A947-70E740481C1C}">
                <a14:useLocalDpi xmlns:a14="http://schemas.microsoft.com/office/drawing/2010/main"/>
              </a:ext>
            </a:extLst>
          </a:blip>
          <a:srcRect/>
          <a:stretch/>
        </p:blipFill>
        <p:spPr>
          <a:xfrm>
            <a:off x="0" y="0"/>
            <a:ext cx="6286500" cy="6857999"/>
          </a:xfrm>
          <a:prstGeom prst="rect">
            <a:avLst/>
          </a:prstGeom>
        </p:spPr>
      </p:pic>
      <p:sp>
        <p:nvSpPr>
          <p:cNvPr id="3" name="Title 2">
            <a:extLst>
              <a:ext uri="{FF2B5EF4-FFF2-40B4-BE49-F238E27FC236}">
                <a16:creationId xmlns:a16="http://schemas.microsoft.com/office/drawing/2014/main" id="{29528566-DA61-EBB8-B79A-E33F0BBE1661}"/>
              </a:ext>
            </a:extLst>
          </p:cNvPr>
          <p:cNvSpPr>
            <a:spLocks noGrp="1"/>
          </p:cNvSpPr>
          <p:nvPr>
            <p:ph type="title"/>
          </p:nvPr>
        </p:nvSpPr>
        <p:spPr/>
        <p:txBody>
          <a:bodyPr/>
          <a:lstStyle/>
          <a:p>
            <a:r>
              <a:rPr lang="en-US" dirty="0">
                <a:solidFill>
                  <a:schemeClr val="bg1"/>
                </a:solidFill>
              </a:rPr>
              <a:t>Our Work</a:t>
            </a:r>
          </a:p>
        </p:txBody>
      </p:sp>
      <p:pic>
        <p:nvPicPr>
          <p:cNvPr id="8" name="Graphic 7">
            <a:extLst>
              <a:ext uri="{FF2B5EF4-FFF2-40B4-BE49-F238E27FC236}">
                <a16:creationId xmlns:a16="http://schemas.microsoft.com/office/drawing/2014/main" id="{7E399BE2-BC1B-9F32-0490-80D770824272}"/>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0917328" y="345760"/>
            <a:ext cx="914400" cy="122739"/>
          </a:xfrm>
          <a:prstGeom prst="rect">
            <a:avLst/>
          </a:prstGeom>
        </p:spPr>
      </p:pic>
    </p:spTree>
    <p:extLst>
      <p:ext uri="{BB962C8B-B14F-4D97-AF65-F5344CB8AC3E}">
        <p14:creationId xmlns:p14="http://schemas.microsoft.com/office/powerpoint/2010/main" val="553986231"/>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01ADC479-D2C3-872D-A325-11827BC6B607}"/>
              </a:ext>
            </a:extLst>
          </p:cNvPr>
          <p:cNvSpPr>
            <a:spLocks noGrp="1"/>
          </p:cNvSpPr>
          <p:nvPr>
            <p:ph type="body" sz="quarter" idx="18"/>
          </p:nvPr>
        </p:nvSpPr>
        <p:spPr>
          <a:xfrm>
            <a:off x="623888" y="5309240"/>
            <a:ext cx="1092023" cy="428625"/>
          </a:xfrm>
        </p:spPr>
        <p:txBody>
          <a:bodyPr/>
          <a:lstStyle/>
          <a:p>
            <a:r>
              <a:rPr lang="en-US" dirty="0">
                <a:solidFill>
                  <a:schemeClr val="tx1"/>
                </a:solidFill>
                <a:latin typeface="Manrope" pitchFamily="2" charset="0"/>
              </a:rPr>
              <a:t>unique visitors in 1 month</a:t>
            </a:r>
          </a:p>
        </p:txBody>
      </p:sp>
      <p:sp>
        <p:nvSpPr>
          <p:cNvPr id="3" name="Text Placeholder 2">
            <a:extLst>
              <a:ext uri="{FF2B5EF4-FFF2-40B4-BE49-F238E27FC236}">
                <a16:creationId xmlns:a16="http://schemas.microsoft.com/office/drawing/2014/main" id="{71DA112C-E9CF-0A0D-510E-2F54C6058232}"/>
              </a:ext>
            </a:extLst>
          </p:cNvPr>
          <p:cNvSpPr>
            <a:spLocks noGrp="1"/>
          </p:cNvSpPr>
          <p:nvPr>
            <p:ph type="body" sz="quarter" idx="19"/>
          </p:nvPr>
        </p:nvSpPr>
        <p:spPr>
          <a:xfrm>
            <a:off x="623888" y="4853354"/>
            <a:ext cx="1234991" cy="415498"/>
          </a:xfrm>
        </p:spPr>
        <p:txBody>
          <a:bodyPr/>
          <a:lstStyle/>
          <a:p>
            <a:r>
              <a:rPr lang="en-US" dirty="0">
                <a:latin typeface="Manrope" pitchFamily="2" charset="0"/>
              </a:rPr>
              <a:t>30K</a:t>
            </a:r>
          </a:p>
        </p:txBody>
      </p:sp>
      <p:sp>
        <p:nvSpPr>
          <p:cNvPr id="4" name="Text Placeholder 3">
            <a:extLst>
              <a:ext uri="{FF2B5EF4-FFF2-40B4-BE49-F238E27FC236}">
                <a16:creationId xmlns:a16="http://schemas.microsoft.com/office/drawing/2014/main" id="{20AFEFBC-EE72-3EA5-DEAF-C02813A7920A}"/>
              </a:ext>
            </a:extLst>
          </p:cNvPr>
          <p:cNvSpPr>
            <a:spLocks noGrp="1"/>
          </p:cNvSpPr>
          <p:nvPr>
            <p:ph type="body" sz="quarter" idx="20"/>
          </p:nvPr>
        </p:nvSpPr>
        <p:spPr>
          <a:xfrm>
            <a:off x="623889" y="1534565"/>
            <a:ext cx="5123769" cy="3071302"/>
          </a:xfrm>
        </p:spPr>
        <p:txBody>
          <a:bodyPr>
            <a:normAutofit/>
          </a:bodyPr>
          <a:lstStyle/>
          <a:p>
            <a:pPr>
              <a:buClr>
                <a:schemeClr val="accent1"/>
              </a:buClr>
            </a:pPr>
            <a:r>
              <a:rPr lang="en-US" dirty="0">
                <a:latin typeface="Manrope" pitchFamily="2" charset="0"/>
              </a:rPr>
              <a:t>Conceptualized B2C digital business model and solution targeting different customer segments.</a:t>
            </a:r>
          </a:p>
          <a:p>
            <a:pPr>
              <a:buClr>
                <a:schemeClr val="accent1"/>
              </a:buClr>
            </a:pPr>
            <a:r>
              <a:rPr lang="en-US" dirty="0">
                <a:latin typeface="Manrope" pitchFamily="2" charset="0"/>
              </a:rPr>
              <a:t>Implemented cloud-based enterprise edition commerce platform, Magento, to offer easy platform scalability and extensibility.</a:t>
            </a:r>
          </a:p>
          <a:p>
            <a:pPr>
              <a:buClr>
                <a:schemeClr val="accent1"/>
              </a:buClr>
            </a:pPr>
            <a:r>
              <a:rPr lang="en-US" dirty="0">
                <a:latin typeface="Manrope" pitchFamily="2" charset="0"/>
              </a:rPr>
              <a:t>Solution caters to different aspects of the commerce stack - DAM, CMS, pricing management, catalog management, inventory management and order management, utilizing existing &amp; new setups.</a:t>
            </a:r>
          </a:p>
          <a:p>
            <a:pPr>
              <a:buClr>
                <a:schemeClr val="accent1"/>
              </a:buClr>
            </a:pPr>
            <a:r>
              <a:rPr lang="en-US" dirty="0">
                <a:latin typeface="Manrope" pitchFamily="2" charset="0"/>
              </a:rPr>
              <a:t>Integrating of AI/ML-based search and recommendations system, ratings &amp; reviews management tools, and post-purchase customer support management tools.</a:t>
            </a:r>
          </a:p>
        </p:txBody>
      </p:sp>
      <p:pic>
        <p:nvPicPr>
          <p:cNvPr id="29" name="Picture Placeholder 28">
            <a:extLst>
              <a:ext uri="{FF2B5EF4-FFF2-40B4-BE49-F238E27FC236}">
                <a16:creationId xmlns:a16="http://schemas.microsoft.com/office/drawing/2014/main" id="{85BF61B7-A93F-D616-1749-A0313F14A9D0}"/>
              </a:ext>
            </a:extLst>
          </p:cNvPr>
          <p:cNvPicPr>
            <a:picLocks noGrp="1" noChangeAspect="1"/>
          </p:cNvPicPr>
          <p:nvPr>
            <p:ph type="pic" sz="quarter" idx="17"/>
          </p:nvPr>
        </p:nvPicPr>
        <p:blipFill rotWithShape="1">
          <a:blip r:embed="rId3">
            <a:extLst>
              <a:ext uri="{28A0092B-C50C-407E-A947-70E740481C1C}">
                <a14:useLocalDpi xmlns:a14="http://schemas.microsoft.com/office/drawing/2010/main" val="0"/>
              </a:ext>
            </a:extLst>
          </a:blip>
          <a:srcRect l="25675" t="16983" r="8692"/>
          <a:stretch/>
        </p:blipFill>
        <p:spPr>
          <a:xfrm>
            <a:off x="6438900" y="914401"/>
            <a:ext cx="5753100" cy="4856084"/>
          </a:xfrm>
        </p:spPr>
      </p:pic>
      <p:sp>
        <p:nvSpPr>
          <p:cNvPr id="6" name="Text Placeholder 5">
            <a:extLst>
              <a:ext uri="{FF2B5EF4-FFF2-40B4-BE49-F238E27FC236}">
                <a16:creationId xmlns:a16="http://schemas.microsoft.com/office/drawing/2014/main" id="{3A74E92F-87B9-94B3-C665-367BC973B46D}"/>
              </a:ext>
            </a:extLst>
          </p:cNvPr>
          <p:cNvSpPr>
            <a:spLocks noGrp="1"/>
          </p:cNvSpPr>
          <p:nvPr>
            <p:ph type="body" sz="quarter" idx="24"/>
          </p:nvPr>
        </p:nvSpPr>
        <p:spPr>
          <a:xfrm>
            <a:off x="1979445" y="5309240"/>
            <a:ext cx="1234991" cy="627577"/>
          </a:xfrm>
        </p:spPr>
        <p:txBody>
          <a:bodyPr/>
          <a:lstStyle/>
          <a:p>
            <a:r>
              <a:rPr lang="en-US" dirty="0">
                <a:solidFill>
                  <a:schemeClr val="tx1"/>
                </a:solidFill>
                <a:latin typeface="Manrope" pitchFamily="2" charset="0"/>
              </a:rPr>
              <a:t>Rating in </a:t>
            </a:r>
            <a:r>
              <a:rPr lang="en-US" dirty="0" err="1">
                <a:solidFill>
                  <a:schemeClr val="tx1"/>
                </a:solidFill>
                <a:latin typeface="Manrope" pitchFamily="2" charset="0"/>
              </a:rPr>
              <a:t>GTmetrix</a:t>
            </a:r>
            <a:r>
              <a:rPr lang="en-US" dirty="0">
                <a:solidFill>
                  <a:schemeClr val="tx1"/>
                </a:solidFill>
                <a:latin typeface="Manrope" pitchFamily="2" charset="0"/>
              </a:rPr>
              <a:t> performance assessments</a:t>
            </a:r>
          </a:p>
        </p:txBody>
      </p:sp>
      <p:sp>
        <p:nvSpPr>
          <p:cNvPr id="7" name="Text Placeholder 6">
            <a:extLst>
              <a:ext uri="{FF2B5EF4-FFF2-40B4-BE49-F238E27FC236}">
                <a16:creationId xmlns:a16="http://schemas.microsoft.com/office/drawing/2014/main" id="{AF2824C9-6D74-C296-5A3A-B95BCE5C394A}"/>
              </a:ext>
            </a:extLst>
          </p:cNvPr>
          <p:cNvSpPr>
            <a:spLocks noGrp="1"/>
          </p:cNvSpPr>
          <p:nvPr>
            <p:ph type="body" sz="quarter" idx="25"/>
          </p:nvPr>
        </p:nvSpPr>
        <p:spPr>
          <a:xfrm>
            <a:off x="1979445" y="4853354"/>
            <a:ext cx="1234991" cy="415498"/>
          </a:xfrm>
        </p:spPr>
        <p:txBody>
          <a:bodyPr/>
          <a:lstStyle/>
          <a:p>
            <a:r>
              <a:rPr lang="en-US" dirty="0">
                <a:latin typeface="Manrope" pitchFamily="2" charset="0"/>
              </a:rPr>
              <a:t>'A'</a:t>
            </a:r>
          </a:p>
        </p:txBody>
      </p:sp>
      <p:sp>
        <p:nvSpPr>
          <p:cNvPr id="8" name="Text Placeholder 7">
            <a:extLst>
              <a:ext uri="{FF2B5EF4-FFF2-40B4-BE49-F238E27FC236}">
                <a16:creationId xmlns:a16="http://schemas.microsoft.com/office/drawing/2014/main" id="{45CEC8C9-3990-060A-053A-BBDC08DC7332}"/>
              </a:ext>
            </a:extLst>
          </p:cNvPr>
          <p:cNvSpPr>
            <a:spLocks noGrp="1"/>
          </p:cNvSpPr>
          <p:nvPr>
            <p:ph type="body" sz="quarter" idx="26"/>
          </p:nvPr>
        </p:nvSpPr>
        <p:spPr>
          <a:xfrm>
            <a:off x="3335002" y="5309240"/>
            <a:ext cx="1234991" cy="627577"/>
          </a:xfrm>
        </p:spPr>
        <p:txBody>
          <a:bodyPr/>
          <a:lstStyle/>
          <a:p>
            <a:r>
              <a:rPr lang="en-US" dirty="0">
                <a:solidFill>
                  <a:schemeClr val="tx1"/>
                </a:solidFill>
                <a:latin typeface="Manrope" pitchFamily="2" charset="0"/>
              </a:rPr>
              <a:t>Fully functional commerce websites launched in 8 weeks</a:t>
            </a:r>
          </a:p>
        </p:txBody>
      </p:sp>
      <p:sp>
        <p:nvSpPr>
          <p:cNvPr id="9" name="Text Placeholder 8">
            <a:extLst>
              <a:ext uri="{FF2B5EF4-FFF2-40B4-BE49-F238E27FC236}">
                <a16:creationId xmlns:a16="http://schemas.microsoft.com/office/drawing/2014/main" id="{D85471E2-0E4C-EE65-9162-A4EC42FF73C1}"/>
              </a:ext>
            </a:extLst>
          </p:cNvPr>
          <p:cNvSpPr>
            <a:spLocks noGrp="1"/>
          </p:cNvSpPr>
          <p:nvPr>
            <p:ph type="body" sz="quarter" idx="27"/>
          </p:nvPr>
        </p:nvSpPr>
        <p:spPr>
          <a:xfrm>
            <a:off x="3335002" y="4853354"/>
            <a:ext cx="1234991" cy="415498"/>
          </a:xfrm>
        </p:spPr>
        <p:txBody>
          <a:bodyPr/>
          <a:lstStyle/>
          <a:p>
            <a:r>
              <a:rPr lang="en-US" dirty="0">
                <a:latin typeface="Manrope" pitchFamily="2" charset="0"/>
              </a:rPr>
              <a:t>3 D2C</a:t>
            </a:r>
          </a:p>
        </p:txBody>
      </p:sp>
      <p:sp>
        <p:nvSpPr>
          <p:cNvPr id="10" name="Text Placeholder 9">
            <a:extLst>
              <a:ext uri="{FF2B5EF4-FFF2-40B4-BE49-F238E27FC236}">
                <a16:creationId xmlns:a16="http://schemas.microsoft.com/office/drawing/2014/main" id="{05DC013D-DD27-4F33-A91B-97C42541E66C}"/>
              </a:ext>
            </a:extLst>
          </p:cNvPr>
          <p:cNvSpPr>
            <a:spLocks noGrp="1"/>
          </p:cNvSpPr>
          <p:nvPr>
            <p:ph type="body" sz="quarter" idx="28"/>
          </p:nvPr>
        </p:nvSpPr>
        <p:spPr>
          <a:xfrm>
            <a:off x="4690559" y="5309240"/>
            <a:ext cx="1326419" cy="752893"/>
          </a:xfrm>
        </p:spPr>
        <p:txBody>
          <a:bodyPr>
            <a:normAutofit/>
          </a:bodyPr>
          <a:lstStyle/>
          <a:p>
            <a:r>
              <a:rPr lang="en-US" dirty="0" err="1">
                <a:solidFill>
                  <a:schemeClr val="tx1"/>
                </a:solidFill>
                <a:latin typeface="Manrope" pitchFamily="2" charset="0"/>
              </a:rPr>
              <a:t>CIents</a:t>
            </a:r>
            <a:r>
              <a:rPr lang="en-US" dirty="0">
                <a:solidFill>
                  <a:schemeClr val="tx1"/>
                </a:solidFill>
                <a:latin typeface="Manrope" pitchFamily="2" charset="0"/>
              </a:rPr>
              <a:t> onboarded for the gated sites for large corporations </a:t>
            </a:r>
          </a:p>
        </p:txBody>
      </p:sp>
      <p:sp>
        <p:nvSpPr>
          <p:cNvPr id="11" name="Text Placeholder 10">
            <a:extLst>
              <a:ext uri="{FF2B5EF4-FFF2-40B4-BE49-F238E27FC236}">
                <a16:creationId xmlns:a16="http://schemas.microsoft.com/office/drawing/2014/main" id="{A9CEEDD8-E97A-58F3-0B98-F6BB803728F9}"/>
              </a:ext>
            </a:extLst>
          </p:cNvPr>
          <p:cNvSpPr>
            <a:spLocks noGrp="1"/>
          </p:cNvSpPr>
          <p:nvPr>
            <p:ph type="body" sz="quarter" idx="29"/>
          </p:nvPr>
        </p:nvSpPr>
        <p:spPr>
          <a:xfrm>
            <a:off x="4690559" y="4853354"/>
            <a:ext cx="1234991" cy="415498"/>
          </a:xfrm>
        </p:spPr>
        <p:txBody>
          <a:bodyPr/>
          <a:lstStyle/>
          <a:p>
            <a:r>
              <a:rPr lang="en-US" dirty="0">
                <a:latin typeface="Manrope" pitchFamily="2" charset="0"/>
              </a:rPr>
              <a:t>6</a:t>
            </a:r>
          </a:p>
        </p:txBody>
      </p:sp>
      <p:sp>
        <p:nvSpPr>
          <p:cNvPr id="13" name="Title 12">
            <a:extLst>
              <a:ext uri="{FF2B5EF4-FFF2-40B4-BE49-F238E27FC236}">
                <a16:creationId xmlns:a16="http://schemas.microsoft.com/office/drawing/2014/main" id="{1BEEC30D-4096-5FFA-65FB-DA6625D4B3A0}"/>
              </a:ext>
            </a:extLst>
          </p:cNvPr>
          <p:cNvSpPr>
            <a:spLocks noGrp="1"/>
          </p:cNvSpPr>
          <p:nvPr>
            <p:ph type="title"/>
          </p:nvPr>
        </p:nvSpPr>
        <p:spPr>
          <a:xfrm>
            <a:off x="623888" y="921183"/>
            <a:ext cx="5129213" cy="338554"/>
          </a:xfrm>
        </p:spPr>
        <p:txBody>
          <a:bodyPr/>
          <a:lstStyle/>
          <a:p>
            <a:r>
              <a:rPr lang="en-US" dirty="0">
                <a:latin typeface="Manrope" pitchFamily="2" charset="0"/>
              </a:rPr>
              <a:t>Enabling B2C &amp; B2B2C Business</a:t>
            </a:r>
          </a:p>
        </p:txBody>
      </p:sp>
      <p:sp>
        <p:nvSpPr>
          <p:cNvPr id="14" name="Text Placeholder 13">
            <a:extLst>
              <a:ext uri="{FF2B5EF4-FFF2-40B4-BE49-F238E27FC236}">
                <a16:creationId xmlns:a16="http://schemas.microsoft.com/office/drawing/2014/main" id="{50179A71-4E80-7B8F-E578-776C597BDBB2}"/>
              </a:ext>
            </a:extLst>
          </p:cNvPr>
          <p:cNvSpPr>
            <a:spLocks noGrp="1"/>
          </p:cNvSpPr>
          <p:nvPr>
            <p:ph type="body" sz="quarter" idx="21"/>
          </p:nvPr>
        </p:nvSpPr>
        <p:spPr>
          <a:xfrm flipH="1">
            <a:off x="623888" y="457200"/>
            <a:ext cx="5300664" cy="216401"/>
          </a:xfrm>
        </p:spPr>
        <p:txBody>
          <a:bodyPr/>
          <a:lstStyle/>
          <a:p>
            <a:r>
              <a:rPr lang="en-US" dirty="0"/>
              <a:t>Retail – Multi-brand Global Furniture Manufacturer</a:t>
            </a:r>
          </a:p>
        </p:txBody>
      </p:sp>
      <p:cxnSp>
        <p:nvCxnSpPr>
          <p:cNvPr id="15" name="Straight Connector 14">
            <a:extLst>
              <a:ext uri="{FF2B5EF4-FFF2-40B4-BE49-F238E27FC236}">
                <a16:creationId xmlns:a16="http://schemas.microsoft.com/office/drawing/2014/main" id="{6EFF6D66-EA81-1733-5EA5-22EDE575E6A6}"/>
              </a:ext>
            </a:extLst>
          </p:cNvPr>
          <p:cNvCxnSpPr/>
          <p:nvPr/>
        </p:nvCxnSpPr>
        <p:spPr>
          <a:xfrm>
            <a:off x="10781414" y="255181"/>
            <a:ext cx="0" cy="310219"/>
          </a:xfrm>
          <a:prstGeom prst="line">
            <a:avLst/>
          </a:prstGeom>
          <a:ln>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pic>
        <p:nvPicPr>
          <p:cNvPr id="16" name="Picture 15" descr="Graphical user interface, text&#10;&#10;Description automatically generated">
            <a:extLst>
              <a:ext uri="{FF2B5EF4-FFF2-40B4-BE49-F238E27FC236}">
                <a16:creationId xmlns:a16="http://schemas.microsoft.com/office/drawing/2014/main" id="{45C44BE4-D522-862A-00DF-24A31516B8EE}"/>
              </a:ext>
            </a:extLst>
          </p:cNvPr>
          <p:cNvPicPr>
            <a:picLocks noChangeAspect="1"/>
          </p:cNvPicPr>
          <p:nvPr/>
        </p:nvPicPr>
        <p:blipFill rotWithShape="1">
          <a:blip r:embed="rId4" cstate="screen">
            <a:extLst>
              <a:ext uri="{28A0092B-C50C-407E-A947-70E740481C1C}">
                <a14:useLocalDpi xmlns:a14="http://schemas.microsoft.com/office/drawing/2010/main"/>
              </a:ext>
            </a:extLst>
          </a:blip>
          <a:srcRect/>
          <a:stretch/>
        </p:blipFill>
        <p:spPr>
          <a:xfrm>
            <a:off x="6564195" y="4399458"/>
            <a:ext cx="2912129" cy="1263650"/>
          </a:xfrm>
          <a:prstGeom prst="rect">
            <a:avLst/>
          </a:prstGeom>
          <a:effectLst>
            <a:outerShdw blurRad="50800" dist="38100" dir="2700000" algn="tl" rotWithShape="0">
              <a:prstClr val="black">
                <a:alpha val="40000"/>
              </a:prstClr>
            </a:outerShdw>
          </a:effectLst>
        </p:spPr>
      </p:pic>
      <p:pic>
        <p:nvPicPr>
          <p:cNvPr id="17" name="Picture 2">
            <a:extLst>
              <a:ext uri="{FF2B5EF4-FFF2-40B4-BE49-F238E27FC236}">
                <a16:creationId xmlns:a16="http://schemas.microsoft.com/office/drawing/2014/main" id="{1774172B-B5F1-B4DE-4431-C67756618107}"/>
              </a:ext>
            </a:extLst>
          </p:cNvPr>
          <p:cNvPicPr>
            <a:picLocks noChangeAspect="1" noChangeArrowheads="1"/>
          </p:cNvPicPr>
          <p:nvPr/>
        </p:nvPicPr>
        <p:blipFill>
          <a:blip r:embed="rId5" cstate="screen">
            <a:extLst>
              <a:ext uri="{28A0092B-C50C-407E-A947-70E740481C1C}">
                <a14:useLocalDpi xmlns:a14="http://schemas.microsoft.com/office/drawing/2010/main"/>
              </a:ext>
            </a:extLst>
          </a:blip>
          <a:srcRect/>
          <a:stretch>
            <a:fillRect/>
          </a:stretch>
        </p:blipFill>
        <p:spPr bwMode="auto">
          <a:xfrm>
            <a:off x="10176809" y="174520"/>
            <a:ext cx="476503" cy="47650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396169412"/>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CED58B4-EBE4-57C6-3657-82F312C5E5E9}"/>
            </a:ext>
          </a:extLst>
        </p:cNvPr>
        <p:cNvGrpSpPr/>
        <p:nvPr/>
      </p:nvGrpSpPr>
      <p:grpSpPr>
        <a:xfrm>
          <a:off x="0" y="0"/>
          <a:ext cx="0" cy="0"/>
          <a:chOff x="0" y="0"/>
          <a:chExt cx="0" cy="0"/>
        </a:xfrm>
      </p:grpSpPr>
      <p:sp>
        <p:nvSpPr>
          <p:cNvPr id="2" name="Text Placeholder 1">
            <a:extLst>
              <a:ext uri="{FF2B5EF4-FFF2-40B4-BE49-F238E27FC236}">
                <a16:creationId xmlns:a16="http://schemas.microsoft.com/office/drawing/2014/main" id="{374D3885-5ACD-4B3B-E175-C5EBDD382D5E}"/>
              </a:ext>
            </a:extLst>
          </p:cNvPr>
          <p:cNvSpPr>
            <a:spLocks noGrp="1"/>
          </p:cNvSpPr>
          <p:nvPr>
            <p:ph type="body" sz="quarter" idx="18"/>
          </p:nvPr>
        </p:nvSpPr>
        <p:spPr>
          <a:xfrm>
            <a:off x="623888" y="5309240"/>
            <a:ext cx="961822" cy="428625"/>
          </a:xfrm>
        </p:spPr>
        <p:txBody>
          <a:bodyPr lIns="0" tIns="0" rIns="0" bIns="0" anchor="t">
            <a:normAutofit/>
          </a:bodyPr>
          <a:lstStyle/>
          <a:p>
            <a:pPr>
              <a:lnSpc>
                <a:spcPct val="100000"/>
              </a:lnSpc>
            </a:pPr>
            <a:r>
              <a:rPr lang="en-US" dirty="0">
                <a:solidFill>
                  <a:schemeClr val="tx1"/>
                </a:solidFill>
                <a:latin typeface="Manrope" pitchFamily="2" charset="0"/>
              </a:rPr>
              <a:t>Luxury brands onboarded</a:t>
            </a:r>
          </a:p>
        </p:txBody>
      </p:sp>
      <p:sp>
        <p:nvSpPr>
          <p:cNvPr id="3" name="Text Placeholder 2">
            <a:extLst>
              <a:ext uri="{FF2B5EF4-FFF2-40B4-BE49-F238E27FC236}">
                <a16:creationId xmlns:a16="http://schemas.microsoft.com/office/drawing/2014/main" id="{F16157D8-256B-F8C1-3EF8-25B530372C5D}"/>
              </a:ext>
            </a:extLst>
          </p:cNvPr>
          <p:cNvSpPr>
            <a:spLocks noGrp="1"/>
          </p:cNvSpPr>
          <p:nvPr>
            <p:ph type="body" sz="quarter" idx="19"/>
          </p:nvPr>
        </p:nvSpPr>
        <p:spPr>
          <a:xfrm>
            <a:off x="623888" y="4853354"/>
            <a:ext cx="1234991" cy="415498"/>
          </a:xfrm>
        </p:spPr>
        <p:txBody>
          <a:bodyPr wrap="square" lIns="0" tIns="0" rIns="0" bIns="0" rtlCol="0" anchor="t">
            <a:spAutoFit/>
          </a:bodyPr>
          <a:lstStyle/>
          <a:p>
            <a:r>
              <a:rPr lang="en-US" dirty="0">
                <a:latin typeface="Manrope" pitchFamily="2" charset="0"/>
              </a:rPr>
              <a:t>40+</a:t>
            </a:r>
          </a:p>
        </p:txBody>
      </p:sp>
      <p:sp>
        <p:nvSpPr>
          <p:cNvPr id="4" name="Text Placeholder 3">
            <a:extLst>
              <a:ext uri="{FF2B5EF4-FFF2-40B4-BE49-F238E27FC236}">
                <a16:creationId xmlns:a16="http://schemas.microsoft.com/office/drawing/2014/main" id="{49613E09-1DB9-EC17-1204-8ADB8659056F}"/>
              </a:ext>
            </a:extLst>
          </p:cNvPr>
          <p:cNvSpPr>
            <a:spLocks noGrp="1"/>
          </p:cNvSpPr>
          <p:nvPr>
            <p:ph type="body" sz="quarter" idx="20"/>
          </p:nvPr>
        </p:nvSpPr>
        <p:spPr>
          <a:xfrm>
            <a:off x="623887" y="2386037"/>
            <a:ext cx="5476145" cy="2471659"/>
          </a:xfrm>
        </p:spPr>
        <p:txBody>
          <a:bodyPr lIns="0" tIns="0" rIns="0" bIns="0" anchor="t">
            <a:normAutofit/>
          </a:bodyPr>
          <a:lstStyle/>
          <a:p>
            <a:pPr>
              <a:lnSpc>
                <a:spcPct val="100000"/>
              </a:lnSpc>
              <a:spcBef>
                <a:spcPts val="0"/>
              </a:spcBef>
              <a:spcAft>
                <a:spcPts val="600"/>
              </a:spcAft>
              <a:buClr>
                <a:schemeClr val="accent1"/>
              </a:buClr>
            </a:pPr>
            <a:r>
              <a:rPr lang="en-IN" sz="1000" dirty="0">
                <a:latin typeface="Manrope" pitchFamily="2" charset="0"/>
              </a:rPr>
              <a:t>Hexaware partnered with Ordre Group to d</a:t>
            </a:r>
            <a:r>
              <a:rPr lang="en-US" sz="1000" dirty="0" err="1">
                <a:latin typeface="Manrope" pitchFamily="2" charset="0"/>
              </a:rPr>
              <a:t>esign</a:t>
            </a:r>
            <a:r>
              <a:rPr lang="en-US" sz="1000" dirty="0">
                <a:latin typeface="Manrope" pitchFamily="2" charset="0"/>
              </a:rPr>
              <a:t> experiences and implement the Ordre Meta Digital Experience Platform. Ordre Meta, a multi-tenant immersive digitally native experience enables luxury designer brands launch customizable virtual showrooms in a few simple guided clicks that enable unique brand interaction journeys, on-brand experience, intuitive</a:t>
            </a:r>
            <a:r>
              <a:rPr lang="en-US" sz="1000" dirty="0">
                <a:solidFill>
                  <a:schemeClr val="bg2">
                    <a:lumMod val="25000"/>
                  </a:schemeClr>
                </a:solidFill>
                <a:latin typeface="Manrope" pitchFamily="2" charset="0"/>
                <a:cs typeface="Arial"/>
              </a:rPr>
              <a:t> administration and themes to a URL of their choice. </a:t>
            </a:r>
            <a:endParaRPr lang="en-IN" sz="1000" dirty="0">
              <a:solidFill>
                <a:schemeClr val="bg2">
                  <a:lumMod val="25000"/>
                </a:schemeClr>
              </a:solidFill>
              <a:latin typeface="Manrope" pitchFamily="2" charset="0"/>
              <a:cs typeface="Arial"/>
            </a:endParaRPr>
          </a:p>
          <a:p>
            <a:pPr>
              <a:lnSpc>
                <a:spcPct val="100000"/>
              </a:lnSpc>
              <a:spcBef>
                <a:spcPts val="0"/>
              </a:spcBef>
              <a:spcAft>
                <a:spcPts val="300"/>
              </a:spcAft>
              <a:buClr>
                <a:schemeClr val="accent1"/>
              </a:buClr>
            </a:pPr>
            <a:r>
              <a:rPr lang="en-US" sz="1000" dirty="0">
                <a:solidFill>
                  <a:schemeClr val="bg2">
                    <a:lumMod val="25000"/>
                  </a:schemeClr>
                </a:solidFill>
                <a:latin typeface="Manrope" pitchFamily="2" charset="0"/>
                <a:cs typeface="Arial"/>
              </a:rPr>
              <a:t>The platform powers the following features.</a:t>
            </a:r>
            <a:endParaRPr lang="en-IN" sz="1000" dirty="0">
              <a:solidFill>
                <a:schemeClr val="bg2">
                  <a:lumMod val="25000"/>
                </a:schemeClr>
              </a:solidFill>
              <a:latin typeface="Manrope" pitchFamily="2" charset="0"/>
              <a:cs typeface="Arial"/>
            </a:endParaRPr>
          </a:p>
          <a:p>
            <a:pPr marL="314325" lvl="1" indent="-173038">
              <a:lnSpc>
                <a:spcPct val="100000"/>
              </a:lnSpc>
              <a:spcBef>
                <a:spcPts val="0"/>
              </a:spcBef>
              <a:spcAft>
                <a:spcPts val="300"/>
              </a:spcAft>
            </a:pPr>
            <a:r>
              <a:rPr lang="en-US" sz="1000" spc="10" dirty="0">
                <a:solidFill>
                  <a:srgbClr val="02051C"/>
                </a:solidFill>
                <a:latin typeface="Manrope" pitchFamily="2" charset="0"/>
                <a:cs typeface="Arial"/>
              </a:rPr>
              <a:t>360-degree</a:t>
            </a:r>
            <a:r>
              <a:rPr lang="en-US" sz="1000" spc="10" dirty="0">
                <a:latin typeface="Manrope" pitchFamily="2" charset="0"/>
              </a:rPr>
              <a:t> virtual tours &amp; looks collections.</a:t>
            </a:r>
            <a:endParaRPr lang="en-IN" sz="1000" spc="10" dirty="0">
              <a:latin typeface="Manrope" pitchFamily="2" charset="0"/>
            </a:endParaRPr>
          </a:p>
          <a:p>
            <a:pPr marL="314325" lvl="1" indent="-173038">
              <a:lnSpc>
                <a:spcPct val="100000"/>
              </a:lnSpc>
              <a:spcBef>
                <a:spcPts val="0"/>
              </a:spcBef>
              <a:spcAft>
                <a:spcPts val="300"/>
              </a:spcAft>
            </a:pPr>
            <a:r>
              <a:rPr lang="en-US" sz="1000" spc="10" dirty="0">
                <a:latin typeface="Manrope" pitchFamily="2" charset="0"/>
              </a:rPr>
              <a:t>Cross-platform customizations and templates to power purposeful on-brand gravity.</a:t>
            </a:r>
            <a:endParaRPr lang="en-IN" sz="1000" spc="10" dirty="0">
              <a:latin typeface="Manrope" pitchFamily="2" charset="0"/>
            </a:endParaRPr>
          </a:p>
          <a:p>
            <a:pPr marL="314325" lvl="1" indent="-173038">
              <a:lnSpc>
                <a:spcPct val="100000"/>
              </a:lnSpc>
              <a:spcBef>
                <a:spcPts val="0"/>
              </a:spcBef>
              <a:spcAft>
                <a:spcPts val="300"/>
              </a:spcAft>
            </a:pPr>
            <a:r>
              <a:rPr lang="en-US" sz="1000" spc="10" dirty="0">
                <a:latin typeface="Manrope" pitchFamily="2" charset="0"/>
              </a:rPr>
              <a:t>Synchronized virtual and physical orders.</a:t>
            </a:r>
            <a:endParaRPr lang="en-IN" sz="1000" spc="10" dirty="0">
              <a:latin typeface="Manrope" pitchFamily="2" charset="0"/>
            </a:endParaRPr>
          </a:p>
          <a:p>
            <a:pPr marL="314325" lvl="1" indent="-173038">
              <a:lnSpc>
                <a:spcPct val="100000"/>
              </a:lnSpc>
              <a:spcBef>
                <a:spcPts val="0"/>
              </a:spcBef>
              <a:spcAft>
                <a:spcPts val="300"/>
              </a:spcAft>
            </a:pPr>
            <a:r>
              <a:rPr lang="en-US" sz="1000" spc="10" dirty="0">
                <a:latin typeface="Manrope" pitchFamily="2" charset="0"/>
              </a:rPr>
              <a:t>Sophisticated navigation and user pathways.</a:t>
            </a:r>
            <a:endParaRPr lang="en-IN" sz="1000" spc="10" dirty="0">
              <a:latin typeface="Manrope" pitchFamily="2" charset="0"/>
            </a:endParaRPr>
          </a:p>
          <a:p>
            <a:pPr marL="314325" lvl="1" indent="-173038">
              <a:lnSpc>
                <a:spcPct val="100000"/>
              </a:lnSpc>
              <a:spcBef>
                <a:spcPts val="0"/>
              </a:spcBef>
              <a:spcAft>
                <a:spcPts val="300"/>
              </a:spcAft>
            </a:pPr>
            <a:r>
              <a:rPr lang="en-US" sz="1000" spc="10" dirty="0">
                <a:latin typeface="Manrope" pitchFamily="2" charset="0"/>
              </a:rPr>
              <a:t>Multiple currencies and regionalization.</a:t>
            </a:r>
            <a:endParaRPr lang="en-IN" sz="1000" spc="10" dirty="0">
              <a:latin typeface="Manrope" pitchFamily="2" charset="0"/>
            </a:endParaRPr>
          </a:p>
          <a:p>
            <a:pPr marL="314325" lvl="1" indent="-173038">
              <a:lnSpc>
                <a:spcPct val="100000"/>
              </a:lnSpc>
              <a:spcBef>
                <a:spcPts val="0"/>
              </a:spcBef>
              <a:spcAft>
                <a:spcPts val="300"/>
              </a:spcAft>
            </a:pPr>
            <a:r>
              <a:rPr lang="en-US" sz="1000" spc="10" dirty="0">
                <a:latin typeface="Manrope" pitchFamily="2" charset="0"/>
              </a:rPr>
              <a:t>AR and 3D rendering.</a:t>
            </a:r>
            <a:endParaRPr lang="en-IN" sz="1000" spc="10" dirty="0">
              <a:latin typeface="Manrope" pitchFamily="2" charset="0"/>
            </a:endParaRPr>
          </a:p>
          <a:p>
            <a:pPr marL="314325" lvl="1" indent="-173038">
              <a:lnSpc>
                <a:spcPct val="100000"/>
              </a:lnSpc>
              <a:spcBef>
                <a:spcPts val="0"/>
              </a:spcBef>
              <a:spcAft>
                <a:spcPts val="300"/>
              </a:spcAft>
            </a:pPr>
            <a:r>
              <a:rPr lang="en-US" sz="1000" spc="10" dirty="0">
                <a:latin typeface="Manrope" pitchFamily="2" charset="0"/>
              </a:rPr>
              <a:t>VR immersive showrooms.</a:t>
            </a:r>
            <a:endParaRPr lang="en-IN" sz="1000" spc="10" dirty="0">
              <a:latin typeface="Manrope" pitchFamily="2" charset="0"/>
            </a:endParaRPr>
          </a:p>
        </p:txBody>
      </p:sp>
      <p:sp>
        <p:nvSpPr>
          <p:cNvPr id="6" name="Text Placeholder 5">
            <a:extLst>
              <a:ext uri="{FF2B5EF4-FFF2-40B4-BE49-F238E27FC236}">
                <a16:creationId xmlns:a16="http://schemas.microsoft.com/office/drawing/2014/main" id="{80470AF6-22A1-3B5D-BB2D-DFF68154E829}"/>
              </a:ext>
            </a:extLst>
          </p:cNvPr>
          <p:cNvSpPr>
            <a:spLocks noGrp="1"/>
          </p:cNvSpPr>
          <p:nvPr>
            <p:ph type="body" sz="quarter" idx="24"/>
          </p:nvPr>
        </p:nvSpPr>
        <p:spPr>
          <a:xfrm>
            <a:off x="1811271" y="5309240"/>
            <a:ext cx="1206651" cy="781977"/>
          </a:xfrm>
        </p:spPr>
        <p:txBody>
          <a:bodyPr lIns="0" tIns="0" rIns="0" bIns="0" anchor="t">
            <a:normAutofit/>
          </a:bodyPr>
          <a:lstStyle/>
          <a:p>
            <a:pPr>
              <a:lnSpc>
                <a:spcPct val="100000"/>
              </a:lnSpc>
            </a:pPr>
            <a:r>
              <a:rPr lang="en-US" dirty="0">
                <a:solidFill>
                  <a:schemeClr val="tx1"/>
                </a:solidFill>
                <a:latin typeface="Manrope" pitchFamily="2" charset="0"/>
              </a:rPr>
              <a:t>revenue generated in the 1st year</a:t>
            </a:r>
          </a:p>
        </p:txBody>
      </p:sp>
      <p:sp>
        <p:nvSpPr>
          <p:cNvPr id="7" name="Text Placeholder 6">
            <a:extLst>
              <a:ext uri="{FF2B5EF4-FFF2-40B4-BE49-F238E27FC236}">
                <a16:creationId xmlns:a16="http://schemas.microsoft.com/office/drawing/2014/main" id="{484E4BC5-6688-6FC9-35CF-5C1E05ACE0D7}"/>
              </a:ext>
            </a:extLst>
          </p:cNvPr>
          <p:cNvSpPr>
            <a:spLocks noGrp="1"/>
          </p:cNvSpPr>
          <p:nvPr>
            <p:ph type="body" sz="quarter" idx="25"/>
          </p:nvPr>
        </p:nvSpPr>
        <p:spPr>
          <a:xfrm>
            <a:off x="1811547" y="4853354"/>
            <a:ext cx="1234991" cy="415498"/>
          </a:xfrm>
        </p:spPr>
        <p:txBody>
          <a:bodyPr wrap="square" lIns="0" tIns="0" rIns="0" bIns="0" rtlCol="0" anchor="t">
            <a:spAutoFit/>
          </a:bodyPr>
          <a:lstStyle/>
          <a:p>
            <a:r>
              <a:rPr lang="en-US" dirty="0">
                <a:latin typeface="Manrope" pitchFamily="2" charset="0"/>
              </a:rPr>
              <a:t>$14Mn</a:t>
            </a:r>
          </a:p>
        </p:txBody>
      </p:sp>
      <p:sp>
        <p:nvSpPr>
          <p:cNvPr id="8" name="Text Placeholder 7">
            <a:extLst>
              <a:ext uri="{FF2B5EF4-FFF2-40B4-BE49-F238E27FC236}">
                <a16:creationId xmlns:a16="http://schemas.microsoft.com/office/drawing/2014/main" id="{CA5BA45E-91C6-E819-D0CC-56EE2B9085AF}"/>
              </a:ext>
            </a:extLst>
          </p:cNvPr>
          <p:cNvSpPr>
            <a:spLocks noGrp="1"/>
          </p:cNvSpPr>
          <p:nvPr>
            <p:ph type="body" sz="quarter" idx="26"/>
          </p:nvPr>
        </p:nvSpPr>
        <p:spPr>
          <a:xfrm>
            <a:off x="3335002" y="5309240"/>
            <a:ext cx="1234991" cy="574744"/>
          </a:xfrm>
        </p:spPr>
        <p:txBody>
          <a:bodyPr lIns="0" tIns="0" rIns="0" bIns="0" anchor="t">
            <a:normAutofit/>
          </a:bodyPr>
          <a:lstStyle/>
          <a:p>
            <a:pPr>
              <a:lnSpc>
                <a:spcPct val="100000"/>
              </a:lnSpc>
            </a:pPr>
            <a:r>
              <a:rPr lang="en-US" dirty="0">
                <a:solidFill>
                  <a:schemeClr val="tx1"/>
                </a:solidFill>
                <a:latin typeface="Manrope" pitchFamily="2" charset="0"/>
              </a:rPr>
              <a:t>Year two projected revenue</a:t>
            </a:r>
          </a:p>
        </p:txBody>
      </p:sp>
      <p:sp>
        <p:nvSpPr>
          <p:cNvPr id="9" name="Text Placeholder 8">
            <a:extLst>
              <a:ext uri="{FF2B5EF4-FFF2-40B4-BE49-F238E27FC236}">
                <a16:creationId xmlns:a16="http://schemas.microsoft.com/office/drawing/2014/main" id="{37FF3002-59D5-83DB-CC4B-195F803F4377}"/>
              </a:ext>
            </a:extLst>
          </p:cNvPr>
          <p:cNvSpPr>
            <a:spLocks noGrp="1"/>
          </p:cNvSpPr>
          <p:nvPr>
            <p:ph type="body" sz="quarter" idx="27"/>
          </p:nvPr>
        </p:nvSpPr>
        <p:spPr>
          <a:xfrm>
            <a:off x="3313021" y="4853354"/>
            <a:ext cx="1234991" cy="415498"/>
          </a:xfrm>
        </p:spPr>
        <p:txBody>
          <a:bodyPr wrap="square" lIns="0" tIns="0" rIns="0" bIns="0" rtlCol="0" anchor="t">
            <a:spAutoFit/>
          </a:bodyPr>
          <a:lstStyle/>
          <a:p>
            <a:r>
              <a:rPr lang="en-US" dirty="0">
                <a:latin typeface="Manrope" pitchFamily="2" charset="0"/>
              </a:rPr>
              <a:t>$50Mn</a:t>
            </a:r>
          </a:p>
        </p:txBody>
      </p:sp>
      <p:sp>
        <p:nvSpPr>
          <p:cNvPr id="13" name="Title 12">
            <a:extLst>
              <a:ext uri="{FF2B5EF4-FFF2-40B4-BE49-F238E27FC236}">
                <a16:creationId xmlns:a16="http://schemas.microsoft.com/office/drawing/2014/main" id="{819431DA-B193-0035-6218-F80A9D3D1CE8}"/>
              </a:ext>
            </a:extLst>
          </p:cNvPr>
          <p:cNvSpPr>
            <a:spLocks noGrp="1"/>
          </p:cNvSpPr>
          <p:nvPr>
            <p:ph type="title"/>
          </p:nvPr>
        </p:nvSpPr>
        <p:spPr>
          <a:xfrm>
            <a:off x="623887" y="873036"/>
            <a:ext cx="5733369" cy="1354217"/>
          </a:xfrm>
        </p:spPr>
        <p:txBody>
          <a:bodyPr wrap="square" lIns="0" tIns="0" rIns="0" bIns="0" rtlCol="0" anchor="t">
            <a:spAutoFit/>
          </a:bodyPr>
          <a:lstStyle/>
          <a:p>
            <a:r>
              <a:rPr lang="en-US" dirty="0">
                <a:latin typeface="Manrope" pitchFamily="2" charset="0"/>
              </a:rPr>
              <a:t>The World’s First-of-a-kind, Fully Customizable Luxury Fashion Showroom Experience for Luxury Buyers, Media and VIP’s</a:t>
            </a:r>
            <a:endParaRPr lang="en-IN" sz="2400" dirty="0">
              <a:effectLst/>
              <a:latin typeface="Manrope" pitchFamily="2" charset="0"/>
              <a:ea typeface="Times New Roman" panose="02020603050405020304" pitchFamily="18" charset="0"/>
            </a:endParaRPr>
          </a:p>
        </p:txBody>
      </p:sp>
      <p:sp>
        <p:nvSpPr>
          <p:cNvPr id="14" name="Text Placeholder 13">
            <a:extLst>
              <a:ext uri="{FF2B5EF4-FFF2-40B4-BE49-F238E27FC236}">
                <a16:creationId xmlns:a16="http://schemas.microsoft.com/office/drawing/2014/main" id="{A881851F-084C-F377-443D-3138B0D492A6}"/>
              </a:ext>
            </a:extLst>
          </p:cNvPr>
          <p:cNvSpPr>
            <a:spLocks noGrp="1"/>
          </p:cNvSpPr>
          <p:nvPr>
            <p:ph type="body" sz="quarter" idx="21"/>
          </p:nvPr>
        </p:nvSpPr>
        <p:spPr>
          <a:xfrm flipH="1">
            <a:off x="623888" y="457200"/>
            <a:ext cx="5300664" cy="216401"/>
          </a:xfrm>
        </p:spPr>
        <p:txBody>
          <a:bodyPr/>
          <a:lstStyle/>
          <a:p>
            <a:r>
              <a:rPr lang="en-US" dirty="0"/>
              <a:t>Fashion – A </a:t>
            </a:r>
            <a:r>
              <a:rPr lang="en-US" sz="1600" dirty="0"/>
              <a:t>Fashion-Tech startup</a:t>
            </a:r>
            <a:endParaRPr lang="en-US" dirty="0"/>
          </a:p>
        </p:txBody>
      </p:sp>
      <p:pic>
        <p:nvPicPr>
          <p:cNvPr id="20" name="Picture Placeholder 19">
            <a:extLst>
              <a:ext uri="{FF2B5EF4-FFF2-40B4-BE49-F238E27FC236}">
                <a16:creationId xmlns:a16="http://schemas.microsoft.com/office/drawing/2014/main" id="{E843431D-32B7-CBF9-BDE5-189BA6788520}"/>
              </a:ext>
            </a:extLst>
          </p:cNvPr>
          <p:cNvPicPr>
            <a:picLocks noGrp="1" noChangeAspect="1"/>
          </p:cNvPicPr>
          <p:nvPr>
            <p:ph type="pic" sz="quarter" idx="17"/>
          </p:nvPr>
        </p:nvPicPr>
        <p:blipFill>
          <a:blip r:embed="rId2">
            <a:extLst>
              <a:ext uri="{28A0092B-C50C-407E-A947-70E740481C1C}">
                <a14:useLocalDpi xmlns:a14="http://schemas.microsoft.com/office/drawing/2010/main" val="0"/>
              </a:ext>
            </a:extLst>
          </a:blip>
          <a:srcRect t="883" b="883"/>
          <a:stretch/>
        </p:blipFill>
        <p:spPr>
          <a:xfrm>
            <a:off x="6438900" y="914488"/>
            <a:ext cx="5753100" cy="4856163"/>
          </a:xfrm>
          <a:prstGeom prst="rect">
            <a:avLst/>
          </a:prstGeom>
        </p:spPr>
      </p:pic>
      <p:grpSp>
        <p:nvGrpSpPr>
          <p:cNvPr id="21" name="Group 20">
            <a:extLst>
              <a:ext uri="{FF2B5EF4-FFF2-40B4-BE49-F238E27FC236}">
                <a16:creationId xmlns:a16="http://schemas.microsoft.com/office/drawing/2014/main" id="{C4902F5D-587D-F412-9C8C-71C41C124019}"/>
              </a:ext>
            </a:extLst>
          </p:cNvPr>
          <p:cNvGrpSpPr/>
          <p:nvPr/>
        </p:nvGrpSpPr>
        <p:grpSpPr>
          <a:xfrm>
            <a:off x="6714769" y="4285482"/>
            <a:ext cx="2435245" cy="1222318"/>
            <a:chOff x="1020405" y="4373410"/>
            <a:chExt cx="2435245" cy="1222318"/>
          </a:xfrm>
        </p:grpSpPr>
        <p:sp>
          <p:nvSpPr>
            <p:cNvPr id="22" name="Rectangle 21">
              <a:extLst>
                <a:ext uri="{FF2B5EF4-FFF2-40B4-BE49-F238E27FC236}">
                  <a16:creationId xmlns:a16="http://schemas.microsoft.com/office/drawing/2014/main" id="{ECB13247-FEDA-BCA6-5AD1-47976D2CC209}"/>
                </a:ext>
              </a:extLst>
            </p:cNvPr>
            <p:cNvSpPr/>
            <p:nvPr/>
          </p:nvSpPr>
          <p:spPr>
            <a:xfrm>
              <a:off x="1020405" y="4373410"/>
              <a:ext cx="2142344" cy="1222318"/>
            </a:xfrm>
            <a:prstGeom prst="rect">
              <a:avLst/>
            </a:prstGeom>
            <a:solidFill>
              <a:schemeClr val="bg1"/>
            </a:solidFill>
            <a:ln>
              <a:solidFill>
                <a:schemeClr val="bg1">
                  <a:lumMod val="85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Manrope" pitchFamily="2" charset="0"/>
              </a:endParaRPr>
            </a:p>
          </p:txBody>
        </p:sp>
        <p:pic>
          <p:nvPicPr>
            <p:cNvPr id="23" name="Picture 22">
              <a:extLst>
                <a:ext uri="{FF2B5EF4-FFF2-40B4-BE49-F238E27FC236}">
                  <a16:creationId xmlns:a16="http://schemas.microsoft.com/office/drawing/2014/main" id="{67319573-51B0-AFDD-DB2A-651ED76080E4}"/>
                </a:ext>
              </a:extLst>
            </p:cNvPr>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1135820" y="4984569"/>
              <a:ext cx="1736095" cy="552071"/>
            </a:xfrm>
            <a:prstGeom prst="rect">
              <a:avLst/>
            </a:prstGeom>
          </p:spPr>
        </p:pic>
        <p:sp>
          <p:nvSpPr>
            <p:cNvPr id="24" name="TextBox 23">
              <a:extLst>
                <a:ext uri="{FF2B5EF4-FFF2-40B4-BE49-F238E27FC236}">
                  <a16:creationId xmlns:a16="http://schemas.microsoft.com/office/drawing/2014/main" id="{2454E05D-67C2-2C37-E876-1543DA71B4E0}"/>
                </a:ext>
              </a:extLst>
            </p:cNvPr>
            <p:cNvSpPr txBox="1"/>
            <p:nvPr/>
          </p:nvSpPr>
          <p:spPr>
            <a:xfrm>
              <a:off x="1135820" y="4503314"/>
              <a:ext cx="2319830" cy="369332"/>
            </a:xfrm>
            <a:prstGeom prst="rect">
              <a:avLst/>
            </a:prstGeom>
            <a:noFill/>
          </p:spPr>
          <p:txBody>
            <a:bodyPr wrap="square" lIns="0" tIns="0" rIns="0" bIns="0" rtlCol="0">
              <a:spAutoFit/>
            </a:bodyPr>
            <a:lstStyle/>
            <a:p>
              <a:r>
                <a:rPr lang="en-US" sz="1200" noProof="0" dirty="0">
                  <a:latin typeface="Manrope" pitchFamily="2" charset="0"/>
                </a:rPr>
                <a:t>Winner in the </a:t>
              </a:r>
            </a:p>
            <a:p>
              <a:r>
                <a:rPr lang="en-US" sz="1200" noProof="0" dirty="0">
                  <a:latin typeface="Manrope" pitchFamily="2" charset="0"/>
                </a:rPr>
                <a:t>Transformation category</a:t>
              </a:r>
              <a:endParaRPr lang="en-US" sz="1200" dirty="0">
                <a:latin typeface="Manrope" pitchFamily="2" charset="0"/>
              </a:endParaRPr>
            </a:p>
          </p:txBody>
        </p:sp>
      </p:grpSp>
      <p:grpSp>
        <p:nvGrpSpPr>
          <p:cNvPr id="26" name="Group 25">
            <a:extLst>
              <a:ext uri="{FF2B5EF4-FFF2-40B4-BE49-F238E27FC236}">
                <a16:creationId xmlns:a16="http://schemas.microsoft.com/office/drawing/2014/main" id="{00835B5E-FA5B-E621-C811-93154F39FBF2}"/>
              </a:ext>
            </a:extLst>
          </p:cNvPr>
          <p:cNvGrpSpPr/>
          <p:nvPr/>
        </p:nvGrpSpPr>
        <p:grpSpPr>
          <a:xfrm>
            <a:off x="9632234" y="255181"/>
            <a:ext cx="1149180" cy="310219"/>
            <a:chOff x="9632234" y="255181"/>
            <a:chExt cx="1149180" cy="310219"/>
          </a:xfrm>
        </p:grpSpPr>
        <p:grpSp>
          <p:nvGrpSpPr>
            <p:cNvPr id="18" name="Group 17">
              <a:extLst>
                <a:ext uri="{FF2B5EF4-FFF2-40B4-BE49-F238E27FC236}">
                  <a16:creationId xmlns:a16="http://schemas.microsoft.com/office/drawing/2014/main" id="{A5947FA8-6A1B-79A5-6DF2-B6D88A303699}"/>
                </a:ext>
              </a:extLst>
            </p:cNvPr>
            <p:cNvGrpSpPr/>
            <p:nvPr/>
          </p:nvGrpSpPr>
          <p:grpSpPr>
            <a:xfrm>
              <a:off x="9632234" y="259479"/>
              <a:ext cx="980845" cy="305921"/>
              <a:chOff x="9738560" y="291539"/>
              <a:chExt cx="980845" cy="305921"/>
            </a:xfrm>
          </p:grpSpPr>
          <p:sp>
            <p:nvSpPr>
              <p:cNvPr id="11" name="Rectangle 10">
                <a:extLst>
                  <a:ext uri="{FF2B5EF4-FFF2-40B4-BE49-F238E27FC236}">
                    <a16:creationId xmlns:a16="http://schemas.microsoft.com/office/drawing/2014/main" id="{E316032D-0D4C-6BE1-14E8-8EF44C6A8BA5}"/>
                  </a:ext>
                </a:extLst>
              </p:cNvPr>
              <p:cNvSpPr/>
              <p:nvPr/>
            </p:nvSpPr>
            <p:spPr>
              <a:xfrm>
                <a:off x="9738560" y="291539"/>
                <a:ext cx="980845" cy="305921"/>
              </a:xfrm>
              <a:prstGeom prst="rect">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solidFill>
                    <a:schemeClr val="bg1"/>
                  </a:solidFill>
                  <a:latin typeface="Manrope" pitchFamily="2" charset="0"/>
                </a:endParaRPr>
              </a:p>
            </p:txBody>
          </p:sp>
          <p:pic>
            <p:nvPicPr>
              <p:cNvPr id="16" name="Google Shape;1257;p133">
                <a:extLst>
                  <a:ext uri="{FF2B5EF4-FFF2-40B4-BE49-F238E27FC236}">
                    <a16:creationId xmlns:a16="http://schemas.microsoft.com/office/drawing/2014/main" id="{50608A2F-BA38-6157-23F6-33A5904EA83F}"/>
                  </a:ext>
                </a:extLst>
              </p:cNvPr>
              <p:cNvPicPr preferRelativeResize="0"/>
              <p:nvPr/>
            </p:nvPicPr>
            <p:blipFill>
              <a:blip r:embed="rId4" cstate="screen">
                <a:alphaModFix/>
                <a:duotone>
                  <a:prstClr val="black"/>
                  <a:schemeClr val="tx1">
                    <a:lumMod val="95000"/>
                    <a:lumOff val="5000"/>
                    <a:tint val="45000"/>
                    <a:satMod val="400000"/>
                  </a:schemeClr>
                </a:duotone>
                <a:extLst>
                  <a:ext uri="{BEBA8EAE-BF5A-486C-A8C5-ECC9F3942E4B}">
                    <a14:imgProps xmlns:a14="http://schemas.microsoft.com/office/drawing/2010/main">
                      <a14:imgLayer r:embed="rId5">
                        <a14:imgEffect>
                          <a14:colorTemperature colorTemp="4700"/>
                        </a14:imgEffect>
                        <a14:imgEffect>
                          <a14:saturation sat="0"/>
                        </a14:imgEffect>
                      </a14:imgLayer>
                    </a14:imgProps>
                  </a:ext>
                  <a:ext uri="{28A0092B-C50C-407E-A947-70E740481C1C}">
                    <a14:useLocalDpi xmlns:a14="http://schemas.microsoft.com/office/drawing/2010/main"/>
                  </a:ext>
                </a:extLst>
              </a:blip>
              <a:stretch>
                <a:fillRect/>
              </a:stretch>
            </p:blipFill>
            <p:spPr>
              <a:xfrm>
                <a:off x="9823884" y="375403"/>
                <a:ext cx="810196" cy="138191"/>
              </a:xfrm>
              <a:prstGeom prst="rect">
                <a:avLst/>
              </a:prstGeom>
              <a:noFill/>
              <a:ln>
                <a:noFill/>
              </a:ln>
            </p:spPr>
          </p:pic>
        </p:grpSp>
        <p:cxnSp>
          <p:nvCxnSpPr>
            <p:cNvPr id="25" name="Straight Connector 24">
              <a:extLst>
                <a:ext uri="{FF2B5EF4-FFF2-40B4-BE49-F238E27FC236}">
                  <a16:creationId xmlns:a16="http://schemas.microsoft.com/office/drawing/2014/main" id="{28C84B04-A764-62F5-D758-33AC51351DED}"/>
                </a:ext>
              </a:extLst>
            </p:cNvPr>
            <p:cNvCxnSpPr/>
            <p:nvPr/>
          </p:nvCxnSpPr>
          <p:spPr>
            <a:xfrm>
              <a:off x="10781414" y="255181"/>
              <a:ext cx="0" cy="310219"/>
            </a:xfrm>
            <a:prstGeom prst="line">
              <a:avLst/>
            </a:prstGeom>
            <a:ln>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1426798538"/>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20AFEFBC-EE72-3EA5-DEAF-C02813A7920A}"/>
              </a:ext>
            </a:extLst>
          </p:cNvPr>
          <p:cNvSpPr>
            <a:spLocks noGrp="1"/>
          </p:cNvSpPr>
          <p:nvPr>
            <p:ph type="body" sz="quarter" idx="20"/>
          </p:nvPr>
        </p:nvSpPr>
        <p:spPr>
          <a:xfrm>
            <a:off x="623889" y="1884620"/>
            <a:ext cx="5123769" cy="4348014"/>
          </a:xfrm>
        </p:spPr>
        <p:txBody>
          <a:bodyPr>
            <a:normAutofit fontScale="85000" lnSpcReduction="20000"/>
          </a:bodyPr>
          <a:lstStyle/>
          <a:p>
            <a:pPr>
              <a:buClr>
                <a:schemeClr val="accent1"/>
              </a:buClr>
            </a:pPr>
            <a:r>
              <a:rPr lang="en-US" dirty="0">
                <a:latin typeface="Manrope" pitchFamily="2" charset="0"/>
              </a:rPr>
              <a:t>Transformed &amp; supported IT run operations for 240+ stores &amp; 8000+ employees.</a:t>
            </a:r>
          </a:p>
          <a:p>
            <a:pPr>
              <a:buClr>
                <a:schemeClr val="accent1"/>
              </a:buClr>
            </a:pPr>
            <a:r>
              <a:rPr lang="en-US" dirty="0">
                <a:latin typeface="Manrope" pitchFamily="2" charset="0"/>
              </a:rPr>
              <a:t>Provided 24/7 UK-based service desk for continuous support &amp; immediate issue resolution – Offered L1 &amp; L2 support for B2C portal &amp; components, including Hybris, PIM, DAM, OMS, payment integration, &amp; </a:t>
            </a:r>
            <a:r>
              <a:rPr lang="en-US" dirty="0" err="1">
                <a:latin typeface="Manrope" pitchFamily="2" charset="0"/>
              </a:rPr>
              <a:t>Bloomreach</a:t>
            </a:r>
            <a:r>
              <a:rPr lang="en-US" dirty="0">
                <a:latin typeface="Manrope" pitchFamily="2" charset="0"/>
              </a:rPr>
              <a:t> search.</a:t>
            </a:r>
          </a:p>
          <a:p>
            <a:pPr>
              <a:buClr>
                <a:schemeClr val="accent1"/>
              </a:buClr>
            </a:pPr>
            <a:r>
              <a:rPr lang="en-US" dirty="0">
                <a:latin typeface="Manrope" pitchFamily="2" charset="0"/>
              </a:rPr>
              <a:t>Established multi-channel service desk (phone, chat, and One Workspace portal for ticket raising, tracking, and resolution).</a:t>
            </a:r>
          </a:p>
          <a:p>
            <a:pPr>
              <a:buClr>
                <a:schemeClr val="accent1"/>
              </a:buClr>
            </a:pPr>
            <a:r>
              <a:rPr lang="en-US" dirty="0">
                <a:latin typeface="Manrope" pitchFamily="2" charset="0"/>
              </a:rPr>
              <a:t>Implemented ServiceNow Professional and ServiceNow Discovery.</a:t>
            </a:r>
          </a:p>
          <a:p>
            <a:pPr>
              <a:buClr>
                <a:schemeClr val="accent1"/>
              </a:buClr>
            </a:pPr>
            <a:r>
              <a:rPr lang="en-US" dirty="0">
                <a:latin typeface="Manrope" pitchFamily="2" charset="0"/>
              </a:rPr>
              <a:t>Centralized CMDB for integrated service management and streamlined processes.</a:t>
            </a:r>
          </a:p>
          <a:p>
            <a:pPr>
              <a:buClr>
                <a:schemeClr val="accent1"/>
              </a:buClr>
            </a:pPr>
            <a:r>
              <a:rPr lang="en-US" dirty="0">
                <a:latin typeface="Manrope" pitchFamily="2" charset="0"/>
              </a:rPr>
              <a:t>Deployed Hexaware’s Hyper Optimized (H2O) implementation kit for quick deployment and continuous process improvement.</a:t>
            </a:r>
          </a:p>
          <a:p>
            <a:pPr>
              <a:buClr>
                <a:schemeClr val="accent1"/>
              </a:buClr>
            </a:pPr>
            <a:r>
              <a:rPr lang="en-US" dirty="0">
                <a:latin typeface="Manrope" pitchFamily="2" charset="0"/>
              </a:rPr>
              <a:t>Established SIAM team for streamlined service delivery &amp; enhanced coordination among various service providers.</a:t>
            </a:r>
          </a:p>
          <a:p>
            <a:pPr>
              <a:buClr>
                <a:schemeClr val="accent1"/>
              </a:buClr>
            </a:pPr>
            <a:r>
              <a:rPr lang="en-US" dirty="0">
                <a:latin typeface="Manrope" pitchFamily="2" charset="0"/>
              </a:rPr>
              <a:t>Implemented automation through platforms such as ServiceNow, Tachyon, PW Reset, etc., to enhance efficiency and reduce manual intervention.</a:t>
            </a:r>
          </a:p>
          <a:p>
            <a:pPr>
              <a:buClr>
                <a:schemeClr val="accent1"/>
              </a:buClr>
            </a:pPr>
            <a:r>
              <a:rPr lang="en-US" dirty="0">
                <a:latin typeface="Manrope" pitchFamily="2" charset="0"/>
              </a:rPr>
              <a:t>Enhanced UX through personalization&gt;</a:t>
            </a:r>
          </a:p>
          <a:p>
            <a:pPr>
              <a:buClr>
                <a:schemeClr val="accent1"/>
              </a:buClr>
            </a:pPr>
            <a:r>
              <a:rPr lang="en-US" dirty="0">
                <a:latin typeface="Manrope" pitchFamily="2" charset="0"/>
              </a:rPr>
              <a:t>Implemented cloud-based ACD/IVR and Sentiment Analytics and XLA framework for measuring and reporting user satisfaction.</a:t>
            </a:r>
          </a:p>
          <a:p>
            <a:pPr>
              <a:buClr>
                <a:schemeClr val="accent1"/>
              </a:buClr>
            </a:pPr>
            <a:r>
              <a:rPr lang="en-US" dirty="0">
                <a:latin typeface="Manrope" pitchFamily="2" charset="0"/>
              </a:rPr>
              <a:t>Gradually shifting towards touchless services.</a:t>
            </a:r>
          </a:p>
          <a:p>
            <a:pPr>
              <a:buClr>
                <a:schemeClr val="accent1"/>
              </a:buClr>
            </a:pPr>
            <a:r>
              <a:rPr lang="en-US" dirty="0">
                <a:latin typeface="Manrope" pitchFamily="2" charset="0"/>
              </a:rPr>
              <a:t>Proposed </a:t>
            </a:r>
            <a:r>
              <a:rPr lang="en-US" dirty="0" err="1">
                <a:latin typeface="Manrope" pitchFamily="2" charset="0"/>
              </a:rPr>
              <a:t>Tensai</a:t>
            </a:r>
            <a:r>
              <a:rPr lang="en-US" dirty="0">
                <a:latin typeface="Manrope" pitchFamily="2" charset="0"/>
              </a:rPr>
              <a:t>® tool for SecOps Framework to maximize security posture, minimize cyber risks, and optimize operational efficiency</a:t>
            </a:r>
          </a:p>
          <a:p>
            <a:pPr>
              <a:buClr>
                <a:schemeClr val="accent1"/>
              </a:buClr>
            </a:pPr>
            <a:endParaRPr lang="en-US" dirty="0">
              <a:latin typeface="Manrope" pitchFamily="2" charset="0"/>
            </a:endParaRPr>
          </a:p>
        </p:txBody>
      </p:sp>
      <p:pic>
        <p:nvPicPr>
          <p:cNvPr id="29" name="Picture Placeholder 28">
            <a:extLst>
              <a:ext uri="{FF2B5EF4-FFF2-40B4-BE49-F238E27FC236}">
                <a16:creationId xmlns:a16="http://schemas.microsoft.com/office/drawing/2014/main" id="{85BF61B7-A93F-D616-1749-A0313F14A9D0}"/>
              </a:ext>
            </a:extLst>
          </p:cNvPr>
          <p:cNvPicPr>
            <a:picLocks noGrp="1" noChangeAspect="1"/>
          </p:cNvPicPr>
          <p:nvPr>
            <p:ph type="pic" sz="quarter" idx="17"/>
          </p:nvPr>
        </p:nvPicPr>
        <p:blipFill>
          <a:blip r:embed="rId3">
            <a:extLst>
              <a:ext uri="{28A0092B-C50C-407E-A947-70E740481C1C}">
                <a14:useLocalDpi xmlns:a14="http://schemas.microsoft.com/office/drawing/2010/main" val="0"/>
              </a:ext>
            </a:extLst>
          </a:blip>
          <a:srcRect l="10470" r="10470"/>
          <a:stretch/>
        </p:blipFill>
        <p:spPr>
          <a:xfrm>
            <a:off x="6438900" y="914401"/>
            <a:ext cx="5753100" cy="4856084"/>
          </a:xfrm>
        </p:spPr>
      </p:pic>
      <p:sp>
        <p:nvSpPr>
          <p:cNvPr id="13" name="Title 12">
            <a:extLst>
              <a:ext uri="{FF2B5EF4-FFF2-40B4-BE49-F238E27FC236}">
                <a16:creationId xmlns:a16="http://schemas.microsoft.com/office/drawing/2014/main" id="{1BEEC30D-4096-5FFA-65FB-DA6625D4B3A0}"/>
              </a:ext>
            </a:extLst>
          </p:cNvPr>
          <p:cNvSpPr>
            <a:spLocks noGrp="1"/>
          </p:cNvSpPr>
          <p:nvPr>
            <p:ph type="title"/>
          </p:nvPr>
        </p:nvSpPr>
        <p:spPr>
          <a:xfrm>
            <a:off x="623888" y="921183"/>
            <a:ext cx="5129213" cy="677108"/>
          </a:xfrm>
        </p:spPr>
        <p:txBody>
          <a:bodyPr/>
          <a:lstStyle/>
          <a:p>
            <a:r>
              <a:rPr lang="en-US" dirty="0">
                <a:latin typeface="Manrope" pitchFamily="2" charset="0"/>
              </a:rPr>
              <a:t>Seamless IT Transformation for Enhanced Efficiency and Support</a:t>
            </a:r>
          </a:p>
        </p:txBody>
      </p:sp>
      <p:sp>
        <p:nvSpPr>
          <p:cNvPr id="14" name="Text Placeholder 13">
            <a:extLst>
              <a:ext uri="{FF2B5EF4-FFF2-40B4-BE49-F238E27FC236}">
                <a16:creationId xmlns:a16="http://schemas.microsoft.com/office/drawing/2014/main" id="{50179A71-4E80-7B8F-E578-776C597BDBB2}"/>
              </a:ext>
            </a:extLst>
          </p:cNvPr>
          <p:cNvSpPr>
            <a:spLocks noGrp="1"/>
          </p:cNvSpPr>
          <p:nvPr>
            <p:ph type="body" sz="quarter" idx="21"/>
          </p:nvPr>
        </p:nvSpPr>
        <p:spPr>
          <a:xfrm flipH="1">
            <a:off x="623888" y="457200"/>
            <a:ext cx="5300664" cy="216401"/>
          </a:xfrm>
        </p:spPr>
        <p:txBody>
          <a:bodyPr/>
          <a:lstStyle/>
          <a:p>
            <a:r>
              <a:rPr lang="en-US" dirty="0"/>
              <a:t>Retail – UK’s Home Improvement Material Provider</a:t>
            </a:r>
          </a:p>
        </p:txBody>
      </p:sp>
      <p:cxnSp>
        <p:nvCxnSpPr>
          <p:cNvPr id="15" name="Straight Connector 14">
            <a:extLst>
              <a:ext uri="{FF2B5EF4-FFF2-40B4-BE49-F238E27FC236}">
                <a16:creationId xmlns:a16="http://schemas.microsoft.com/office/drawing/2014/main" id="{6EFF6D66-EA81-1733-5EA5-22EDE575E6A6}"/>
              </a:ext>
            </a:extLst>
          </p:cNvPr>
          <p:cNvCxnSpPr/>
          <p:nvPr/>
        </p:nvCxnSpPr>
        <p:spPr>
          <a:xfrm>
            <a:off x="10781414" y="255181"/>
            <a:ext cx="0" cy="310219"/>
          </a:xfrm>
          <a:prstGeom prst="line">
            <a:avLst/>
          </a:prstGeom>
          <a:ln>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pic>
        <p:nvPicPr>
          <p:cNvPr id="33" name="Picture 4" descr="Wickes - Wikipedia">
            <a:extLst>
              <a:ext uri="{FF2B5EF4-FFF2-40B4-BE49-F238E27FC236}">
                <a16:creationId xmlns:a16="http://schemas.microsoft.com/office/drawing/2014/main" id="{7ED3CD9E-210E-F755-950F-FA9F7BD67CB3}"/>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9880671" y="233155"/>
            <a:ext cx="778699" cy="41077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491094654"/>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01ADC479-D2C3-872D-A325-11827BC6B607}"/>
              </a:ext>
            </a:extLst>
          </p:cNvPr>
          <p:cNvSpPr>
            <a:spLocks noGrp="1"/>
          </p:cNvSpPr>
          <p:nvPr>
            <p:ph type="body" sz="quarter" idx="18"/>
          </p:nvPr>
        </p:nvSpPr>
        <p:spPr>
          <a:xfrm>
            <a:off x="623888" y="5309240"/>
            <a:ext cx="1234991" cy="570125"/>
          </a:xfrm>
        </p:spPr>
        <p:txBody>
          <a:bodyPr/>
          <a:lstStyle/>
          <a:p>
            <a:r>
              <a:rPr lang="en-US" dirty="0">
                <a:solidFill>
                  <a:schemeClr val="tx1"/>
                </a:solidFill>
                <a:latin typeface="Manrope" pitchFamily="2" charset="0"/>
              </a:rPr>
              <a:t>Growth in business and tech efficiencies</a:t>
            </a:r>
          </a:p>
        </p:txBody>
      </p:sp>
      <p:sp>
        <p:nvSpPr>
          <p:cNvPr id="3" name="Text Placeholder 2">
            <a:extLst>
              <a:ext uri="{FF2B5EF4-FFF2-40B4-BE49-F238E27FC236}">
                <a16:creationId xmlns:a16="http://schemas.microsoft.com/office/drawing/2014/main" id="{71DA112C-E9CF-0A0D-510E-2F54C6058232}"/>
              </a:ext>
            </a:extLst>
          </p:cNvPr>
          <p:cNvSpPr>
            <a:spLocks noGrp="1"/>
          </p:cNvSpPr>
          <p:nvPr>
            <p:ph type="body" sz="quarter" idx="19"/>
          </p:nvPr>
        </p:nvSpPr>
        <p:spPr>
          <a:xfrm>
            <a:off x="623888" y="4853354"/>
            <a:ext cx="1234991" cy="415498"/>
          </a:xfrm>
        </p:spPr>
        <p:txBody>
          <a:bodyPr/>
          <a:lstStyle/>
          <a:p>
            <a:r>
              <a:rPr lang="en-US" dirty="0">
                <a:latin typeface="Manrope" pitchFamily="2" charset="0"/>
              </a:rPr>
              <a:t>25%</a:t>
            </a:r>
          </a:p>
        </p:txBody>
      </p:sp>
      <p:pic>
        <p:nvPicPr>
          <p:cNvPr id="29" name="Picture Placeholder 28">
            <a:extLst>
              <a:ext uri="{FF2B5EF4-FFF2-40B4-BE49-F238E27FC236}">
                <a16:creationId xmlns:a16="http://schemas.microsoft.com/office/drawing/2014/main" id="{85BF61B7-A93F-D616-1749-A0313F14A9D0}"/>
              </a:ext>
            </a:extLst>
          </p:cNvPr>
          <p:cNvPicPr>
            <a:picLocks noGrp="1" noChangeAspect="1"/>
          </p:cNvPicPr>
          <p:nvPr>
            <p:ph type="pic" sz="quarter" idx="17"/>
          </p:nvPr>
        </p:nvPicPr>
        <p:blipFill>
          <a:blip r:embed="rId3">
            <a:extLst>
              <a:ext uri="{28A0092B-C50C-407E-A947-70E740481C1C}">
                <a14:useLocalDpi xmlns:a14="http://schemas.microsoft.com/office/drawing/2010/main" val="0"/>
              </a:ext>
            </a:extLst>
          </a:blip>
          <a:srcRect l="10509" r="10509"/>
          <a:stretch/>
        </p:blipFill>
        <p:spPr>
          <a:xfrm>
            <a:off x="6438900" y="914401"/>
            <a:ext cx="5753100" cy="4856084"/>
          </a:xfrm>
        </p:spPr>
      </p:pic>
      <p:sp>
        <p:nvSpPr>
          <p:cNvPr id="6" name="Text Placeholder 5">
            <a:extLst>
              <a:ext uri="{FF2B5EF4-FFF2-40B4-BE49-F238E27FC236}">
                <a16:creationId xmlns:a16="http://schemas.microsoft.com/office/drawing/2014/main" id="{3A74E92F-87B9-94B3-C665-367BC973B46D}"/>
              </a:ext>
            </a:extLst>
          </p:cNvPr>
          <p:cNvSpPr>
            <a:spLocks noGrp="1"/>
          </p:cNvSpPr>
          <p:nvPr>
            <p:ph type="body" sz="quarter" idx="24"/>
          </p:nvPr>
        </p:nvSpPr>
        <p:spPr>
          <a:xfrm>
            <a:off x="1979446" y="5309240"/>
            <a:ext cx="1111378" cy="691038"/>
          </a:xfrm>
        </p:spPr>
        <p:txBody>
          <a:bodyPr>
            <a:normAutofit/>
          </a:bodyPr>
          <a:lstStyle/>
          <a:p>
            <a:r>
              <a:rPr lang="en-US" dirty="0">
                <a:solidFill>
                  <a:schemeClr val="tx1"/>
                </a:solidFill>
                <a:latin typeface="Manrope" pitchFamily="2" charset="0"/>
              </a:rPr>
              <a:t>Growth in digital footprint across re-designed product </a:t>
            </a:r>
          </a:p>
        </p:txBody>
      </p:sp>
      <p:sp>
        <p:nvSpPr>
          <p:cNvPr id="7" name="Text Placeholder 6">
            <a:extLst>
              <a:ext uri="{FF2B5EF4-FFF2-40B4-BE49-F238E27FC236}">
                <a16:creationId xmlns:a16="http://schemas.microsoft.com/office/drawing/2014/main" id="{AF2824C9-6D74-C296-5A3A-B95BCE5C394A}"/>
              </a:ext>
            </a:extLst>
          </p:cNvPr>
          <p:cNvSpPr>
            <a:spLocks noGrp="1"/>
          </p:cNvSpPr>
          <p:nvPr>
            <p:ph type="body" sz="quarter" idx="25"/>
          </p:nvPr>
        </p:nvSpPr>
        <p:spPr>
          <a:xfrm>
            <a:off x="1979445" y="4853354"/>
            <a:ext cx="1234991" cy="415498"/>
          </a:xfrm>
        </p:spPr>
        <p:txBody>
          <a:bodyPr/>
          <a:lstStyle/>
          <a:p>
            <a:r>
              <a:rPr lang="en-US" dirty="0">
                <a:latin typeface="Manrope" pitchFamily="2" charset="0"/>
              </a:rPr>
              <a:t>40%</a:t>
            </a:r>
          </a:p>
        </p:txBody>
      </p:sp>
      <p:sp>
        <p:nvSpPr>
          <p:cNvPr id="8" name="Text Placeholder 7">
            <a:extLst>
              <a:ext uri="{FF2B5EF4-FFF2-40B4-BE49-F238E27FC236}">
                <a16:creationId xmlns:a16="http://schemas.microsoft.com/office/drawing/2014/main" id="{45CEC8C9-3990-060A-053A-BBDC08DC7332}"/>
              </a:ext>
            </a:extLst>
          </p:cNvPr>
          <p:cNvSpPr>
            <a:spLocks noGrp="1"/>
          </p:cNvSpPr>
          <p:nvPr>
            <p:ph type="body" sz="quarter" idx="26"/>
          </p:nvPr>
        </p:nvSpPr>
        <p:spPr>
          <a:xfrm>
            <a:off x="3335002" y="5309240"/>
            <a:ext cx="1234991" cy="570125"/>
          </a:xfrm>
        </p:spPr>
        <p:txBody>
          <a:bodyPr/>
          <a:lstStyle/>
          <a:p>
            <a:r>
              <a:rPr lang="en-US" dirty="0">
                <a:solidFill>
                  <a:schemeClr val="tx1"/>
                </a:solidFill>
                <a:latin typeface="Manrope" pitchFamily="2" charset="0"/>
              </a:rPr>
              <a:t>Reduction in automated regression testing</a:t>
            </a:r>
          </a:p>
        </p:txBody>
      </p:sp>
      <p:sp>
        <p:nvSpPr>
          <p:cNvPr id="9" name="Text Placeholder 8">
            <a:extLst>
              <a:ext uri="{FF2B5EF4-FFF2-40B4-BE49-F238E27FC236}">
                <a16:creationId xmlns:a16="http://schemas.microsoft.com/office/drawing/2014/main" id="{D85471E2-0E4C-EE65-9162-A4EC42FF73C1}"/>
              </a:ext>
            </a:extLst>
          </p:cNvPr>
          <p:cNvSpPr>
            <a:spLocks noGrp="1"/>
          </p:cNvSpPr>
          <p:nvPr>
            <p:ph type="body" sz="quarter" idx="27"/>
          </p:nvPr>
        </p:nvSpPr>
        <p:spPr>
          <a:xfrm>
            <a:off x="3335002" y="4853354"/>
            <a:ext cx="1234991" cy="415498"/>
          </a:xfrm>
        </p:spPr>
        <p:txBody>
          <a:bodyPr/>
          <a:lstStyle/>
          <a:p>
            <a:r>
              <a:rPr lang="en-US" dirty="0">
                <a:latin typeface="Manrope" pitchFamily="2" charset="0"/>
              </a:rPr>
              <a:t>30%</a:t>
            </a:r>
          </a:p>
        </p:txBody>
      </p:sp>
      <p:sp>
        <p:nvSpPr>
          <p:cNvPr id="10" name="Text Placeholder 9">
            <a:extLst>
              <a:ext uri="{FF2B5EF4-FFF2-40B4-BE49-F238E27FC236}">
                <a16:creationId xmlns:a16="http://schemas.microsoft.com/office/drawing/2014/main" id="{05DC013D-DD27-4F33-A91B-97C42541E66C}"/>
              </a:ext>
            </a:extLst>
          </p:cNvPr>
          <p:cNvSpPr>
            <a:spLocks noGrp="1"/>
          </p:cNvSpPr>
          <p:nvPr>
            <p:ph type="body" sz="quarter" idx="28"/>
          </p:nvPr>
        </p:nvSpPr>
        <p:spPr>
          <a:xfrm>
            <a:off x="4690559" y="5309240"/>
            <a:ext cx="1234991" cy="570125"/>
          </a:xfrm>
        </p:spPr>
        <p:txBody>
          <a:bodyPr/>
          <a:lstStyle/>
          <a:p>
            <a:r>
              <a:rPr lang="en-US" dirty="0">
                <a:solidFill>
                  <a:schemeClr val="tx1"/>
                </a:solidFill>
                <a:latin typeface="Manrope" pitchFamily="2" charset="0"/>
              </a:rPr>
              <a:t>Efficiency uptick in feature onboarding and growing</a:t>
            </a:r>
          </a:p>
        </p:txBody>
      </p:sp>
      <p:sp>
        <p:nvSpPr>
          <p:cNvPr id="11" name="Text Placeholder 10">
            <a:extLst>
              <a:ext uri="{FF2B5EF4-FFF2-40B4-BE49-F238E27FC236}">
                <a16:creationId xmlns:a16="http://schemas.microsoft.com/office/drawing/2014/main" id="{A9CEEDD8-E97A-58F3-0B98-F6BB803728F9}"/>
              </a:ext>
            </a:extLst>
          </p:cNvPr>
          <p:cNvSpPr>
            <a:spLocks noGrp="1"/>
          </p:cNvSpPr>
          <p:nvPr>
            <p:ph type="body" sz="quarter" idx="29"/>
          </p:nvPr>
        </p:nvSpPr>
        <p:spPr>
          <a:xfrm>
            <a:off x="4690559" y="4853354"/>
            <a:ext cx="1234991" cy="415498"/>
          </a:xfrm>
        </p:spPr>
        <p:txBody>
          <a:bodyPr/>
          <a:lstStyle/>
          <a:p>
            <a:r>
              <a:rPr lang="en-US" dirty="0">
                <a:latin typeface="Manrope" pitchFamily="2" charset="0"/>
              </a:rPr>
              <a:t>25%</a:t>
            </a:r>
          </a:p>
        </p:txBody>
      </p:sp>
      <p:sp>
        <p:nvSpPr>
          <p:cNvPr id="13" name="Title 12">
            <a:extLst>
              <a:ext uri="{FF2B5EF4-FFF2-40B4-BE49-F238E27FC236}">
                <a16:creationId xmlns:a16="http://schemas.microsoft.com/office/drawing/2014/main" id="{1BEEC30D-4096-5FFA-65FB-DA6625D4B3A0}"/>
              </a:ext>
            </a:extLst>
          </p:cNvPr>
          <p:cNvSpPr>
            <a:spLocks noGrp="1"/>
          </p:cNvSpPr>
          <p:nvPr>
            <p:ph type="title"/>
          </p:nvPr>
        </p:nvSpPr>
        <p:spPr>
          <a:xfrm>
            <a:off x="623888" y="921183"/>
            <a:ext cx="5129213" cy="338554"/>
          </a:xfrm>
        </p:spPr>
        <p:txBody>
          <a:bodyPr/>
          <a:lstStyle/>
          <a:p>
            <a:r>
              <a:rPr lang="en-US" dirty="0">
                <a:latin typeface="Manrope" pitchFamily="2" charset="0"/>
              </a:rPr>
              <a:t> Enabling Composable eCommerce</a:t>
            </a:r>
          </a:p>
        </p:txBody>
      </p:sp>
      <p:sp>
        <p:nvSpPr>
          <p:cNvPr id="14" name="Text Placeholder 13">
            <a:extLst>
              <a:ext uri="{FF2B5EF4-FFF2-40B4-BE49-F238E27FC236}">
                <a16:creationId xmlns:a16="http://schemas.microsoft.com/office/drawing/2014/main" id="{50179A71-4E80-7B8F-E578-776C597BDBB2}"/>
              </a:ext>
            </a:extLst>
          </p:cNvPr>
          <p:cNvSpPr>
            <a:spLocks noGrp="1"/>
          </p:cNvSpPr>
          <p:nvPr>
            <p:ph type="body" sz="quarter" idx="21"/>
          </p:nvPr>
        </p:nvSpPr>
        <p:spPr>
          <a:xfrm flipH="1">
            <a:off x="623888" y="457200"/>
            <a:ext cx="5300664" cy="216401"/>
          </a:xfrm>
        </p:spPr>
        <p:txBody>
          <a:bodyPr/>
          <a:lstStyle/>
          <a:p>
            <a:r>
              <a:rPr lang="en-US" dirty="0"/>
              <a:t>Healthcare – A Fortune 500 Healthcare Company</a:t>
            </a:r>
          </a:p>
        </p:txBody>
      </p:sp>
      <p:cxnSp>
        <p:nvCxnSpPr>
          <p:cNvPr id="15" name="Straight Connector 14">
            <a:extLst>
              <a:ext uri="{FF2B5EF4-FFF2-40B4-BE49-F238E27FC236}">
                <a16:creationId xmlns:a16="http://schemas.microsoft.com/office/drawing/2014/main" id="{6EFF6D66-EA81-1733-5EA5-22EDE575E6A6}"/>
              </a:ext>
            </a:extLst>
          </p:cNvPr>
          <p:cNvCxnSpPr/>
          <p:nvPr/>
        </p:nvCxnSpPr>
        <p:spPr>
          <a:xfrm>
            <a:off x="10781414" y="255181"/>
            <a:ext cx="0" cy="310219"/>
          </a:xfrm>
          <a:prstGeom prst="line">
            <a:avLst/>
          </a:prstGeom>
          <a:ln>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pic>
        <p:nvPicPr>
          <p:cNvPr id="5" name="Picture 2">
            <a:extLst>
              <a:ext uri="{FF2B5EF4-FFF2-40B4-BE49-F238E27FC236}">
                <a16:creationId xmlns:a16="http://schemas.microsoft.com/office/drawing/2014/main" id="{14AE0341-C9C6-B93F-CEE9-D23C12DEE517}"/>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0167703" y="197605"/>
            <a:ext cx="453875" cy="453875"/>
          </a:xfrm>
          <a:prstGeom prst="rect">
            <a:avLst/>
          </a:prstGeom>
          <a:noFill/>
          <a:extLst>
            <a:ext uri="{909E8E84-426E-40DD-AFC4-6F175D3DCCD1}">
              <a14:hiddenFill xmlns:a14="http://schemas.microsoft.com/office/drawing/2010/main">
                <a:solidFill>
                  <a:srgbClr val="FFFFFF"/>
                </a:solidFill>
              </a14:hiddenFill>
            </a:ext>
          </a:extLst>
        </p:spPr>
      </p:pic>
      <p:sp>
        <p:nvSpPr>
          <p:cNvPr id="18" name="Text Placeholder 3">
            <a:extLst>
              <a:ext uri="{FF2B5EF4-FFF2-40B4-BE49-F238E27FC236}">
                <a16:creationId xmlns:a16="http://schemas.microsoft.com/office/drawing/2014/main" id="{890075B0-44FD-80AB-02B3-A77EC9495098}"/>
              </a:ext>
            </a:extLst>
          </p:cNvPr>
          <p:cNvSpPr>
            <a:spLocks noGrp="1"/>
          </p:cNvSpPr>
          <p:nvPr>
            <p:ph type="body" sz="quarter" idx="20"/>
          </p:nvPr>
        </p:nvSpPr>
        <p:spPr>
          <a:xfrm>
            <a:off x="623890" y="1534564"/>
            <a:ext cx="5472110" cy="3278402"/>
          </a:xfrm>
        </p:spPr>
        <p:txBody>
          <a:bodyPr>
            <a:normAutofit fontScale="92500"/>
          </a:bodyPr>
          <a:lstStyle/>
          <a:p>
            <a:pPr>
              <a:lnSpc>
                <a:spcPct val="90000"/>
              </a:lnSpc>
              <a:buClr>
                <a:schemeClr val="accent1"/>
              </a:buClr>
            </a:pPr>
            <a:r>
              <a:rPr lang="en-US" sz="900" dirty="0">
                <a:latin typeface="Manrope" pitchFamily="2" charset="0"/>
              </a:rPr>
              <a:t>Atomic design principles and composable architecture tenets enabled business agility and consumer delight.</a:t>
            </a:r>
          </a:p>
          <a:p>
            <a:pPr>
              <a:lnSpc>
                <a:spcPct val="90000"/>
              </a:lnSpc>
              <a:buClr>
                <a:schemeClr val="accent1"/>
              </a:buClr>
            </a:pPr>
            <a:r>
              <a:rPr lang="en-US" sz="900" dirty="0">
                <a:latin typeface="Manrope" pitchFamily="2" charset="0"/>
              </a:rPr>
              <a:t>Solution strategy, best fit PBC evaluation, architectural consulting, and recommendations.</a:t>
            </a:r>
          </a:p>
          <a:p>
            <a:pPr>
              <a:lnSpc>
                <a:spcPct val="90000"/>
              </a:lnSpc>
              <a:buClr>
                <a:schemeClr val="accent1"/>
              </a:buClr>
            </a:pPr>
            <a:r>
              <a:rPr lang="en-US" sz="900" dirty="0">
                <a:latin typeface="Manrope" pitchFamily="2" charset="0"/>
              </a:rPr>
              <a:t>Enablement (design &amp; development) of new-age B2B eCommerce platform.</a:t>
            </a:r>
          </a:p>
          <a:p>
            <a:pPr>
              <a:lnSpc>
                <a:spcPct val="90000"/>
              </a:lnSpc>
              <a:buClr>
                <a:schemeClr val="accent1"/>
              </a:buClr>
            </a:pPr>
            <a:r>
              <a:rPr lang="en-US" sz="900" dirty="0">
                <a:latin typeface="Manrope" pitchFamily="2" charset="0"/>
              </a:rPr>
              <a:t>Enterprise-grade tech – Azure, Java microservices, commerce tools platform, micro frontend experience, React, JSX, Splunk, Google Analytics, </a:t>
            </a:r>
            <a:r>
              <a:rPr lang="en-US" sz="900" dirty="0" err="1">
                <a:latin typeface="Manrope" pitchFamily="2" charset="0"/>
              </a:rPr>
              <a:t>Appdynamics</a:t>
            </a:r>
            <a:r>
              <a:rPr lang="en-US" sz="900" dirty="0">
                <a:latin typeface="Manrope" pitchFamily="2" charset="0"/>
              </a:rPr>
              <a:t>, </a:t>
            </a:r>
            <a:r>
              <a:rPr lang="en-US" sz="900" dirty="0" err="1">
                <a:latin typeface="Manrope" pitchFamily="2" charset="0"/>
              </a:rPr>
              <a:t>Katalon</a:t>
            </a:r>
            <a:r>
              <a:rPr lang="en-US" sz="900" dirty="0">
                <a:latin typeface="Manrope" pitchFamily="2" charset="0"/>
              </a:rPr>
              <a:t> and Selenium automation scripting, rigor performance tool, and </a:t>
            </a:r>
            <a:r>
              <a:rPr lang="en-US" sz="900" dirty="0" err="1">
                <a:latin typeface="Manrope" pitchFamily="2" charset="0"/>
              </a:rPr>
              <a:t>RapidX</a:t>
            </a:r>
            <a:r>
              <a:rPr lang="en-US" sz="900" dirty="0">
                <a:latin typeface="Manrope" pitchFamily="2" charset="0"/>
              </a:rPr>
              <a:t>™. Microservices and MFE automation.</a:t>
            </a:r>
          </a:p>
          <a:p>
            <a:pPr>
              <a:lnSpc>
                <a:spcPct val="90000"/>
              </a:lnSpc>
              <a:buClr>
                <a:schemeClr val="accent1"/>
              </a:buClr>
            </a:pPr>
            <a:r>
              <a:rPr lang="en-US" sz="900" dirty="0">
                <a:latin typeface="Manrope" pitchFamily="2" charset="0"/>
              </a:rPr>
              <a:t>Accessibility standards compliance WCAG 2.1 Level AA.</a:t>
            </a:r>
          </a:p>
          <a:p>
            <a:pPr>
              <a:lnSpc>
                <a:spcPct val="90000"/>
              </a:lnSpc>
              <a:buClr>
                <a:schemeClr val="accent1"/>
              </a:buClr>
            </a:pPr>
            <a:r>
              <a:rPr lang="en-US" sz="900" dirty="0">
                <a:latin typeface="Manrope" pitchFamily="2" charset="0"/>
              </a:rPr>
              <a:t>Rapid onboarding of new features as PBCs with zero impact on existing functionality.</a:t>
            </a:r>
          </a:p>
          <a:p>
            <a:pPr>
              <a:lnSpc>
                <a:spcPct val="90000"/>
              </a:lnSpc>
              <a:buClr>
                <a:schemeClr val="accent1"/>
              </a:buClr>
            </a:pPr>
            <a:r>
              <a:rPr lang="en-US" sz="900" dirty="0">
                <a:latin typeface="Manrope" pitchFamily="2" charset="0"/>
              </a:rPr>
              <a:t>30% reduction in automated regression testing.</a:t>
            </a:r>
          </a:p>
          <a:p>
            <a:pPr>
              <a:lnSpc>
                <a:spcPct val="90000"/>
              </a:lnSpc>
              <a:buClr>
                <a:schemeClr val="accent1"/>
              </a:buClr>
            </a:pPr>
            <a:r>
              <a:rPr lang="en-US" sz="900" dirty="0">
                <a:latin typeface="Manrope" pitchFamily="2" charset="0"/>
              </a:rPr>
              <a:t>Separation of concerns allows rapid onboarding of modern channels as required in a Global Distributed Delivery (GDD) model.</a:t>
            </a:r>
          </a:p>
          <a:p>
            <a:pPr>
              <a:lnSpc>
                <a:spcPct val="90000"/>
              </a:lnSpc>
              <a:buClr>
                <a:schemeClr val="accent1"/>
              </a:buClr>
            </a:pPr>
            <a:r>
              <a:rPr lang="en-US" sz="900" dirty="0">
                <a:latin typeface="Manrope" pitchFamily="2" charset="0"/>
              </a:rPr>
              <a:t>Seamless enablement and onboarding of new products and journeys to the B2B eCommerce platform.</a:t>
            </a:r>
          </a:p>
          <a:p>
            <a:pPr>
              <a:lnSpc>
                <a:spcPct val="90000"/>
              </a:lnSpc>
              <a:buClr>
                <a:schemeClr val="accent1"/>
              </a:buClr>
            </a:pPr>
            <a:r>
              <a:rPr lang="en-US" sz="900" dirty="0">
                <a:latin typeface="Manrope" pitchFamily="2" charset="0"/>
              </a:rPr>
              <a:t>Consumer-grade Micro Frontend Experience (MFE), secure, and performant. </a:t>
            </a:r>
          </a:p>
          <a:p>
            <a:pPr>
              <a:lnSpc>
                <a:spcPct val="90000"/>
              </a:lnSpc>
              <a:buClr>
                <a:schemeClr val="accent1"/>
              </a:buClr>
            </a:pPr>
            <a:r>
              <a:rPr lang="en-US" sz="900" dirty="0">
                <a:latin typeface="Manrope" pitchFamily="2" charset="0"/>
              </a:rPr>
              <a:t>Scalable, secure, resilient, and performant cloud hosting.</a:t>
            </a:r>
          </a:p>
          <a:p>
            <a:pPr>
              <a:lnSpc>
                <a:spcPct val="90000"/>
              </a:lnSpc>
              <a:buClr>
                <a:schemeClr val="accent1"/>
              </a:buClr>
            </a:pPr>
            <a:r>
              <a:rPr lang="en-US" sz="900" dirty="0">
                <a:latin typeface="Manrope" pitchFamily="2" charset="0"/>
              </a:rPr>
              <a:t>Revenue uptick from this new B2B eCommerce platform is being quantified – anticipated at 50% over                   36 months.</a:t>
            </a:r>
          </a:p>
        </p:txBody>
      </p:sp>
    </p:spTree>
    <p:extLst>
      <p:ext uri="{BB962C8B-B14F-4D97-AF65-F5344CB8AC3E}">
        <p14:creationId xmlns:p14="http://schemas.microsoft.com/office/powerpoint/2010/main" val="73628696"/>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13E6313-4CE3-1FDD-12A3-812BE44B0D39}"/>
              </a:ext>
            </a:extLst>
          </p:cNvPr>
          <p:cNvSpPr>
            <a:spLocks noGrp="1"/>
          </p:cNvSpPr>
          <p:nvPr>
            <p:ph type="title"/>
          </p:nvPr>
        </p:nvSpPr>
        <p:spPr>
          <a:xfrm>
            <a:off x="822960" y="2805752"/>
            <a:ext cx="4884999" cy="623248"/>
          </a:xfrm>
        </p:spPr>
        <p:txBody>
          <a:bodyPr/>
          <a:lstStyle/>
          <a:p>
            <a:r>
              <a:rPr lang="en-US"/>
              <a:t>Thank You</a:t>
            </a:r>
          </a:p>
        </p:txBody>
      </p:sp>
      <p:sp>
        <p:nvSpPr>
          <p:cNvPr id="5" name="Hexaware Named Winner of 2022 ISG Star of Excellence™ Award for the Global Region and Universal Industry Categories…">
            <a:extLst>
              <a:ext uri="{FF2B5EF4-FFF2-40B4-BE49-F238E27FC236}">
                <a16:creationId xmlns:a16="http://schemas.microsoft.com/office/drawing/2014/main" id="{62C09BAE-1497-52C9-22D0-914545EB9CEE}"/>
              </a:ext>
            </a:extLst>
          </p:cNvPr>
          <p:cNvSpPr txBox="1"/>
          <p:nvPr/>
        </p:nvSpPr>
        <p:spPr>
          <a:xfrm>
            <a:off x="842416" y="3547536"/>
            <a:ext cx="3671219" cy="160750"/>
          </a:xfrm>
          <a:prstGeom prst="rect">
            <a:avLst/>
          </a:prstGeom>
          <a:noFill/>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0" tIns="0" rIns="0" bIns="0" rtlCol="0">
            <a:spAutoFit/>
          </a:bodyPr>
          <a:lstStyle>
            <a:defPPr>
              <a:defRPr lang="en-US"/>
            </a:defPPr>
            <a:lvl1pPr>
              <a:defRPr/>
            </a:lvl1pPr>
          </a:lstStyle>
          <a:p>
            <a:pPr>
              <a:lnSpc>
                <a:spcPct val="110000"/>
              </a:lnSpc>
              <a:spcAft>
                <a:spcPts val="1800"/>
              </a:spcAft>
            </a:pPr>
            <a:r>
              <a:rPr lang="en-US" sz="1000" spc="20">
                <a:solidFill>
                  <a:schemeClr val="bg2"/>
                </a:solidFill>
                <a:latin typeface="+mj-lt"/>
              </a:rPr>
              <a:t>Please direct all inquiries to marketing@hexaware.com</a:t>
            </a:r>
          </a:p>
        </p:txBody>
      </p:sp>
    </p:spTree>
    <p:extLst>
      <p:ext uri="{BB962C8B-B14F-4D97-AF65-F5344CB8AC3E}">
        <p14:creationId xmlns:p14="http://schemas.microsoft.com/office/powerpoint/2010/main" val="932454387"/>
      </p:ext>
    </p:extLst>
  </p:cSld>
  <p:clrMapOvr>
    <a:masterClrMapping/>
  </p:clrMapOvr>
</p:sld>
</file>

<file path=ppt/theme/theme1.xml><?xml version="1.0" encoding="utf-8"?>
<a:theme xmlns:a="http://schemas.openxmlformats.org/drawingml/2006/main" name="Hexaware Master">
  <a:themeElements>
    <a:clrScheme name="Custom 1">
      <a:dk1>
        <a:srgbClr val="02051C"/>
      </a:dk1>
      <a:lt1>
        <a:srgbClr val="FFFFFF"/>
      </a:lt1>
      <a:dk2>
        <a:srgbClr val="07125E"/>
      </a:dk2>
      <a:lt2>
        <a:srgbClr val="FFFFFF"/>
      </a:lt2>
      <a:accent1>
        <a:srgbClr val="3C2DDA"/>
      </a:accent1>
      <a:accent2>
        <a:srgbClr val="1D86FF"/>
      </a:accent2>
      <a:accent3>
        <a:srgbClr val="14CBDE"/>
      </a:accent3>
      <a:accent4>
        <a:srgbClr val="07125E"/>
      </a:accent4>
      <a:accent5>
        <a:srgbClr val="8088A7"/>
      </a:accent5>
      <a:accent6>
        <a:srgbClr val="EA9D00"/>
      </a:accent6>
      <a:hlink>
        <a:srgbClr val="3C2DDA"/>
      </a:hlink>
      <a:folHlink>
        <a:srgbClr val="14CBDE"/>
      </a:folHlink>
    </a:clrScheme>
    <a:fontScheme name="Hexaware">
      <a:majorFont>
        <a:latin typeface="Manrope Light"/>
        <a:ea typeface="Helvetica Neue Medium"/>
        <a:cs typeface="Helvetica Neue Medium"/>
      </a:majorFont>
      <a:minorFont>
        <a:latin typeface="Manrope"/>
        <a:ea typeface="Helvetica Neue"/>
        <a:cs typeface="Helvetica Neu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ln>
          <a:noFill/>
        </a:ln>
      </a:spPr>
      <a:bodyPr rtlCol="0" anchor="ctr"/>
      <a:lstStyle>
        <a:defPPr algn="ctr">
          <a:defRPr/>
        </a:defPPr>
      </a:lstStyle>
      <a:style>
        <a:lnRef idx="2">
          <a:schemeClr val="accent1">
            <a:shade val="15000"/>
          </a:schemeClr>
        </a:lnRef>
        <a:fillRef idx="1">
          <a:schemeClr val="accent1"/>
        </a:fillRef>
        <a:effectRef idx="0">
          <a:schemeClr val="accent1"/>
        </a:effectRef>
        <a:fontRef idx="minor">
          <a:schemeClr val="lt1"/>
        </a:fontRef>
      </a:style>
    </a:spDef>
    <a:txDef>
      <a:spPr>
        <a:noFill/>
      </a:spPr>
      <a:bodyPr wrap="square" lIns="0" tIns="0" rIns="0" bIns="0" rtlCol="0">
        <a:spAutoFit/>
      </a:bodyPr>
      <a:lstStyle>
        <a:defPPr algn="l">
          <a:defRPr sz="1400" dirty="0" err="1" smtClean="0"/>
        </a:defPPr>
      </a:lstStyle>
    </a:txDef>
  </a:objectDefaults>
  <a:extraClrSchemeLst/>
  <a:extLst>
    <a:ext uri="{05A4C25C-085E-4340-85A3-A5531E510DB2}">
      <thm15:themeFamily xmlns:thm15="http://schemas.microsoft.com/office/thememl/2012/main" name="Light_Corporate Template.pptx" id="{41E689D6-C531-47CC-AFF0-309785A80631}" vid="{C5795010-44E4-4FE2-851A-4FC5D2C485C8}"/>
    </a:ext>
  </a:extLst>
</a:theme>
</file>

<file path=ppt/theme/theme2.xml><?xml version="1.0" encoding="utf-8"?>
<a:theme xmlns:a="http://schemas.openxmlformats.org/drawingml/2006/main" name="1_Hexaware Master">
  <a:themeElements>
    <a:clrScheme name="Hexaware">
      <a:dk1>
        <a:srgbClr val="02051C"/>
      </a:dk1>
      <a:lt1>
        <a:srgbClr val="FFFFFF"/>
      </a:lt1>
      <a:dk2>
        <a:srgbClr val="07125E"/>
      </a:dk2>
      <a:lt2>
        <a:srgbClr val="FFFFFF"/>
      </a:lt2>
      <a:accent1>
        <a:srgbClr val="3C2DDA"/>
      </a:accent1>
      <a:accent2>
        <a:srgbClr val="1D86FF"/>
      </a:accent2>
      <a:accent3>
        <a:srgbClr val="14CBDE"/>
      </a:accent3>
      <a:accent4>
        <a:srgbClr val="07125E"/>
      </a:accent4>
      <a:accent5>
        <a:srgbClr val="8088A7"/>
      </a:accent5>
      <a:accent6>
        <a:srgbClr val="FF6300"/>
      </a:accent6>
      <a:hlink>
        <a:srgbClr val="3C2DDA"/>
      </a:hlink>
      <a:folHlink>
        <a:srgbClr val="14CBDE"/>
      </a:folHlink>
    </a:clrScheme>
    <a:fontScheme name="Hexaware">
      <a:majorFont>
        <a:latin typeface="Manrope Light"/>
        <a:ea typeface="Helvetica Neue Medium"/>
        <a:cs typeface="Helvetica Neue Medium"/>
      </a:majorFont>
      <a:minorFont>
        <a:latin typeface="Manrope"/>
        <a:ea typeface="Helvetica Neue"/>
        <a:cs typeface="Helvetica Neu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ln>
          <a:noFill/>
        </a:ln>
      </a:spPr>
      <a:bodyPr rtlCol="0" anchor="ctr"/>
      <a:lstStyle>
        <a:defPPr algn="ctr">
          <a:defRPr/>
        </a:defPPr>
      </a:lstStyle>
      <a:style>
        <a:lnRef idx="2">
          <a:schemeClr val="accent1">
            <a:shade val="15000"/>
          </a:schemeClr>
        </a:lnRef>
        <a:fillRef idx="1">
          <a:schemeClr val="accent1"/>
        </a:fillRef>
        <a:effectRef idx="0">
          <a:schemeClr val="accent1"/>
        </a:effectRef>
        <a:fontRef idx="minor">
          <a:schemeClr val="lt1"/>
        </a:fontRef>
      </a:style>
    </a:spDef>
    <a:txDef>
      <a:spPr>
        <a:noFill/>
      </a:spPr>
      <a:bodyPr wrap="square" lIns="0" tIns="0" rIns="0" bIns="0" rtlCol="0">
        <a:spAutoFit/>
      </a:bodyPr>
      <a:lstStyle>
        <a:defPPr algn="l">
          <a:defRPr sz="1400" dirty="0" err="1" smtClean="0"/>
        </a:defPPr>
      </a:lstStyle>
    </a:txDef>
  </a:objectDefaults>
  <a:extraClrSchemeLst/>
  <a:extLst>
    <a:ext uri="{05A4C25C-085E-4340-85A3-A5531E510DB2}">
      <thm15:themeFamily xmlns:thm15="http://schemas.microsoft.com/office/thememl/2012/main" name="Dark_Corporate Template.pptx" id="{0DE496D9-96E7-4561-826E-A79144D83BB8}" vid="{7132E963-DE00-4AC0-86D2-3969C5A95D72}"/>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SharedWithUsers xmlns="cb5ef97c-09b6-464d-8d64-b4fd4a2600f0">
      <UserInfo>
        <DisplayName>Hexaware Content CoE Owners</DisplayName>
        <AccountId>6</AccountId>
        <AccountType/>
      </UserInfo>
      <UserInfo>
        <DisplayName>SharingLinks.22b36513-28bc-4c8b-a9c5-24045f3b52e7.OrganizationEdit.a0d1e5e1-c5e5-4df6-ac61-bd6fd0bcb41e</DisplayName>
        <AccountId>53</AccountId>
        <AccountType/>
      </UserInfo>
      <UserInfo>
        <DisplayName>SharingLinks.2f955689-ba8c-4816-aaab-7a2d3f4abdf7.OrganizationEdit.5dad2ae7-3fb2-4267-ab21-9785a3324899</DisplayName>
        <AccountId>51</AccountId>
        <AccountType/>
      </UserInfo>
      <UserInfo>
        <DisplayName>SharingLinks.9c7226dd-6d4c-4369-bac2-d04eae812d28.Flexible.84f4914f-5b26-43a4-9137-2c6dcd8509b1</DisplayName>
        <AccountId>67</AccountId>
        <AccountType/>
      </UserInfo>
      <UserInfo>
        <DisplayName>SharingLinks.521ef670-20cd-43b7-bf17-4f8b8729986c.Flexible.f3979edf-44b5-4298-82b0-800a7eab152d</DisplayName>
        <AccountId>69</AccountId>
        <AccountType/>
      </UserInfo>
      <UserInfo>
        <DisplayName>SharingLinks.56830b30-6593-4dde-99bc-b3f295c86172.Flexible.b8986cbf-33df-4630-ad94-908749c15d76</DisplayName>
        <AccountId>70</AccountId>
        <AccountType/>
      </UserInfo>
      <UserInfo>
        <DisplayName>Isaac sam Sathyasingh rufus</DisplayName>
        <AccountId>72</AccountId>
        <AccountType/>
      </UserInfo>
      <UserInfo>
        <DisplayName>Nishant Balyan</DisplayName>
        <AccountId>1065</AccountId>
        <AccountType/>
      </UserInfo>
      <UserInfo>
        <DisplayName>Yogesh Johar</DisplayName>
        <AccountId>2881</AccountId>
        <AccountType/>
      </UserInfo>
      <UserInfo>
        <DisplayName>Mary mereena Paul kuzhivelil</DisplayName>
        <AccountId>30</AccountId>
        <AccountType/>
      </UserInfo>
      <UserInfo>
        <DisplayName>Disha Mongia</DisplayName>
        <AccountId>17</AccountId>
        <AccountType/>
      </UserInfo>
      <UserInfo>
        <DisplayName>Rupesh Mithani</DisplayName>
        <AccountId>1369</AccountId>
        <AccountType/>
      </UserInfo>
      <UserInfo>
        <DisplayName>Ravindranath Nadagouda</DisplayName>
        <AccountId>3243</AccountId>
        <AccountType/>
      </UserInfo>
      <UserInfo>
        <DisplayName>Aravind J</DisplayName>
        <AccountId>233</AccountId>
        <AccountType/>
      </UserInfo>
    </SharedWithUsers>
  </documentManagement>
</p:properties>
</file>

<file path=customXml/item2.xml><?xml version="1.0" encoding="utf-8"?>
<ct:contentTypeSchema xmlns:ct="http://schemas.microsoft.com/office/2006/metadata/contentType" xmlns:ma="http://schemas.microsoft.com/office/2006/metadata/properties/metaAttributes" ct:_="" ma:_="" ma:contentTypeName="Document" ma:contentTypeID="0x010100B4C63795109B814095104CCD1F6FD01D" ma:contentTypeVersion="11" ma:contentTypeDescription="Create a new document." ma:contentTypeScope="" ma:versionID="4c275e0087d5414fbc459517d56882f5">
  <xsd:schema xmlns:xsd="http://www.w3.org/2001/XMLSchema" xmlns:xs="http://www.w3.org/2001/XMLSchema" xmlns:p="http://schemas.microsoft.com/office/2006/metadata/properties" xmlns:ns2="3f74a3f1-38f9-46e8-b953-325a7420fe4d" xmlns:ns3="cb5ef97c-09b6-464d-8d64-b4fd4a2600f0" targetNamespace="http://schemas.microsoft.com/office/2006/metadata/properties" ma:root="true" ma:fieldsID="80e36097c482bdd3cfbd6be2d705fb12" ns2:_="" ns3:_="">
    <xsd:import namespace="3f74a3f1-38f9-46e8-b953-325a7420fe4d"/>
    <xsd:import namespace="cb5ef97c-09b6-464d-8d64-b4fd4a2600f0"/>
    <xsd:element name="properties">
      <xsd:complexType>
        <xsd:sequence>
          <xsd:element name="documentManagement">
            <xsd:complexType>
              <xsd:all>
                <xsd:element ref="ns2:MediaServiceMetadata" minOccurs="0"/>
                <xsd:element ref="ns2:MediaServiceFastMetadata" minOccurs="0"/>
                <xsd:element ref="ns2:MediaServiceDateTaken" minOccurs="0"/>
                <xsd:element ref="ns2:MediaServiceAutoTags" minOccurs="0"/>
                <xsd:element ref="ns2:MediaLengthInSeconds" minOccurs="0"/>
                <xsd:element ref="ns3:SharedWithUsers" minOccurs="0"/>
                <xsd:element ref="ns3:SharedWithDetails" minOccurs="0"/>
                <xsd:element ref="ns2:MediaServiceObjectDetectorVersions" minOccurs="0"/>
                <xsd:element ref="ns2:MediaServiceGenerationTime" minOccurs="0"/>
                <xsd:element ref="ns2:MediaServiceEventHashCode" minOccurs="0"/>
                <xsd:element ref="ns2: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3f74a3f1-38f9-46e8-b953-325a7420fe4d"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DateTaken" ma:index="10" nillable="true" ma:displayName="MediaServiceDateTaken" ma:hidden="true" ma:internalName="MediaServiceDateTaken" ma:readOnly="true">
      <xsd:simpleType>
        <xsd:restriction base="dms:Text"/>
      </xsd:simpleType>
    </xsd:element>
    <xsd:element name="MediaServiceAutoTags" ma:index="11" nillable="true" ma:displayName="Tags" ma:internalName="MediaServiceAutoTags" ma:readOnly="true">
      <xsd:simpleType>
        <xsd:restriction base="dms:Text"/>
      </xsd:simpleType>
    </xsd:element>
    <xsd:element name="MediaLengthInSeconds" ma:index="12" nillable="true" ma:displayName="MediaLengthInSeconds" ma:hidden="true" ma:internalName="MediaLengthInSeconds" ma:readOnly="true">
      <xsd:simpleType>
        <xsd:restriction base="dms:Unknown"/>
      </xsd:simpleType>
    </xsd:element>
    <xsd:element name="MediaServiceObjectDetectorVersions" ma:index="15" nillable="true" ma:displayName="MediaServiceObjectDetectorVersions" ma:hidden="true" ma:indexed="true" ma:internalName="MediaServiceObjectDetectorVersions" ma:readOnly="true">
      <xsd:simpleType>
        <xsd:restriction base="dms:Text"/>
      </xsd:simpleType>
    </xsd:element>
    <xsd:element name="MediaServiceGenerationTime" ma:index="16" nillable="true" ma:displayName="MediaServiceGenerationTime" ma:hidden="true" ma:internalName="MediaServiceGenerationTime" ma:readOnly="true">
      <xsd:simpleType>
        <xsd:restriction base="dms:Text"/>
      </xsd:simpleType>
    </xsd:element>
    <xsd:element name="MediaServiceEventHashCode" ma:index="17" nillable="true" ma:displayName="MediaServiceEventHashCode" ma:hidden="true" ma:internalName="MediaServiceEventHashCode" ma:readOnly="true">
      <xsd:simpleType>
        <xsd:restriction base="dms:Text"/>
      </xsd:simpleType>
    </xsd:element>
    <xsd:element name="MediaServiceSearchProperties" ma:index="18" nillable="true" ma:displayName="MediaServiceSearchProperties" ma:hidden="true" ma:internalName="MediaServiceSearchPropertie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cb5ef97c-09b6-464d-8d64-b4fd4a2600f0" elementFormDefault="qualified">
    <xsd:import namespace="http://schemas.microsoft.com/office/2006/documentManagement/types"/>
    <xsd:import namespace="http://schemas.microsoft.com/office/infopath/2007/PartnerControls"/>
    <xsd:element name="SharedWithUsers" ma:index="13"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4"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823AD67D-8F81-43A8-B325-44CA5FF2EA21}">
  <ds:schemaRefs>
    <ds:schemaRef ds:uri="http://schemas.microsoft.com/office/2006/documentManagement/types"/>
    <ds:schemaRef ds:uri="http://purl.org/dc/elements/1.1/"/>
    <ds:schemaRef ds:uri="b2629a47-549d-48d2-997e-e91f4f8ddb0d"/>
    <ds:schemaRef ds:uri="http://schemas.microsoft.com/office/2006/metadata/properties"/>
    <ds:schemaRef ds:uri="81f28ac3-3e09-4005-8280-a26493e91b69"/>
    <ds:schemaRef ds:uri="http://purl.org/dc/terms/"/>
    <ds:schemaRef ds:uri="http://purl.org/dc/dcmitype/"/>
    <ds:schemaRef ds:uri="http://schemas.microsoft.com/office/infopath/2007/PartnerControls"/>
    <ds:schemaRef ds:uri="http://schemas.openxmlformats.org/package/2006/metadata/core-properties"/>
    <ds:schemaRef ds:uri="http://www.w3.org/XML/1998/namespace"/>
    <ds:schemaRef ds:uri="cb5ef97c-09b6-464d-8d64-b4fd4a2600f0"/>
  </ds:schemaRefs>
</ds:datastoreItem>
</file>

<file path=customXml/itemProps2.xml><?xml version="1.0" encoding="utf-8"?>
<ds:datastoreItem xmlns:ds="http://schemas.openxmlformats.org/officeDocument/2006/customXml" ds:itemID="{A0BBC102-B2B9-4102-B3CD-9AED3019B9B4}">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3f74a3f1-38f9-46e8-b953-325a7420fe4d"/>
    <ds:schemaRef ds:uri="cb5ef97c-09b6-464d-8d64-b4fd4a2600f0"/>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A0D6561C-C75B-4658-A462-FA114867A8AD}">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Light_Corporate Template</Template>
  <TotalTime>4952</TotalTime>
  <Words>2925</Words>
  <Application>Microsoft Office PowerPoint</Application>
  <PresentationFormat>Widescreen</PresentationFormat>
  <Paragraphs>565</Paragraphs>
  <Slides>35</Slides>
  <Notes>17</Notes>
  <HiddenSlides>0</HiddenSlides>
  <MMClips>0</MMClips>
  <ScaleCrop>false</ScaleCrop>
  <HeadingPairs>
    <vt:vector size="6" baseType="variant">
      <vt:variant>
        <vt:lpstr>Fonts Used</vt:lpstr>
      </vt:variant>
      <vt:variant>
        <vt:i4>8</vt:i4>
      </vt:variant>
      <vt:variant>
        <vt:lpstr>Theme</vt:lpstr>
      </vt:variant>
      <vt:variant>
        <vt:i4>2</vt:i4>
      </vt:variant>
      <vt:variant>
        <vt:lpstr>Slide Titles</vt:lpstr>
      </vt:variant>
      <vt:variant>
        <vt:i4>35</vt:i4>
      </vt:variant>
    </vt:vector>
  </HeadingPairs>
  <TitlesOfParts>
    <vt:vector size="45" baseType="lpstr">
      <vt:lpstr>Helvetica Neue</vt:lpstr>
      <vt:lpstr>Manrope ExtraLight Light</vt:lpstr>
      <vt:lpstr>Arial</vt:lpstr>
      <vt:lpstr>Calibri</vt:lpstr>
      <vt:lpstr>Manrope</vt:lpstr>
      <vt:lpstr>Manrope Light</vt:lpstr>
      <vt:lpstr>Manrope SemiBold</vt:lpstr>
      <vt:lpstr>Poppins</vt:lpstr>
      <vt:lpstr>Hexaware Master</vt:lpstr>
      <vt:lpstr>1_Hexaware Master</vt:lpstr>
      <vt:lpstr>Digital &amp; Software Commerce Capabilities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Our Service &amp; Solution offerings</vt:lpstr>
      <vt:lpstr>PowerPoint Presentation</vt:lpstr>
      <vt:lpstr>PowerPoint Presentation</vt:lpstr>
      <vt:lpstr>Our Focus</vt:lpstr>
      <vt:lpstr>PowerPoint Presentation</vt:lpstr>
      <vt:lpstr>PowerPoint Presentation</vt:lpstr>
      <vt:lpstr>PowerPoint Presentation</vt:lpstr>
      <vt:lpstr>PowerPoint Presentation</vt:lpstr>
      <vt:lpstr>PowerPoint Presentation</vt:lpstr>
      <vt:lpstr>PowerPoint Presentation</vt:lpstr>
      <vt:lpstr>Our Point of View</vt:lpstr>
      <vt:lpstr>PowerPoint Presentation</vt:lpstr>
      <vt:lpstr>PowerPoint Presentation</vt:lpstr>
      <vt:lpstr>PowerPoint Presentation</vt:lpstr>
      <vt:lpstr>PowerPoint Presentation</vt:lpstr>
      <vt:lpstr>PowerPoint Presentation</vt:lpstr>
      <vt:lpstr>PowerPoint Presentation</vt:lpstr>
      <vt:lpstr>Our Quality &amp;  Program Management Approach</vt:lpstr>
      <vt:lpstr>PowerPoint Presentation</vt:lpstr>
      <vt:lpstr>PowerPoint Presentation</vt:lpstr>
      <vt:lpstr>PowerPoint Presentation</vt:lpstr>
      <vt:lpstr>Our Work</vt:lpstr>
      <vt:lpstr>Enabling B2C &amp; B2B2C Business</vt:lpstr>
      <vt:lpstr>The World’s First-of-a-kind, Fully Customizable Luxury Fashion Showroom Experience for Luxury Buyers, Media and VIP’s</vt:lpstr>
      <vt:lpstr>Seamless IT Transformation for Enhanced Efficiency and Support</vt:lpstr>
      <vt:lpstr> Enabling Composable eCommerce</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Corporate Overview</dc:title>
  <dc:creator>Danielle Sanders</dc:creator>
  <cp:lastModifiedBy>Vinay Kumar</cp:lastModifiedBy>
  <cp:revision>221</cp:revision>
  <cp:lastPrinted>2023-12-04T03:06:37Z</cp:lastPrinted>
  <dcterms:created xsi:type="dcterms:W3CDTF">2023-12-01T15:20:00Z</dcterms:created>
  <dcterms:modified xsi:type="dcterms:W3CDTF">2026-10-07T22:25:37Z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0x010100B4C63795109B814095104CCD1F6FD01D</vt:lpwstr>
  </property>
  <property fmtid="{D5CDD505-2E9C-101B-9397-08002B2CF9AE}" pid="3" name="MediaServiceImageTags">
    <vt:lpwstr/>
  </property>
</Properties>
</file>